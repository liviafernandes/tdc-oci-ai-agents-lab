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authors.xml" ContentType="application/vnd.ms-powerpoint.authors+xml"/>
  <Override PartName="/ppt/media/image.svg" ContentType="image/svg+xml"/>
  <Override PartName="/ppt/media/image2.svg" ContentType="image/svg+xml"/>
  <Override PartName="/ppt/media/image3.svg" ContentType="image/svg+xml"/>
  <Override PartName="/ppt/media/image4.svg" ContentType="image/svg+xml"/>
  <Override PartName="/ppt/media/image5.svg" ContentType="image/svg+xml"/>
  <Override PartName="/ppt/media/image6.svg" ContentType="image/svg+xml"/>
  <Override PartName="/ppt/media/image7.svg" ContentType="image/svg+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slideLayouts/slideLayout103.xml" ContentType="application/vnd.openxmlformats-officedocument.presentationml.slideLayout+xml"/>
  <Override PartName="/ppt/slideLayouts/slideLayout104.xml" ContentType="application/vnd.openxmlformats-officedocument.presentationml.slideLayout+xml"/>
  <Override PartName="/ppt/slideLayouts/slideLayout105.xml" ContentType="application/vnd.openxmlformats-officedocument.presentationml.slideLayout+xml"/>
  <Override PartName="/ppt/slideLayouts/slideLayout106.xml" ContentType="application/vnd.openxmlformats-officedocument.presentationml.slideLayout+xml"/>
  <Override PartName="/ppt/slideLayouts/slideLayout107.xml" ContentType="application/vnd.openxmlformats-officedocument.presentationml.slideLayout+xml"/>
  <Override PartName="/ppt/slideLayouts/slideLayout108.xml" ContentType="application/vnd.openxmlformats-officedocument.presentationml.slideLayout+xml"/>
  <Override PartName="/ppt/slideLayouts/slideLayout109.xml" ContentType="application/vnd.openxmlformats-officedocument.presentationml.slideLayout+xml"/>
  <Override PartName="/ppt/slideLayouts/slideLayout11.xml" ContentType="application/vnd.openxmlformats-officedocument.presentationml.slideLayout+xml"/>
  <Override PartName="/ppt/slideLayouts/slideLayout110.xml" ContentType="application/vnd.openxmlformats-officedocument.presentationml.slideLayout+xml"/>
  <Override PartName="/ppt/slideLayouts/slideLayout111.xml" ContentType="application/vnd.openxmlformats-officedocument.presentationml.slideLayout+xml"/>
  <Override PartName="/ppt/slideLayouts/slideLayout112.xml" ContentType="application/vnd.openxmlformats-officedocument.presentationml.slideLayout+xml"/>
  <Override PartName="/ppt/slideLayouts/slideLayout113.xml" ContentType="application/vnd.openxmlformats-officedocument.presentationml.slideLayout+xml"/>
  <Override PartName="/ppt/slideLayouts/slideLayout114.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0e25897d4e4e4f6e" Type="http://schemas.openxmlformats.org/officeDocument/2006/relationships/extended-properties" Target="docProps/app.xml"/><Relationship Id="R3ef43baea71b49e6" Type="http://schemas.openxmlformats.org/officeDocument/2006/relationships/officeDocument" Target="ppt/presentation.xml"/><Relationship Id="Reca7d9e92cfe413d" Type="http://schemas.openxmlformats.org/package/2006/relationships/metadata/core-properties" Target="docProps/core.xml"/></Relationships>
</file>

<file path=ppt/presentation.xml><?xml version="1.0" encoding="utf-8"?>
<p:presentation xmlns:p="http://schemas.openxmlformats.org/presentationml/2006/main">
  <p:sldMasterIdLst>
    <p:sldMasterId xmlns:r="http://schemas.openxmlformats.org/officeDocument/2006/relationships" id="2147483648" r:id="Rdc2dd2323a62409f"/>
  </p:sldMasterIdLst>
  <p:notesMasterIdLst>
    <p:notesMasterId xmlns:r="http://schemas.openxmlformats.org/officeDocument/2006/relationships" r:id="R6c08d62262f0495a"/>
  </p:notesMasterIdLst>
  <p:sldIdLst>
    <p:sldId xmlns:r="http://schemas.openxmlformats.org/officeDocument/2006/relationships" id="256" r:id="R38ebcc432e614e2a"/>
    <p:sldId xmlns:r="http://schemas.openxmlformats.org/officeDocument/2006/relationships" id="257" r:id="Rb75d3626832e4efe"/>
    <p:sldId xmlns:r="http://schemas.openxmlformats.org/officeDocument/2006/relationships" id="258" r:id="R06ceb22789c048a7"/>
    <p:sldId xmlns:r="http://schemas.openxmlformats.org/officeDocument/2006/relationships" id="259" r:id="R91a110b73b1e46a7"/>
    <p:sldId xmlns:r="http://schemas.openxmlformats.org/officeDocument/2006/relationships" id="264" r:id="R09c0a37e4bf044b3"/>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authors.xml><?xml version="1.0" encoding="utf-8"?>
<p188:authorLst xmlns:p188="http://schemas.microsoft.com/office/powerpoint/2018/8/main">
  <p188:author id="{1F247655-47CC-FB63-C5C7-523D008CD984}" name="Kristen Barcheski" initials="KB" userId="S::kristen.barcheski@oracle.com::59c6070f-981d-4064-b395-2d3768254975" providerId="AD"/>
  <p188:author id="{15BBF38A-F7BC-7B2E-0D61-21D1F83CE523}" name="Michelle Howell" initials="MH" userId="Michelle Howell" providerId="None"/>
</p188:authorLst>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073A0DAA-6AF3-43AB-8588-CEC1D06C72B9}">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912C8C85-51F0-491E-9774-3900AFEF0FD7}" styleName="Light Style 2 - Accent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74C1A8A3-306A-4EB7-A6B1-4F7E0EB9C5D6}" styleName="Medium Style 3 – Accent 5">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5"/>
          </a:solidFill>
        </a:fill>
      </a:tcStyle>
    </a:lastCol>
    <a:firstCol>
      <a:tcTxStyle b="on">
        <a:fontRef idx="minor">
          <a:scrgbClr r="0" g="0" b="0"/>
        </a:fontRef>
        <a:schemeClr val="lt1"/>
      </a:tcTxStyle>
      <a:tcStyle>
        <a:tcBdr/>
        <a:fill>
          <a:solidFill>
            <a:schemeClr val="accent5"/>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5"/>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E8034E78-7F5D-4C2E-B375-FC64B27BC917}" styleName="Dark Styl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Lst>
</file>

<file path=ppt/_rels/presentation.xml.rels><?xml version='1.0' encoding='UTF-8' standalone='yes'?>
<Relationships xmlns="http://schemas.openxmlformats.org/package/2006/relationships"><Relationship Id="R06ceb22789c048a7" Type="http://schemas.openxmlformats.org/officeDocument/2006/relationships/slide" Target="slides/slide3.xml"/><Relationship Id="R09c0a37e4bf044b3" Type="http://schemas.openxmlformats.org/officeDocument/2006/relationships/slide" Target="slides/slide9.xml"/><Relationship Id="R31192f4bfd044e66" Type="http://schemas.openxmlformats.org/officeDocument/2006/relationships/theme" Target="theme/theme1.xml"/><Relationship Id="R38ebcc432e614e2a" Type="http://schemas.openxmlformats.org/officeDocument/2006/relationships/slide" Target="slides/slide1.xml"/><Relationship Id="R6c08d62262f0495a" Type="http://schemas.openxmlformats.org/officeDocument/2006/relationships/notesMaster" Target="notesMasters/notesMaster1.xml"/><Relationship Id="R79ae730a7a384c1e" Type="http://schemas.microsoft.com/office/2018/10/relationships/authors" Target="authors.xml"/><Relationship Id="R91a110b73b1e46a7" Type="http://schemas.openxmlformats.org/officeDocument/2006/relationships/slide" Target="slides/slide4.xml"/><Relationship Id="Rae360c910c4b4eae" Type="http://schemas.openxmlformats.org/officeDocument/2006/relationships/presProps" Target="presProps.xml"/><Relationship Id="Rb75d3626832e4efe" Type="http://schemas.openxmlformats.org/officeDocument/2006/relationships/slide" Target="slides/slide2.xml"/><Relationship Id="Rb9857c11536644d7" Type="http://schemas.openxmlformats.org/officeDocument/2006/relationships/tableStyles" Target="tableStyles.xml"/><Relationship Id="Rdc2dd2323a62409f"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b75aa458d05b47ef"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racle-8.8.2">
  <a:themeElements>
    <a:clrScheme name="Custom 151">
      <a:dk1>
        <a:srgbClr val="2A2F2F"/>
      </a:dk1>
      <a:lt1>
        <a:srgbClr val="FFFFFF"/>
      </a:lt1>
      <a:dk2>
        <a:srgbClr val="2A2F2F"/>
      </a:dk2>
      <a:lt2>
        <a:srgbClr val="FBF9F8"/>
      </a:lt2>
      <a:accent1>
        <a:srgbClr val="04536F"/>
      </a:accent1>
      <a:accent2>
        <a:srgbClr val="6C3F49"/>
      </a:accent2>
      <a:accent3>
        <a:srgbClr val="C74634"/>
      </a:accent3>
      <a:accent4>
        <a:srgbClr val="F0CC71"/>
      </a:accent4>
      <a:accent5>
        <a:srgbClr val="89B2B0"/>
      </a:accent5>
      <a:accent6>
        <a:srgbClr val="86B596"/>
      </a:accent6>
      <a:hlink>
        <a:srgbClr val="00688C"/>
      </a:hlink>
      <a:folHlink>
        <a:srgbClr val="F0CC71"/>
      </a:folHlink>
    </a:clrScheme>
    <a:fontScheme name="Oracle Pillars">
      <a:majorFont>
        <a:latin typeface="Georgia"/>
        <a:ea typeface=""/>
        <a:cs typeface=""/>
      </a:majorFont>
      <a:minorFont>
        <a:latin typeface="Oracle Sans Tab"/>
        <a:ea typeface=""/>
        <a:cs typeface=""/>
      </a:minorFont>
    </a:fontScheme>
    <a:fmtScheme name="Custom 151">
      <a:fillStyleLst>
        <a:solidFill>
          <a:schemeClr val="phClr"/>
        </a:solidFill>
        <a:solidFill>
          <a:schemeClr val="phClr">
            <a:tint val="50000"/>
          </a:schemeClr>
        </a:solidFill>
        <a:solidFill>
          <a:schemeClr val="phClr">
            <a:shade val="65000"/>
          </a:schemeClr>
        </a:solidFill>
      </a:fillStyleLst>
      <a:lnStyleLst>
        <a:ln w="3175">
          <a:solidFill>
            <a:schemeClr val="phClr">
              <a:shade val="65000"/>
            </a:schemeClr>
          </a:solidFill>
          <a:prstDash val="solid"/>
        </a:ln>
        <a:ln w="3175">
          <a:solidFill>
            <a:schemeClr val="phClr"/>
          </a:solidFill>
          <a:prstDash val="solid"/>
        </a:ln>
        <a:ln w="0">
          <a:noFill/>
        </a:ln>
      </a:lnStyleLst>
      <a:effectStyleLst>
        <a:effectStyle>
          <a:effectLst/>
        </a:effectStyle>
        <a:effectStyle>
          <a:effectLst/>
        </a:effectStyle>
        <a:effectStyle>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4fcfc84d3c484aed" Type="http://schemas.openxmlformats.org/officeDocument/2006/relationships/slide" Target="../slides/slide1.xml"/><Relationship Id="Raf1081412ca8403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553c2790ea984296" Type="http://schemas.openxmlformats.org/officeDocument/2006/relationships/notesMaster" Target="../notesMasters/notesMaster1.xml"/><Relationship Id="Rb593209232ff40ae"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53abe9f1fcdf40f8" Type="http://schemas.openxmlformats.org/officeDocument/2006/relationships/notesMaster" Target="../notesMasters/notesMaster1.xml"/><Relationship Id="R8af03a20e08d46c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188413f9641b4ebf" Type="http://schemas.openxmlformats.org/officeDocument/2006/relationships/notesMaster" Target="../notesMasters/notesMaster1.xml"/><Relationship Id="R828a965da90742d6" Type="http://schemas.openxmlformats.org/officeDocument/2006/relationships/slide" Target="../slides/slide4.xml"/></Relationships>
</file>

<file path=ppt/notesSlides/_rels/notesSlide9.xml.rels><?xml version='1.0' encoding='UTF-8' standalone='yes'?>
<Relationships xmlns="http://schemas.openxmlformats.org/package/2006/relationships"><Relationship Id="Rf14997e830704f5c" Type="http://schemas.openxmlformats.org/officeDocument/2006/relationships/slide" Target="../slides/slide9.xml"/><Relationship Id="Rf8c9dd57217147b7" Type="http://schemas.openxmlformats.org/officeDocument/2006/relationships/notesMaster" Target="../notesMasters/notesMaster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0f8d3558e5904f4b" Type="http://schemas.openxmlformats.org/officeDocument/2006/relationships/image" Target="../media/image.emf"/><Relationship Id="Rb6f2e72676cd462b" Type="http://schemas.openxmlformats.org/officeDocument/2006/relationships/slideMaster" Target="../slideMasters/slideMaster1.xml"/><Relationship Id="Ree97fd0e020943e8" Type="http://schemas.openxmlformats.org/officeDocument/2006/relationships/image" Target="../media/image.jpeg"/></Relationships>
</file>

<file path=ppt/slideLayouts/_rels/slideLayout2.xml.rels><?xml version='1.0' encoding='UTF-8' standalone='yes'?>
<Relationships xmlns="http://schemas.openxmlformats.org/package/2006/relationships"><Relationship Id="Ra0d89e79595d4650" Type="http://schemas.openxmlformats.org/officeDocument/2006/relationships/image" Target="../media/image.emf"/><Relationship Id="Rb762bea615224f9c" Type="http://schemas.openxmlformats.org/officeDocument/2006/relationships/slideMaster" Target="../slideMasters/slideMaster1.xml"/><Relationship Id="Re41eea34887342e8" Type="http://schemas.openxmlformats.org/officeDocument/2006/relationships/image" Target="../media/image2.jpeg"/></Relationships>
</file>

<file path=ppt/slideLayouts/_rels/slideLayout3.xml.rels><?xml version='1.0' encoding='UTF-8' standalone='yes'?>
<Relationships xmlns="http://schemas.openxmlformats.org/package/2006/relationships"><Relationship Id="Rb5ee3253468a4465" Type="http://schemas.openxmlformats.org/officeDocument/2006/relationships/image" Target="../media/image3.jpeg"/><Relationship Id="Rdd5f5f22819a48cc"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6fa4cdb9004f4de9" Type="http://schemas.openxmlformats.org/officeDocument/2006/relationships/image" Target="../media/image4.jpeg"/><Relationship Id="R9d413913268c441f"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fc856b915deb4b5e"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046f6ec242094301" Type="http://schemas.openxmlformats.org/officeDocument/2006/relationships/image" Target="../media/image5.jpeg"/><Relationship Id="Rfd1c5d7e3e9348aa"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0d587c48f863439d" Type="http://schemas.openxmlformats.org/officeDocument/2006/relationships/image" Target="../media/image6.jpeg"/><Relationship Id="R4ddfa4cc103e4ae4"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116ff2bf95cf471a" Type="http://schemas.openxmlformats.org/officeDocument/2006/relationships/slideMaster" Target="../slideMasters/slideMaster1.xml"/><Relationship Id="R7d00afc9c9f048a6" Type="http://schemas.openxmlformats.org/officeDocument/2006/relationships/image" Target="../media/image7.jpeg"/></Relationships>
</file>

<file path=ppt/slideLayouts/_rels/slideLayout9.xml.rels><?xml version='1.0' encoding='UTF-8' standalone='yes'?>
<Relationships xmlns="http://schemas.openxmlformats.org/package/2006/relationships"><Relationship Id="R6ae55de15ab2454d" Type="http://schemas.openxmlformats.org/officeDocument/2006/relationships/slideMaster" Target="../slideMasters/slideMaster1.xml"/><Relationship Id="Re69eda2ac5c54784" Type="http://schemas.openxmlformats.org/officeDocument/2006/relationships/image" Target="../media/image8.jpeg"/></Relationships>
</file>

<file path=ppt/slideLayouts/_rels/slideLayout10.xml.rels><?xml version='1.0' encoding='UTF-8' standalone='yes'?>
<Relationships xmlns="http://schemas.openxmlformats.org/package/2006/relationships"><Relationship Id="R50980e5530454397" Type="http://schemas.openxmlformats.org/officeDocument/2006/relationships/image" Target="../media/image9.jpeg"/><Relationship Id="Rdaf0dc16f7bf4929"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1533ae7f740c4df3" Type="http://schemas.openxmlformats.org/officeDocument/2006/relationships/slideMaster" Target="../slideMasters/slideMaster1.xml"/><Relationship Id="R60cb5ced666f44a7" Type="http://schemas.openxmlformats.org/officeDocument/2006/relationships/image" Target="../media/image10.jpeg"/></Relationships>
</file>

<file path=ppt/slideLayouts/_rels/slideLayout12.xml.rels><?xml version='1.0' encoding='UTF-8' standalone='yes'?>
<Relationships xmlns="http://schemas.openxmlformats.org/package/2006/relationships"><Relationship Id="R040ebdfcd33b46b9" Type="http://schemas.openxmlformats.org/officeDocument/2006/relationships/image" Target="../media/image11.jpeg"/><Relationship Id="R1ad63ba374fc4f70"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564ee65a43974c59" Type="http://schemas.openxmlformats.org/officeDocument/2006/relationships/image" Target="../media/image12.jpeg"/><Relationship Id="R876b0b33d78a453d"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6089efaada394029"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21b568ebedb44b96" Type="http://schemas.openxmlformats.org/officeDocument/2006/relationships/slideMaster" Target="../slideMasters/slideMaster1.xml"/><Relationship Id="Rb77075c0e4704da2" Type="http://schemas.openxmlformats.org/officeDocument/2006/relationships/image" Target="../media/image.emf"/></Relationships>
</file>

<file path=ppt/slideLayouts/_rels/slideLayout16.xml.rels><?xml version='1.0' encoding='UTF-8' standalone='yes'?>
<Relationships xmlns="http://schemas.openxmlformats.org/package/2006/relationships"><Relationship Id="R1086eb936b4747c0" Type="http://schemas.openxmlformats.org/officeDocument/2006/relationships/image" Target="../media/image.emf"/><Relationship Id="Rf65b9382ed9f4bd8"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0e501713bad54092" Type="http://schemas.openxmlformats.org/officeDocument/2006/relationships/slideMaster" Target="../slideMasters/slideMaster1.xml"/><Relationship Id="Ra5d419af7b81463a" Type="http://schemas.openxmlformats.org/officeDocument/2006/relationships/image" Target="../media/image13.jpeg"/></Relationships>
</file>

<file path=ppt/slideLayouts/_rels/slideLayout18.xml.rels><?xml version='1.0' encoding='UTF-8' standalone='yes'?>
<Relationships xmlns="http://schemas.openxmlformats.org/package/2006/relationships"><Relationship Id="R163ff69f1f744c25" Type="http://schemas.openxmlformats.org/officeDocument/2006/relationships/image" Target="../media/image14.jpeg"/><Relationship Id="R5ca5f98963514980"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024f062d0c074892" Type="http://schemas.openxmlformats.org/officeDocument/2006/relationships/image" Target="../media/image15.jpeg"/><Relationship Id="R60f9a719fa0645e9"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1bab75785d7d47bd" Type="http://schemas.openxmlformats.org/officeDocument/2006/relationships/image" Target="../media/image16.jpeg"/><Relationship Id="R435332ffd9f94028"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196ce76533314152" Type="http://schemas.openxmlformats.org/officeDocument/2006/relationships/slideMaster" Target="../slideMasters/slideMaster1.xml"/><Relationship Id="Rf172ca26c560427d" Type="http://schemas.openxmlformats.org/officeDocument/2006/relationships/image" Target="../media/image17.jpeg"/></Relationships>
</file>

<file path=ppt/slideLayouts/_rels/slideLayout22.xml.rels><?xml version='1.0' encoding='UTF-8' standalone='yes'?>
<Relationships xmlns="http://schemas.openxmlformats.org/package/2006/relationships"><Relationship Id="R1d7c2b3a11a748dc" Type="http://schemas.openxmlformats.org/officeDocument/2006/relationships/image" Target="../media/image18.jpeg"/><Relationship Id="R81b8c0cd45824220"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34e5a99f7b3f4794" Type="http://schemas.openxmlformats.org/officeDocument/2006/relationships/image" Target="../media/image19.jpeg"/><Relationship Id="Rdb1d76a5da414636"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7a2796fafb0b42ee" Type="http://schemas.openxmlformats.org/officeDocument/2006/relationships/image" Target="../media/image20.jpeg"/><Relationship Id="Reec13946c77a42a5"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d7da5b2c91c24714" Type="http://schemas.openxmlformats.org/officeDocument/2006/relationships/image" Target="../media/image21.jpeg"/><Relationship Id="Refde02f5b0084a0b"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15bc28544d8d4b2b" Type="http://schemas.openxmlformats.org/officeDocument/2006/relationships/image" Target="../media/image22.jpeg"/><Relationship Id="R7b1cf3b7e63c4015"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7744d6a2ceb047fe" Type="http://schemas.openxmlformats.org/officeDocument/2006/relationships/image" Target="../media/image23.jpeg"/><Relationship Id="Re215a9908b8e4770"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42854125781244f7" Type="http://schemas.openxmlformats.org/officeDocument/2006/relationships/image" Target="../media/image24.jpeg"/><Relationship Id="R676fd3c26b7448e5"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4c0a322240144f62" Type="http://schemas.openxmlformats.org/officeDocument/2006/relationships/slideMaster" Target="../slideMasters/slideMaster1.xml"/><Relationship Id="R57f04893383f4a55" Type="http://schemas.openxmlformats.org/officeDocument/2006/relationships/image" Target="../media/image.emf"/><Relationship Id="Rf651a008232547b5" Type="http://schemas.openxmlformats.org/officeDocument/2006/relationships/image" Target="../media/image.png"/></Relationships>
</file>

<file path=ppt/slideLayouts/_rels/slideLayout30.xml.rels><?xml version='1.0' encoding='UTF-8' standalone='yes'?>
<Relationships xmlns="http://schemas.openxmlformats.org/package/2006/relationships"><Relationship Id="R33c26c46ad2e4780" Type="http://schemas.openxmlformats.org/officeDocument/2006/relationships/image" Target="../media/image2.png"/><Relationship Id="R95775d565672453e" Type="http://schemas.openxmlformats.org/officeDocument/2006/relationships/image" Target="../media/image.emf"/><Relationship Id="Rc073806a8fb44eb2"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ada6dbd3d8244a3a" Type="http://schemas.openxmlformats.org/officeDocument/2006/relationships/image" Target="../media/image.svg"/><Relationship Id="Rf12ba9752d784dbd" Type="http://schemas.openxmlformats.org/officeDocument/2006/relationships/image" Target="../media/image3.png"/><Relationship Id="Rf8c191d5a52342db"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40f128d768d74db6" Type="http://schemas.openxmlformats.org/officeDocument/2006/relationships/slideMaster" Target="../slideMasters/slideMaster1.xml"/><Relationship Id="R5f17030e4df54dc5" Type="http://schemas.openxmlformats.org/officeDocument/2006/relationships/image" Target="../media/image3.png"/><Relationship Id="Ra404cebaa96d4a9d" Type="http://schemas.openxmlformats.org/officeDocument/2006/relationships/image" Target="../media/image.svg"/></Relationships>
</file>

<file path=ppt/slideLayouts/_rels/slideLayout33.xml.rels><?xml version='1.0' encoding='UTF-8' standalone='yes'?>
<Relationships xmlns="http://schemas.openxmlformats.org/package/2006/relationships"><Relationship Id="R14b9834933f14358" Type="http://schemas.openxmlformats.org/officeDocument/2006/relationships/image" Target="../media/image3.png"/><Relationship Id="R94d9112ea42e4f32" Type="http://schemas.openxmlformats.org/officeDocument/2006/relationships/slideMaster" Target="../slideMasters/slideMaster1.xml"/><Relationship Id="Rbd1beec93e524f97" Type="http://schemas.openxmlformats.org/officeDocument/2006/relationships/image" Target="../media/image.svg"/></Relationships>
</file>

<file path=ppt/slideLayouts/_rels/slideLayout34.xml.rels><?xml version='1.0' encoding='UTF-8' standalone='yes'?>
<Relationships xmlns="http://schemas.openxmlformats.org/package/2006/relationships"><Relationship Id="R2d40843e6bd44651" Type="http://schemas.openxmlformats.org/officeDocument/2006/relationships/image" Target="../media/image.svg"/><Relationship Id="Rc7ac5903e2ec4e32" Type="http://schemas.openxmlformats.org/officeDocument/2006/relationships/image" Target="../media/image3.png"/><Relationship Id="Rfb01fe3d00024a02"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201dbc497ca84df5" Type="http://schemas.openxmlformats.org/officeDocument/2006/relationships/image" Target="../media/image2.svg"/><Relationship Id="R295f0ac701c9441f" Type="http://schemas.openxmlformats.org/officeDocument/2006/relationships/image" Target="../media/image4.png"/><Relationship Id="R2cf329e423124d48" Type="http://schemas.openxmlformats.org/officeDocument/2006/relationships/slideMaster" Target="../slideMasters/slideMaster1.xml"/><Relationship Id="Rfa0ecfe920f34929" Type="http://schemas.openxmlformats.org/officeDocument/2006/relationships/image" Target="../media/image.emf"/></Relationships>
</file>

<file path=ppt/slideLayouts/_rels/slideLayout36.xml.rels><?xml version='1.0' encoding='UTF-8' standalone='yes'?>
<Relationships xmlns="http://schemas.openxmlformats.org/package/2006/relationships"><Relationship Id="R9934cf3afb8249be" Type="http://schemas.openxmlformats.org/officeDocument/2006/relationships/slideMaster" Target="../slideMasters/slideMaster1.xml"/><Relationship Id="R9b5121a58fd945fa" Type="http://schemas.openxmlformats.org/officeDocument/2006/relationships/image" Target="../media/image5.png"/><Relationship Id="Raa6572c02ff544b7" Type="http://schemas.openxmlformats.org/officeDocument/2006/relationships/image" Target="../media/image3.svg"/></Relationships>
</file>

<file path=ppt/slideLayouts/_rels/slideLayout37.xml.rels><?xml version='1.0' encoding='UTF-8' standalone='yes'?>
<Relationships xmlns="http://schemas.openxmlformats.org/package/2006/relationships"><Relationship Id="R029de05897dd4889" Type="http://schemas.openxmlformats.org/officeDocument/2006/relationships/slideMaster" Target="../slideMasters/slideMaster1.xml"/><Relationship Id="R0f96f0a045704241" Type="http://schemas.openxmlformats.org/officeDocument/2006/relationships/image" Target="../media/image4.svg"/><Relationship Id="R14be868db29743f7" Type="http://schemas.openxmlformats.org/officeDocument/2006/relationships/image" Target="../media/image.emf"/><Relationship Id="R69b5661397024461" Type="http://schemas.openxmlformats.org/officeDocument/2006/relationships/image" Target="../media/image6.png"/></Relationships>
</file>

<file path=ppt/slideLayouts/_rels/slideLayout38.xml.rels><?xml version='1.0' encoding='UTF-8' standalone='yes'?>
<Relationships xmlns="http://schemas.openxmlformats.org/package/2006/relationships"><Relationship Id="R11ad7bd90f1046da" Type="http://schemas.openxmlformats.org/officeDocument/2006/relationships/image" Target="../media/image7.png"/><Relationship Id="R146f6465b42c4f60" Type="http://schemas.openxmlformats.org/officeDocument/2006/relationships/image" Target="../media/image5.svg"/><Relationship Id="Re317da8c473d41dc" Type="http://schemas.openxmlformats.org/officeDocument/2006/relationships/slideMaster" Target="../slideMasters/slideMaster1.xml"/><Relationship Id="Rf4d9869feb4d4f8f" Type="http://schemas.openxmlformats.org/officeDocument/2006/relationships/image" Target="../media/image.emf"/></Relationships>
</file>

<file path=ppt/slideLayouts/_rels/slideLayout39.xml.rels><?xml version='1.0' encoding='UTF-8' standalone='yes'?>
<Relationships xmlns="http://schemas.openxmlformats.org/package/2006/relationships"><Relationship Id="R625ac2c718924fb4"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e96b7cf5291e40a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a12f5a0789394e66"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41a0e843e484438c" Type="http://schemas.openxmlformats.org/officeDocument/2006/relationships/image" Target="../media/image3.png"/><Relationship Id="Rd6313c684a0548c3" Type="http://schemas.openxmlformats.org/officeDocument/2006/relationships/slideMaster" Target="../slideMasters/slideMaster1.xml"/><Relationship Id="Rf60d0d2125864818" Type="http://schemas.openxmlformats.org/officeDocument/2006/relationships/image" Target="../media/image.svg"/></Relationships>
</file>

<file path=ppt/slideLayouts/_rels/slideLayout43.xml.rels><?xml version='1.0' encoding='UTF-8' standalone='yes'?>
<Relationships xmlns="http://schemas.openxmlformats.org/package/2006/relationships"><Relationship Id="R6df1b40caad34659" Type="http://schemas.openxmlformats.org/officeDocument/2006/relationships/image" Target="../media/image3.png"/><Relationship Id="Rc002d4e685644eeb" Type="http://schemas.openxmlformats.org/officeDocument/2006/relationships/image" Target="../media/image.svg"/><Relationship Id="Rd21ab26c86c54d5f"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207a2e3b966f4688" Type="http://schemas.openxmlformats.org/officeDocument/2006/relationships/slideMaster" Target="../slideMasters/slideMaster1.xml"/><Relationship Id="R25dff2a059964fca" Type="http://schemas.openxmlformats.org/officeDocument/2006/relationships/image" Target="../media/image.svg"/><Relationship Id="R5bfab2d6eaee4087" Type="http://schemas.openxmlformats.org/officeDocument/2006/relationships/image" Target="../media/image3.png"/></Relationships>
</file>

<file path=ppt/slideLayouts/_rels/slideLayout45.xml.rels><?xml version='1.0' encoding='UTF-8' standalone='yes'?>
<Relationships xmlns="http://schemas.openxmlformats.org/package/2006/relationships"><Relationship Id="Ra2e0e68b3c0b4612" Type="http://schemas.openxmlformats.org/officeDocument/2006/relationships/image" Target="../media/image3.png"/><Relationship Id="Rbff03dc5d8ed4fad" Type="http://schemas.openxmlformats.org/officeDocument/2006/relationships/slideMaster" Target="../slideMasters/slideMaster1.xml"/><Relationship Id="Rd3b1c3785c6e48b9" Type="http://schemas.openxmlformats.org/officeDocument/2006/relationships/image" Target="../media/image.svg"/></Relationships>
</file>

<file path=ppt/slideLayouts/_rels/slideLayout46.xml.rels><?xml version='1.0' encoding='UTF-8' standalone='yes'?>
<Relationships xmlns="http://schemas.openxmlformats.org/package/2006/relationships"><Relationship Id="R1da3a077184a4218" Type="http://schemas.openxmlformats.org/officeDocument/2006/relationships/slideMaster" Target="../slideMasters/slideMaster1.xml"/><Relationship Id="Rb52ec1f007c747f4" Type="http://schemas.openxmlformats.org/officeDocument/2006/relationships/image" Target="../media/image.svg"/><Relationship Id="Rf45cb2bd28974ed3" Type="http://schemas.openxmlformats.org/officeDocument/2006/relationships/image" Target="../media/image3.png"/></Relationships>
</file>

<file path=ppt/slideLayouts/_rels/slideLayout47.xml.rels><?xml version='1.0' encoding='UTF-8' standalone='yes'?>
<Relationships xmlns="http://schemas.openxmlformats.org/package/2006/relationships"><Relationship Id="R44152877c1db40ee" Type="http://schemas.openxmlformats.org/officeDocument/2006/relationships/image" Target="../media/image3.png"/><Relationship Id="R5585fd4f477d46b0" Type="http://schemas.openxmlformats.org/officeDocument/2006/relationships/image" Target="../media/image.svg"/><Relationship Id="R7cd5b2062221457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3b9fc9d38a584b2f" Type="http://schemas.openxmlformats.org/officeDocument/2006/relationships/image" Target="../media/image3.png"/><Relationship Id="R938b64bc60b949f0" Type="http://schemas.openxmlformats.org/officeDocument/2006/relationships/image" Target="../media/image.svg"/><Relationship Id="Re4c957abc2bd4ac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3b11686352e94f52" Type="http://schemas.openxmlformats.org/officeDocument/2006/relationships/image" Target="../media/image3.png"/><Relationship Id="R4865a3783c024a72" Type="http://schemas.openxmlformats.org/officeDocument/2006/relationships/slideMaster" Target="../slideMasters/slideMaster1.xml"/><Relationship Id="Ref688e29afd34bae" Type="http://schemas.openxmlformats.org/officeDocument/2006/relationships/image" Target="../media/image.svg"/></Relationships>
</file>

<file path=ppt/slideLayouts/_rels/slideLayout50.xml.rels><?xml version='1.0' encoding='UTF-8' standalone='yes'?>
<Relationships xmlns="http://schemas.openxmlformats.org/package/2006/relationships"><Relationship Id="R1b0ce1dab68742c2" Type="http://schemas.openxmlformats.org/officeDocument/2006/relationships/image" Target="../media/image3.png"/><Relationship Id="R3edbf816671d4c37" Type="http://schemas.openxmlformats.org/officeDocument/2006/relationships/image" Target="../media/image.emf"/><Relationship Id="R620c690390984171" Type="http://schemas.openxmlformats.org/officeDocument/2006/relationships/image" Target="../media/image.svg"/><Relationship Id="R63769d1491f34166"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1611bdf2303a44c6" Type="http://schemas.openxmlformats.org/officeDocument/2006/relationships/image" Target="../media/image8.png"/><Relationship Id="R1beab365ba334051" Type="http://schemas.openxmlformats.org/officeDocument/2006/relationships/image" Target="../media/image6.svg"/><Relationship Id="R1e405ff62ec74c0e"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97a157fb3888482c" Type="http://schemas.openxmlformats.org/officeDocument/2006/relationships/image" Target="../media/image7.svg"/><Relationship Id="Rd8be11f7054b4ec7" Type="http://schemas.openxmlformats.org/officeDocument/2006/relationships/image" Target="../media/image9.png"/><Relationship Id="Re535b977c2584e49"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280238290bfc45f6" Type="http://schemas.openxmlformats.org/officeDocument/2006/relationships/image" Target="../media/image7.svg"/><Relationship Id="R501934d4b88d4bb5" Type="http://schemas.openxmlformats.org/officeDocument/2006/relationships/image" Target="../media/image9.png"/><Relationship Id="Re84f450ad89e424b"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11b866501a6f486e" Type="http://schemas.openxmlformats.org/officeDocument/2006/relationships/image" Target="../media/image7.svg"/><Relationship Id="R7e186bd8563c417f" Type="http://schemas.openxmlformats.org/officeDocument/2006/relationships/image" Target="../media/image9.png"/><Relationship Id="Rb253e05354d2405b"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59b40a98ee21455b"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7d6193e3d18847a3"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a47b4c84cd744abc" Type="http://schemas.openxmlformats.org/officeDocument/2006/relationships/slideMaster" Target="../slideMasters/slideMaster1.xml"/></Relationships>
</file>

<file path=ppt/slideLayouts/_rels/slideLayout58.xml.rels><?xml version='1.0' encoding='UTF-8' standalone='yes'?>
<Relationships xmlns="http://schemas.openxmlformats.org/package/2006/relationships"><Relationship Id="Rfb18a374f7654cd3" Type="http://schemas.openxmlformats.org/officeDocument/2006/relationships/slideMaster" Target="../slideMasters/slideMaster1.xml"/></Relationships>
</file>

<file path=ppt/slideLayouts/_rels/slideLayout59.xml.rels><?xml version='1.0' encoding='UTF-8' standalone='yes'?>
<Relationships xmlns="http://schemas.openxmlformats.org/package/2006/relationships"><Relationship Id="R7a3001639c3149c5" Type="http://schemas.openxmlformats.org/officeDocument/2006/relationships/slideMaster" Target="../slideMasters/slideMaster1.xml"/></Relationships>
</file>

<file path=ppt/slideLayouts/_rels/slideLayout60.xml.rels><?xml version='1.0' encoding='UTF-8' standalone='yes'?>
<Relationships xmlns="http://schemas.openxmlformats.org/package/2006/relationships"><Relationship Id="R9f5dea0c634f4ffe" Type="http://schemas.openxmlformats.org/officeDocument/2006/relationships/slideMaster" Target="../slideMasters/slideMaster1.xml"/></Relationships>
</file>

<file path=ppt/slideLayouts/_rels/slideLayout61.xml.rels><?xml version='1.0' encoding='UTF-8' standalone='yes'?>
<Relationships xmlns="http://schemas.openxmlformats.org/package/2006/relationships"><Relationship Id="Rcb7ffd7bb2224993" Type="http://schemas.openxmlformats.org/officeDocument/2006/relationships/slideMaster" Target="../slideMasters/slideMaster1.xml"/></Relationships>
</file>

<file path=ppt/slideLayouts/_rels/slideLayout62.xml.rels><?xml version='1.0' encoding='UTF-8' standalone='yes'?>
<Relationships xmlns="http://schemas.openxmlformats.org/package/2006/relationships"><Relationship Id="R0542447c6746408d" Type="http://schemas.openxmlformats.org/officeDocument/2006/relationships/slideMaster" Target="../slideMasters/slideMaster1.xml"/></Relationships>
</file>

<file path=ppt/slideLayouts/_rels/slideLayout63.xml.rels><?xml version='1.0' encoding='UTF-8' standalone='yes'?>
<Relationships xmlns="http://schemas.openxmlformats.org/package/2006/relationships"><Relationship Id="Ref66fd0321124bdc" Type="http://schemas.openxmlformats.org/officeDocument/2006/relationships/slideMaster" Target="../slideMasters/slideMaster1.xml"/></Relationships>
</file>

<file path=ppt/slideLayouts/_rels/slideLayout64.xml.rels><?xml version='1.0' encoding='UTF-8' standalone='yes'?>
<Relationships xmlns="http://schemas.openxmlformats.org/package/2006/relationships"><Relationship Id="Rd1c74e44849a4c4f" Type="http://schemas.openxmlformats.org/officeDocument/2006/relationships/slideMaster" Target="../slideMasters/slideMaster1.xml"/></Relationships>
</file>

<file path=ppt/slideLayouts/_rels/slideLayout65.xml.rels><?xml version='1.0' encoding='UTF-8' standalone='yes'?>
<Relationships xmlns="http://schemas.openxmlformats.org/package/2006/relationships"><Relationship Id="R9c5478081fc44b43" Type="http://schemas.openxmlformats.org/officeDocument/2006/relationships/slideMaster" Target="../slideMasters/slideMaster1.xml"/></Relationships>
</file>

<file path=ppt/slideLayouts/_rels/slideLayout66.xml.rels><?xml version='1.0' encoding='UTF-8' standalone='yes'?>
<Relationships xmlns="http://schemas.openxmlformats.org/package/2006/relationships"><Relationship Id="R805a161e7f9b41b6" Type="http://schemas.openxmlformats.org/officeDocument/2006/relationships/slideMaster" Target="../slideMasters/slideMaster1.xml"/></Relationships>
</file>

<file path=ppt/slideLayouts/_rels/slideLayout67.xml.rels><?xml version='1.0' encoding='UTF-8' standalone='yes'?>
<Relationships xmlns="http://schemas.openxmlformats.org/package/2006/relationships"><Relationship Id="R5d0b885d5f17479c" Type="http://schemas.openxmlformats.org/officeDocument/2006/relationships/slideMaster" Target="../slideMasters/slideMaster1.xml"/></Relationships>
</file>

<file path=ppt/slideLayouts/_rels/slideLayout68.xml.rels><?xml version='1.0' encoding='UTF-8' standalone='yes'?>
<Relationships xmlns="http://schemas.openxmlformats.org/package/2006/relationships"><Relationship Id="R64e925052dd84a2e" Type="http://schemas.openxmlformats.org/officeDocument/2006/relationships/slideMaster" Target="../slideMasters/slideMaster1.xml"/></Relationships>
</file>

<file path=ppt/slideLayouts/_rels/slideLayout69.xml.rels><?xml version='1.0' encoding='UTF-8' standalone='yes'?>
<Relationships xmlns="http://schemas.openxmlformats.org/package/2006/relationships"><Relationship Id="Rdb6c2d1d3d7140f9" Type="http://schemas.openxmlformats.org/officeDocument/2006/relationships/slideMaster" Target="../slideMasters/slideMaster1.xml"/></Relationships>
</file>

<file path=ppt/slideLayouts/_rels/slideLayout70.xml.rels><?xml version='1.0' encoding='UTF-8' standalone='yes'?>
<Relationships xmlns="http://schemas.openxmlformats.org/package/2006/relationships"><Relationship Id="Refd9a608dba14afc" Type="http://schemas.openxmlformats.org/officeDocument/2006/relationships/slideMaster" Target="../slideMasters/slideMaster1.xml"/></Relationships>
</file>

<file path=ppt/slideLayouts/_rels/slideLayout71.xml.rels><?xml version='1.0' encoding='UTF-8' standalone='yes'?>
<Relationships xmlns="http://schemas.openxmlformats.org/package/2006/relationships"><Relationship Id="Rffd007488b814f4d" Type="http://schemas.openxmlformats.org/officeDocument/2006/relationships/slideMaster" Target="../slideMasters/slideMaster1.xml"/></Relationships>
</file>

<file path=ppt/slideLayouts/_rels/slideLayout72.xml.rels><?xml version='1.0' encoding='UTF-8' standalone='yes'?>
<Relationships xmlns="http://schemas.openxmlformats.org/package/2006/relationships"><Relationship Id="Rff6c61ba07ec4c11" Type="http://schemas.openxmlformats.org/officeDocument/2006/relationships/slideMaster" Target="../slideMasters/slideMaster1.xml"/></Relationships>
</file>

<file path=ppt/slideLayouts/_rels/slideLayout73.xml.rels><?xml version='1.0' encoding='UTF-8' standalone='yes'?>
<Relationships xmlns="http://schemas.openxmlformats.org/package/2006/relationships"><Relationship Id="Reed74e171de54e4e" Type="http://schemas.openxmlformats.org/officeDocument/2006/relationships/slideMaster" Target="../slideMasters/slideMaster1.xml"/></Relationships>
</file>

<file path=ppt/slideLayouts/_rels/slideLayout74.xml.rels><?xml version='1.0' encoding='UTF-8' standalone='yes'?>
<Relationships xmlns="http://schemas.openxmlformats.org/package/2006/relationships"><Relationship Id="R02264d0081fc4b47" Type="http://schemas.openxmlformats.org/officeDocument/2006/relationships/slideMaster" Target="../slideMasters/slideMaster1.xml"/></Relationships>
</file>

<file path=ppt/slideLayouts/_rels/slideLayout75.xml.rels><?xml version='1.0' encoding='UTF-8' standalone='yes'?>
<Relationships xmlns="http://schemas.openxmlformats.org/package/2006/relationships"><Relationship Id="Rff142275ba5242be" Type="http://schemas.openxmlformats.org/officeDocument/2006/relationships/slideMaster" Target="../slideMasters/slideMaster1.xml"/></Relationships>
</file>

<file path=ppt/slideLayouts/_rels/slideLayout76.xml.rels><?xml version='1.0' encoding='UTF-8' standalone='yes'?>
<Relationships xmlns="http://schemas.openxmlformats.org/package/2006/relationships"><Relationship Id="Re13e263581ca461c" Type="http://schemas.openxmlformats.org/officeDocument/2006/relationships/slideMaster" Target="../slideMasters/slideMaster1.xml"/></Relationships>
</file>

<file path=ppt/slideLayouts/_rels/slideLayout77.xml.rels><?xml version='1.0' encoding='UTF-8' standalone='yes'?>
<Relationships xmlns="http://schemas.openxmlformats.org/package/2006/relationships"><Relationship Id="Rabdd57320c08472a" Type="http://schemas.openxmlformats.org/officeDocument/2006/relationships/slideMaster" Target="../slideMasters/slideMaster1.xml"/></Relationships>
</file>

<file path=ppt/slideLayouts/_rels/slideLayout78.xml.rels><?xml version='1.0' encoding='UTF-8' standalone='yes'?>
<Relationships xmlns="http://schemas.openxmlformats.org/package/2006/relationships"><Relationship Id="Rc700e523b12f4bde" Type="http://schemas.openxmlformats.org/officeDocument/2006/relationships/slideMaster" Target="../slideMasters/slideMaster1.xml"/></Relationships>
</file>

<file path=ppt/slideLayouts/_rels/slideLayout79.xml.rels><?xml version='1.0' encoding='UTF-8' standalone='yes'?>
<Relationships xmlns="http://schemas.openxmlformats.org/package/2006/relationships"><Relationship Id="R2aaa9c4a881346f3" Type="http://schemas.openxmlformats.org/officeDocument/2006/relationships/slideMaster" Target="../slideMasters/slideMaster1.xml"/></Relationships>
</file>

<file path=ppt/slideLayouts/_rels/slideLayout80.xml.rels><?xml version='1.0' encoding='UTF-8' standalone='yes'?>
<Relationships xmlns="http://schemas.openxmlformats.org/package/2006/relationships"><Relationship Id="Rea143e50692344af" Type="http://schemas.openxmlformats.org/officeDocument/2006/relationships/slideMaster" Target="../slideMasters/slideMaster1.xml"/></Relationships>
</file>

<file path=ppt/slideLayouts/_rels/slideLayout81.xml.rels><?xml version='1.0' encoding='UTF-8' standalone='yes'?>
<Relationships xmlns="http://schemas.openxmlformats.org/package/2006/relationships"><Relationship Id="R1534f65239ce435b" Type="http://schemas.openxmlformats.org/officeDocument/2006/relationships/slideMaster" Target="../slideMasters/slideMaster1.xml"/><Relationship Id="R2eb7aaf0165e4c16" Type="http://schemas.openxmlformats.org/officeDocument/2006/relationships/image" Target="../media/image.emf"/></Relationships>
</file>

<file path=ppt/slideLayouts/_rels/slideLayout82.xml.rels><?xml version='1.0' encoding='UTF-8' standalone='yes'?>
<Relationships xmlns="http://schemas.openxmlformats.org/package/2006/relationships"><Relationship Id="R9677c14ba0a8460c" Type="http://schemas.openxmlformats.org/officeDocument/2006/relationships/slideMaster" Target="../slideMasters/slideMaster1.xml"/><Relationship Id="Rfe3bb712bef04a3a" Type="http://schemas.openxmlformats.org/officeDocument/2006/relationships/image" Target="../media/image.emf"/></Relationships>
</file>

<file path=ppt/slideLayouts/_rels/slideLayout83.xml.rels><?xml version='1.0' encoding='UTF-8' standalone='yes'?>
<Relationships xmlns="http://schemas.openxmlformats.org/package/2006/relationships"><Relationship Id="R5e0f8cfefc4446d8" Type="http://schemas.openxmlformats.org/officeDocument/2006/relationships/slideMaster" Target="../slideMasters/slideMaster1.xml"/></Relationships>
</file>

<file path=ppt/slideLayouts/_rels/slideLayout84.xml.rels><?xml version='1.0' encoding='UTF-8' standalone='yes'?>
<Relationships xmlns="http://schemas.openxmlformats.org/package/2006/relationships"><Relationship Id="Rb63f0c142093478b" Type="http://schemas.openxmlformats.org/officeDocument/2006/relationships/slideMaster" Target="../slideMasters/slideMaster1.xml"/></Relationships>
</file>

<file path=ppt/slideLayouts/_rels/slideLayout85.xml.rels><?xml version='1.0' encoding='UTF-8' standalone='yes'?>
<Relationships xmlns="http://schemas.openxmlformats.org/package/2006/relationships"><Relationship Id="Re3941c79f3034d98" Type="http://schemas.openxmlformats.org/officeDocument/2006/relationships/slideMaster" Target="../slideMasters/slideMaster1.xml"/></Relationships>
</file>

<file path=ppt/slideLayouts/_rels/slideLayout86.xml.rels><?xml version='1.0' encoding='UTF-8' standalone='yes'?>
<Relationships xmlns="http://schemas.openxmlformats.org/package/2006/relationships"><Relationship Id="Rcaef923a5fda447c" Type="http://schemas.openxmlformats.org/officeDocument/2006/relationships/slideMaster" Target="../slideMasters/slideMaster1.xml"/></Relationships>
</file>

<file path=ppt/slideLayouts/_rels/slideLayout87.xml.rels><?xml version='1.0' encoding='UTF-8' standalone='yes'?>
<Relationships xmlns="http://schemas.openxmlformats.org/package/2006/relationships"><Relationship Id="Rdd09d5ad525548f5" Type="http://schemas.openxmlformats.org/officeDocument/2006/relationships/slideMaster" Target="../slideMasters/slideMaster1.xml"/></Relationships>
</file>

<file path=ppt/slideLayouts/_rels/slideLayout88.xml.rels><?xml version='1.0' encoding='UTF-8' standalone='yes'?>
<Relationships xmlns="http://schemas.openxmlformats.org/package/2006/relationships"><Relationship Id="R641c5130db1744ce" Type="http://schemas.openxmlformats.org/officeDocument/2006/relationships/slideMaster" Target="../slideMasters/slideMaster1.xml"/></Relationships>
</file>

<file path=ppt/slideLayouts/_rels/slideLayout89.xml.rels><?xml version='1.0' encoding='UTF-8' standalone='yes'?>
<Relationships xmlns="http://schemas.openxmlformats.org/package/2006/relationships"><Relationship Id="Rbeec531b5b8c4db5" Type="http://schemas.openxmlformats.org/officeDocument/2006/relationships/slideMaster" Target="../slideMasters/slideMaster1.xml"/></Relationships>
</file>

<file path=ppt/slideLayouts/_rels/slideLayout90.xml.rels><?xml version='1.0' encoding='UTF-8' standalone='yes'?>
<Relationships xmlns="http://schemas.openxmlformats.org/package/2006/relationships"><Relationship Id="Rcafdbd3843164bab" Type="http://schemas.openxmlformats.org/officeDocument/2006/relationships/slideMaster" Target="../slideMasters/slideMaster1.xml"/></Relationships>
</file>

<file path=ppt/slideLayouts/_rels/slideLayout91.xml.rels><?xml version='1.0' encoding='UTF-8' standalone='yes'?>
<Relationships xmlns="http://schemas.openxmlformats.org/package/2006/relationships"><Relationship Id="Rf798bc0cfae54e84" Type="http://schemas.openxmlformats.org/officeDocument/2006/relationships/slideMaster" Target="../slideMasters/slideMaster1.xml"/></Relationships>
</file>

<file path=ppt/slideLayouts/_rels/slideLayout92.xml.rels><?xml version='1.0' encoding='UTF-8' standalone='yes'?>
<Relationships xmlns="http://schemas.openxmlformats.org/package/2006/relationships"><Relationship Id="R1da878ca22414ba8" Type="http://schemas.openxmlformats.org/officeDocument/2006/relationships/slideMaster" Target="../slideMasters/slideMaster1.xml"/></Relationships>
</file>

<file path=ppt/slideLayouts/_rels/slideLayout93.xml.rels><?xml version='1.0' encoding='UTF-8' standalone='yes'?>
<Relationships xmlns="http://schemas.openxmlformats.org/package/2006/relationships"><Relationship Id="R9605e1b407a2456c" Type="http://schemas.openxmlformats.org/officeDocument/2006/relationships/slideMaster" Target="../slideMasters/slideMaster1.xml"/></Relationships>
</file>

<file path=ppt/slideLayouts/_rels/slideLayout94.xml.rels><?xml version='1.0' encoding='UTF-8' standalone='yes'?>
<Relationships xmlns="http://schemas.openxmlformats.org/package/2006/relationships"><Relationship Id="R17705690c90f49b7" Type="http://schemas.openxmlformats.org/officeDocument/2006/relationships/slideMaster" Target="../slideMasters/slideMaster1.xml"/></Relationships>
</file>

<file path=ppt/slideLayouts/_rels/slideLayout95.xml.rels><?xml version='1.0' encoding='UTF-8' standalone='yes'?>
<Relationships xmlns="http://schemas.openxmlformats.org/package/2006/relationships"><Relationship Id="R63ce89003105474e" Type="http://schemas.openxmlformats.org/officeDocument/2006/relationships/slideMaster" Target="../slideMasters/slideMaster1.xml"/></Relationships>
</file>

<file path=ppt/slideLayouts/_rels/slideLayout96.xml.rels><?xml version='1.0' encoding='UTF-8' standalone='yes'?>
<Relationships xmlns="http://schemas.openxmlformats.org/package/2006/relationships"><Relationship Id="R530682792fd94fbf" Type="http://schemas.openxmlformats.org/officeDocument/2006/relationships/slideMaster" Target="../slideMasters/slideMaster1.xml"/></Relationships>
</file>

<file path=ppt/slideLayouts/_rels/slideLayout97.xml.rels><?xml version='1.0' encoding='UTF-8' standalone='yes'?>
<Relationships xmlns="http://schemas.openxmlformats.org/package/2006/relationships"><Relationship Id="Rea74204eec9e4573" Type="http://schemas.openxmlformats.org/officeDocument/2006/relationships/slideMaster" Target="../slideMasters/slideMaster1.xml"/></Relationships>
</file>

<file path=ppt/slideLayouts/_rels/slideLayout98.xml.rels><?xml version='1.0' encoding='UTF-8' standalone='yes'?>
<Relationships xmlns="http://schemas.openxmlformats.org/package/2006/relationships"><Relationship Id="R1531f86cb6274cc7" Type="http://schemas.openxmlformats.org/officeDocument/2006/relationships/slideMaster" Target="../slideMasters/slideMaster1.xml"/><Relationship Id="R6a85155f397c401c" Type="http://schemas.openxmlformats.org/officeDocument/2006/relationships/image" Target="../media/image10.png"/></Relationships>
</file>

<file path=ppt/slideLayouts/_rels/slideLayout99.xml.rels><?xml version='1.0' encoding='UTF-8' standalone='yes'?>
<Relationships xmlns="http://schemas.openxmlformats.org/package/2006/relationships"><Relationship Id="R3d57d93c593a416b" Type="http://schemas.openxmlformats.org/officeDocument/2006/relationships/image" Target="../media/image10.png"/><Relationship Id="Rd8ce71e901084aa7" Type="http://schemas.openxmlformats.org/officeDocument/2006/relationships/slideMaster" Target="../slideMasters/slideMaster1.xml"/></Relationships>
</file>

<file path=ppt/slideLayouts/_rels/slideLayout100.xml.rels><?xml version='1.0' encoding='UTF-8' standalone='yes'?>
<Relationships xmlns="http://schemas.openxmlformats.org/package/2006/relationships"><Relationship Id="R3678cadefc6444f1" Type="http://schemas.openxmlformats.org/officeDocument/2006/relationships/image" Target="../media/image6.svg"/><Relationship Id="R469c7b94166b4843" Type="http://schemas.openxmlformats.org/officeDocument/2006/relationships/image" Target="../media/image.emf"/><Relationship Id="R7cea9ebb49c8482b" Type="http://schemas.openxmlformats.org/officeDocument/2006/relationships/image" Target="../media/image8.png"/><Relationship Id="Rea408a25aa784a4e" Type="http://schemas.openxmlformats.org/officeDocument/2006/relationships/slideMaster" Target="../slideMasters/slideMaster1.xml"/></Relationships>
</file>

<file path=ppt/slideLayouts/_rels/slideLayout101.xml.rels><?xml version='1.0' encoding='UTF-8' standalone='yes'?>
<Relationships xmlns="http://schemas.openxmlformats.org/package/2006/relationships"><Relationship Id="R1729eca5e8d14c0a" Type="http://schemas.openxmlformats.org/officeDocument/2006/relationships/image" Target="../media/image6.svg"/><Relationship Id="R47a9b835d4e04ce7" Type="http://schemas.openxmlformats.org/officeDocument/2006/relationships/image" Target="../media/image8.png"/><Relationship Id="R97c306ac832849ca" Type="http://schemas.openxmlformats.org/officeDocument/2006/relationships/slideMaster" Target="../slideMasters/slideMaster1.xml"/><Relationship Id="Rf4aa6ef8131e481a" Type="http://schemas.openxmlformats.org/officeDocument/2006/relationships/image" Target="../media/image.emf"/></Relationships>
</file>

<file path=ppt/slideLayouts/_rels/slideLayout102.xml.rels><?xml version='1.0' encoding='UTF-8' standalone='yes'?>
<Relationships xmlns="http://schemas.openxmlformats.org/package/2006/relationships"><Relationship Id="Rf4ce8787e3f148ce" Type="http://schemas.openxmlformats.org/officeDocument/2006/relationships/slideMaster" Target="../slideMasters/slideMaster1.xml"/></Relationships>
</file>

<file path=ppt/slideLayouts/_rels/slideLayout103.xml.rels><?xml version='1.0' encoding='UTF-8' standalone='yes'?>
<Relationships xmlns="http://schemas.openxmlformats.org/package/2006/relationships"><Relationship Id="R03c06be225d64bad" Type="http://schemas.openxmlformats.org/officeDocument/2006/relationships/slideMaster" Target="../slideMasters/slideMaster1.xml"/></Relationships>
</file>

<file path=ppt/slideLayouts/_rels/slideLayout104.xml.rels><?xml version='1.0' encoding='UTF-8' standalone='yes'?>
<Relationships xmlns="http://schemas.openxmlformats.org/package/2006/relationships"><Relationship Id="Ra3d2d431be9e47fe" Type="http://schemas.openxmlformats.org/officeDocument/2006/relationships/slideMaster" Target="../slideMasters/slideMaster1.xml"/></Relationships>
</file>

<file path=ppt/slideLayouts/_rels/slideLayout105.xml.rels><?xml version='1.0' encoding='UTF-8' standalone='yes'?>
<Relationships xmlns="http://schemas.openxmlformats.org/package/2006/relationships"><Relationship Id="Rab8a21b571f94861" Type="http://schemas.openxmlformats.org/officeDocument/2006/relationships/slideMaster" Target="../slideMasters/slideMaster1.xml"/></Relationships>
</file>

<file path=ppt/slideLayouts/_rels/slideLayout106.xml.rels><?xml version='1.0' encoding='UTF-8' standalone='yes'?>
<Relationships xmlns="http://schemas.openxmlformats.org/package/2006/relationships"><Relationship Id="R274e175ca49d4ae3" Type="http://schemas.openxmlformats.org/officeDocument/2006/relationships/slideMaster" Target="../slideMasters/slideMaster1.xml"/></Relationships>
</file>

<file path=ppt/slideLayouts/_rels/slideLayout107.xml.rels><?xml version='1.0' encoding='UTF-8' standalone='yes'?>
<Relationships xmlns="http://schemas.openxmlformats.org/package/2006/relationships"><Relationship Id="Rc595ea587ae54db6" Type="http://schemas.openxmlformats.org/officeDocument/2006/relationships/slideMaster" Target="../slideMasters/slideMaster1.xml"/></Relationships>
</file>

<file path=ppt/slideLayouts/_rels/slideLayout108.xml.rels><?xml version='1.0' encoding='UTF-8' standalone='yes'?>
<Relationships xmlns="http://schemas.openxmlformats.org/package/2006/relationships"><Relationship Id="Rf2c3f95a7f394f3d" Type="http://schemas.openxmlformats.org/officeDocument/2006/relationships/slideMaster" Target="../slideMasters/slideMaster1.xml"/><Relationship Id="Rfd3c826072b54b58" Type="http://schemas.openxmlformats.org/officeDocument/2006/relationships/image" Target="../media/image25.jpeg"/></Relationships>
</file>

<file path=ppt/slideLayouts/_rels/slideLayout109.xml.rels><?xml version='1.0' encoding='UTF-8' standalone='yes'?>
<Relationships xmlns="http://schemas.openxmlformats.org/package/2006/relationships"><Relationship Id="R232c63612ede4020" Type="http://schemas.openxmlformats.org/officeDocument/2006/relationships/slideMaster" Target="../slideMasters/slideMaster1.xml"/><Relationship Id="Rdc6c5b4cdd75492c" Type="http://schemas.openxmlformats.org/officeDocument/2006/relationships/image" Target="../media/image26.jpeg"/></Relationships>
</file>

<file path=ppt/slideLayouts/_rels/slideLayout110.xml.rels><?xml version='1.0' encoding='UTF-8' standalone='yes'?>
<Relationships xmlns="http://schemas.openxmlformats.org/package/2006/relationships"><Relationship Id="R6e6c1e47706c4a20" Type="http://schemas.openxmlformats.org/officeDocument/2006/relationships/slideMaster" Target="../slideMasters/slideMaster1.xml"/><Relationship Id="Rb88485aadecb4f57" Type="http://schemas.openxmlformats.org/officeDocument/2006/relationships/image" Target="../media/image27.jpeg"/></Relationships>
</file>

<file path=ppt/slideLayouts/_rels/slideLayout111.xml.rels><?xml version='1.0' encoding='UTF-8' standalone='yes'?>
<Relationships xmlns="http://schemas.openxmlformats.org/package/2006/relationships"><Relationship Id="R5c68e2a35c0042c8" Type="http://schemas.openxmlformats.org/officeDocument/2006/relationships/image" Target="../media/image28.jpeg"/><Relationship Id="Rd21724ce875b4344" Type="http://schemas.openxmlformats.org/officeDocument/2006/relationships/slideMaster" Target="../slideMasters/slideMaster1.xml"/></Relationships>
</file>

<file path=ppt/slideLayouts/_rels/slideLayout112.xml.rels><?xml version='1.0' encoding='UTF-8' standalone='yes'?>
<Relationships xmlns="http://schemas.openxmlformats.org/package/2006/relationships"><Relationship Id="Re80588dd5f3148eb" Type="http://schemas.openxmlformats.org/officeDocument/2006/relationships/slideMaster" Target="../slideMasters/slideMaster1.xml"/></Relationships>
</file>

<file path=ppt/slideLayouts/_rels/slideLayout113.xml.rels><?xml version='1.0' encoding='UTF-8' standalone='yes'?>
<Relationships xmlns="http://schemas.openxmlformats.org/package/2006/relationships"><Relationship Id="R2935cac2b04448c0" Type="http://schemas.openxmlformats.org/officeDocument/2006/relationships/slideMaster" Target="../slideMasters/slideMaster1.xml"/></Relationships>
</file>

<file path=ppt/slideLayouts/_rels/slideLayout114.xml.rels><?xml version='1.0' encoding='UTF-8' standalone='yes'?>
<Relationships xmlns="http://schemas.openxmlformats.org/package/2006/relationships"><Relationship Id="R9d26f1a975294fca" Type="http://schemas.openxmlformats.org/officeDocument/2006/relationships/slideMaster" Target="../slideMasters/slideMaster1.xml"/></Relationships>
</file>

<file path=ppt/slideLayouts/slideLayout1.xml><?xml version="1.0" encoding="utf-8"?>
<p:sldLayout xmlns:p="http://schemas.openxmlformats.org/presentationml/2006/main" preserve="1" userDrawn="1">
  <p:cSld name="Dark - Title_Pillar">
    <p:bg>
      <p:bgPr>
        <a:blipFill xmlns:a="http://schemas.openxmlformats.org/drawingml/2006/main" rotWithShape="1">
          <a:blip xmlns:r="http://schemas.openxmlformats.org/officeDocument/2006/relationships" r:embed="Ree97fd0e020943e8">
            <a:lum/>
          </a:blip>
          <a:srcRect l="0" t="0" r="0" b="0"/>
          <a:stretch>
            <a:fillRect l="0" t="0" r="0" b="0"/>
          </a:stretch>
        </a:blipFill>
      </p:bgPr>
    </p:bg>
    <p:spTree>
      <p:nvGrpSpPr>
        <p:cNvPr id="1" name=""/>
        <p:cNvGrpSpPr/>
        <p:nvPr/>
      </p:nvGrpSpPr>
      <p:grpSpPr>
        <a:xfrm xmlns:a="http://schemas.openxmlformats.org/drawingml/2006/main"/>
      </p:grpSpPr>
      <p:sp>
        <p:nvSpPr>
          <p:cNvPr id="24" name="Title">
            <a:extLst xmlns:a="http://schemas.openxmlformats.org/drawingml/2006/main">
              <a:ext uri="{FF2B5EF4-FFF2-40B4-BE49-F238E27FC236}">
                <a16:creationId xmlns:a16="http://schemas.microsoft.com/office/drawing/2014/main" id="{461BB5F1-8825-7944-96EB-8445317513F5}"/>
              </a:ext>
            </a:extLst>
          </p:cNvPr>
          <p:cNvSpPr>
            <a:spLocks xmlns:a="http://schemas.openxmlformats.org/drawingml/2006/main" noGrp="1"/>
          </p:cNvSpPr>
          <p:nvPr>
            <p:ph type="ctrTitle" idx="0" hasCustomPrompt="1"/>
          </p:nvPr>
        </p:nvSpPr>
        <p:spPr>
          <a:xfrm xmlns:a="http://schemas.openxmlformats.org/drawingml/2006/main">
            <a:off x="792538" y="2148840"/>
            <a:ext cx="6400800" cy="1280160"/>
          </a:xfrm>
          <a:prstGeom xmlns:a="http://schemas.openxmlformats.org/drawingml/2006/main" prst="rect">
            <a:avLst/>
          </a:prstGeom>
          <a:noFill xmlns:a="http://schemas.openxmlformats.org/drawingml/2006/main"/>
        </p:spPr>
        <p:txBody>
          <a:bodyPr xmlns:a="http://schemas.openxmlformats.org/drawingml/2006/main" vert="horz" wrap="square" lIns="0" tIns="0" rIns="0" bIns="91440" anchor="b">
            <a:noAutofit/>
          </a:bodyPr>
          <a:lstStyle xmlns:a="http://schemas.openxmlformats.org/drawingml/2006/main">
            <a:lvl1pPr>
              <a:lnSpc>
                <a:spcPct val="100000"/>
              </a:lnSpc>
              <a:buNone/>
              <a:defRPr sz="4000" b="1" i="0">
                <a:latin typeface="Oracle Sans Tab"/>
                <a:ea typeface="Oracle Sans Tab"/>
                <a:cs typeface="Oracle Sans Tab"/>
              </a:defRPr>
            </a:lvl1pPr>
          </a:lstStyle>
          <a:p xmlns:a="http://schemas.openxmlformats.org/drawingml/2006/main">
            <a:pPr>
              <a:lnSpc>
                <a:spcPct val="100000"/>
              </a:lnSpc>
              <a:buNone/>
            </a:pPr>
            <a:r>
              <a:t>Title (up to two lines) </a:t>
            </a:r>
            <a:br/>
            <a:r>
              <a:t>Oracle Sans Tab Bold</a:t>
            </a:r>
          </a:p>
        </p:txBody>
      </p:sp>
      <p:sp>
        <p:nvSpPr>
          <p:cNvPr id="25" name="Subhead">
            <a:extLst xmlns:a="http://schemas.openxmlformats.org/drawingml/2006/main">
              <a:ext uri="{FF2B5EF4-FFF2-40B4-BE49-F238E27FC236}">
                <a16:creationId xmlns:a16="http://schemas.microsoft.com/office/drawing/2014/main" id="{DE85AE1C-733D-7244-A6DA-C3ADBC76ED0C}"/>
              </a:ext>
            </a:extLst>
          </p:cNvPr>
          <p:cNvSpPr>
            <a:spLocks xmlns:a="http://schemas.openxmlformats.org/drawingml/2006/main" noGrp="1"/>
          </p:cNvSpPr>
          <p:nvPr>
            <p:ph type="body" idx="33" hasCustomPrompt="1"/>
          </p:nvPr>
        </p:nvSpPr>
        <p:spPr>
          <a:xfrm xmlns:a="http://schemas.openxmlformats.org/drawingml/2006/main">
            <a:off x="792538" y="3519553"/>
            <a:ext cx="6400800" cy="341247"/>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marL="0" indent="0" algn="l">
              <a:lnSpc>
                <a:spcPct val="100000"/>
              </a:lnSpc>
              <a:spcBef>
                <a:spcPts val="1000"/>
              </a:spcBef>
              <a:spcAft>
                <a:spcPts val="0"/>
              </a:spcAft>
              <a:buNone/>
              <a:defRPr sz="2400" b="0" i="0">
                <a:solidFill>
                  <a:schemeClr val="tx1"/>
                </a:solidFill>
                <a:latin typeface="Oracle Sans Tab"/>
                <a:ea typeface="Oracle Sans Tab"/>
                <a:cs typeface="Oracle Sans Tab"/>
              </a:defRPr>
            </a:lvl1pPr>
          </a:lstStyle>
          <a:p xmlns:a="http://schemas.openxmlformats.org/drawingml/2006/main">
            <a:pPr marL="0" indent="0" algn="l">
              <a:lnSpc>
                <a:spcPct val="90000"/>
              </a:lnSpc>
              <a:spcBef>
                <a:spcPts val="1000"/>
              </a:spcBef>
              <a:spcAft>
                <a:spcPts val="0"/>
              </a:spcAft>
              <a:buNone/>
            </a:pPr>
            <a:r>
              <a:t>Subhead goes here on one line.</a:t>
            </a:r>
          </a:p>
        </p:txBody>
      </p:sp>
      <p:sp>
        <p:nvSpPr>
          <p:cNvPr id="11" name="Text Field">
            <a:extLst xmlns:a="http://schemas.openxmlformats.org/drawingml/2006/main">
              <a:ext uri="{FF2B5EF4-FFF2-40B4-BE49-F238E27FC236}">
                <a16:creationId xmlns:a16="http://schemas.microsoft.com/office/drawing/2014/main" id="{5096A149-B6C9-A04E-A2B0-54CCFAA42526}"/>
              </a:ext>
            </a:extLst>
          </p:cNvPr>
          <p:cNvSpPr>
            <a:spLocks xmlns:a="http://schemas.openxmlformats.org/drawingml/2006/main" noGrp="1"/>
          </p:cNvSpPr>
          <p:nvPr>
            <p:ph type="body" idx="35" hasCustomPrompt="1"/>
          </p:nvPr>
        </p:nvSpPr>
        <p:spPr>
          <a:xfrm xmlns:a="http://schemas.openxmlformats.org/drawingml/2006/main">
            <a:off x="792538" y="4544568"/>
            <a:ext cx="5077970" cy="26629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pPr>
              <a:buNone/>
            </a:pPr>
            <a:r>
              <a:t>Name</a:t>
            </a:r>
          </a:p>
        </p:txBody>
      </p:sp>
      <p:sp>
        <p:nvSpPr>
          <p:cNvPr id="10" name="Text Field 2">
            <a:extLst xmlns:a="http://schemas.openxmlformats.org/drawingml/2006/main">
              <a:ext uri="{FF2B5EF4-FFF2-40B4-BE49-F238E27FC236}">
                <a16:creationId xmlns:a16="http://schemas.microsoft.com/office/drawing/2014/main" id="{A57492F9-1AD2-9346-9BB6-C0CF36DEF5ED}"/>
              </a:ext>
            </a:extLst>
          </p:cNvPr>
          <p:cNvSpPr>
            <a:spLocks xmlns:a="http://schemas.openxmlformats.org/drawingml/2006/main" noGrp="1"/>
          </p:cNvSpPr>
          <p:nvPr>
            <p:ph type="body" idx="34" hasCustomPrompt="1"/>
          </p:nvPr>
        </p:nvSpPr>
        <p:spPr>
          <a:xfrm xmlns:a="http://schemas.openxmlformats.org/drawingml/2006/main">
            <a:off x="792538" y="4882896"/>
            <a:ext cx="5077970" cy="89518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a:lnSpc>
                <a:spcPct val="100000"/>
              </a:lnSpc>
              <a:buNone/>
              <a:defRPr b="0" i="0">
                <a:latin typeface="Oracle Sans Tab"/>
                <a:ea typeface="Oracle Sans Tab"/>
                <a:cs typeface="Oracle Sans Tab"/>
              </a:defRPr>
            </a:lvl1pPr>
          </a:lstStyle>
          <a:p xmlns:a="http://schemas.openxmlformats.org/drawingml/2006/main">
            <a:pPr>
              <a:buNone/>
            </a:pPr>
            <a:r>
              <a:t>Presenter’s Title</a:t>
            </a:r>
          </a:p>
          <a:p xmlns:a="http://schemas.openxmlformats.org/drawingml/2006/main">
            <a:pPr>
              <a:buNone/>
            </a:pPr>
            <a:r>
              <a:t>Organization, Division or Business Unit</a:t>
            </a:r>
          </a:p>
          <a:p xmlns:a="http://schemas.openxmlformats.org/drawingml/2006/main">
            <a:pPr>
              <a:buNone/>
            </a:pPr>
            <a:r>
              <a:t>Month 00, 2026</a:t>
            </a:r>
          </a:p>
        </p:txBody>
      </p:sp>
      <p:sp>
        <p:nvSpPr>
          <p:cNvPr id="5" name="Slide Number Placeholder 4">
            <a:extLst xmlns:a="http://schemas.openxmlformats.org/drawingml/2006/main">
              <a:ext uri="{FF2B5EF4-FFF2-40B4-BE49-F238E27FC236}">
                <a16:creationId xmlns:a16="http://schemas.microsoft.com/office/drawing/2014/main" id="{6A4B61EA-E671-B046-E16F-7C37520755BE}"/>
              </a:ext>
            </a:extLst>
          </p:cNvPr>
          <p:cNvSpPr>
            <a:spLocks xmlns:a="http://schemas.openxmlformats.org/drawingml/2006/main" noGrp="1"/>
          </p:cNvSpPr>
          <p:nvPr>
            <p:ph type="sldNum" idx="12"/>
          </p:nvPr>
        </p:nvSpPr>
        <p:spPr>
          <a:xfrm xmlns:a="http://schemas.openxmlformats.org/drawingml/2006/main">
            <a:off x="762000" y="6995117"/>
            <a:ext cx="365760" cy="365760"/>
          </a:xfrm>
        </p:spPr>
        <p:txBody>
          <a:bodyPr xmlns:a="http://schemas.openxmlformats.org/drawingml/2006/main"/>
          <a:lstStyle xmlns:a="http://schemas.openxmlformats.org/drawingml/2006/main">
            <a:lvl1pPr>
              <a:buNone/>
              <a:defRPr>
                <a:noFill/>
              </a:defRPr>
            </a:lvl1pPr>
          </a:lstStyle>
          <a:p xmlns:a="http://schemas.openxmlformats.org/drawingml/2006/main">
            <a:fld id="{345D60D9-5372-5F40-9443-0F9AE5BDC3C8}" type="slidenum">
              <a:t>‹#›</a:t>
            </a:fld>
          </a:p>
        </p:txBody>
      </p:sp>
      <p:sp>
        <p:nvSpPr>
          <p:cNvPr id="4" name="Footer Placeholder 3">
            <a:extLst xmlns:a="http://schemas.openxmlformats.org/drawingml/2006/main">
              <a:ext uri="{FF2B5EF4-FFF2-40B4-BE49-F238E27FC236}">
                <a16:creationId xmlns:a16="http://schemas.microsoft.com/office/drawing/2014/main" id="{1FCEBD7F-FD1F-90FE-07B1-7E1D2FCAED23}"/>
              </a:ext>
            </a:extLst>
          </p:cNvPr>
          <p:cNvSpPr>
            <a:spLocks xmlns:a="http://schemas.openxmlformats.org/drawingml/2006/main" noGrp="1"/>
          </p:cNvSpPr>
          <p:nvPr>
            <p:ph type="ftr" idx="36"/>
          </p:nvPr>
        </p:nvSpPr>
        <p:spPr>
          <a:xfrm xmlns:a="http://schemas.openxmlformats.org/drawingml/2006/main">
            <a:off x="1127759" y="6995435"/>
            <a:ext cx="5745379" cy="365125"/>
          </a:xfrm>
        </p:spPr>
        <p:txBody>
          <a:bodyPr xmlns:a="http://schemas.openxmlformats.org/drawingml/2006/main"/>
          <a:lstStyle xmlns:a="http://schemas.openxmlformats.org/drawingml/2006/main">
            <a:lvl1pPr>
              <a:buNone/>
              <a:defRPr>
                <a:noFill/>
              </a:defRPr>
            </a:lvl1pPr>
          </a:lstStyle>
          <a:p xmlns:a="http://schemas.openxmlformats.org/drawingml/2006/main">
            <a:r>
              <a:t>Copyright © 2026, Oracle and/or its affiliates |  Confidential: Internal/Restricted/Highly Restricted</a:t>
            </a:r>
          </a:p>
        </p:txBody>
      </p:sp>
      <p:sp>
        <p:nvSpPr>
          <p:cNvPr id="3" name="Date Placeholder 2">
            <a:extLst xmlns:a="http://schemas.openxmlformats.org/drawingml/2006/main">
              <a:ext uri="{FF2B5EF4-FFF2-40B4-BE49-F238E27FC236}">
                <a16:creationId xmlns:a16="http://schemas.microsoft.com/office/drawing/2014/main" id="{74E28F03-7252-6A6A-9D9A-7C142FCA4155}"/>
              </a:ext>
            </a:extLst>
          </p:cNvPr>
          <p:cNvSpPr>
            <a:spLocks xmlns:a="http://schemas.openxmlformats.org/drawingml/2006/main" noGrp="1"/>
          </p:cNvSpPr>
          <p:nvPr>
            <p:ph type="dt" idx="10"/>
          </p:nvPr>
        </p:nvSpPr>
        <p:spPr>
          <a:xfrm xmlns:a="http://schemas.openxmlformats.org/drawingml/2006/main">
            <a:off x="6873138" y="6997061"/>
            <a:ext cx="2743200" cy="363500"/>
          </a:xfrm>
        </p:spPr>
        <p:txBody>
          <a:bodyPr xmlns:a="http://schemas.openxmlformats.org/drawingml/2006/main"/>
          <a:lstStyle xmlns:a="http://schemas.openxmlformats.org/drawingml/2006/main">
            <a:lvl1pPr>
              <a:buNone/>
              <a:defRPr>
                <a:noFill/>
              </a:defRPr>
            </a:lvl1pPr>
          </a:lstStyle>
          <a:p xmlns:a="http://schemas.openxmlformats.org/drawingml/2006/main">
            <a:r>
              <a:t>[Date]</a:t>
            </a:r>
          </a:p>
        </p:txBody>
      </p:sp>
      <p:pic>
        <p:nvPicPr>
          <p:cNvPr id="31" name="OTag"/>
          <p:cNvPicPr>
            <a:picLocks xmlns:a="http://schemas.openxmlformats.org/drawingml/2006/main" noChangeAspect="1"/>
          </p:cNvPicPr>
          <p:nvPr/>
        </p:nvPicPr>
        <p:blipFill>
          <a:blip xmlns:r="http://schemas.openxmlformats.org/officeDocument/2006/relationships" xmlns:a="http://schemas.openxmlformats.org/drawingml/2006/main" r:embed="R0f8d3558e5904f4b"/>
          <a:stretch xmlns:a="http://schemas.openxmlformats.org/drawingml/2006/main">
            <a:fillRect l="0" t="0" r="0" b="0"/>
          </a:stretch>
        </p:blipFill>
        <p:spPr>
          <a:xfrm xmlns:a="http://schemas.openxmlformats.org/drawingml/2006/main">
            <a:off x="11405616" y="6464808"/>
            <a:ext cx="393192" cy="393192"/>
          </a:xfrm>
          <a:prstGeom xmlns:a="http://schemas.openxmlformats.org/drawingml/2006/main" prst="rect">
            <a:avLst/>
          </a:prstGeom>
        </p:spPr>
      </p:pic>
      <p:sp>
        <p:nvSpPr>
          <p:cNvPr id="2" name="Accent mark">
            <a:extLst xmlns:a="http://schemas.openxmlformats.org/drawingml/2006/main">
              <a:ext uri="{FF2B5EF4-FFF2-40B4-BE49-F238E27FC236}">
                <a16:creationId xmlns:a16="http://schemas.microsoft.com/office/drawing/2014/main" id="{6863E062-D1CC-8F7F-B35F-ADAF6BDE7196}"/>
              </a:ext>
            </a:extLst>
          </p:cNvPr>
          <p:cNvSpPr>
            <a:spLocks xmlns:a="http://schemas.openxmlformats.org/drawingml/2006/main" noGrp="1"/>
          </p:cNvSpPr>
          <p:nvPr/>
        </p:nvSpPr>
        <p:spPr>
          <a:xfrm xmlns:a="http://schemas.openxmlformats.org/drawingml/2006/main">
            <a:off x="793805" y="4166108"/>
            <a:ext cx="365760" cy="36576"/>
          </a:xfrm>
          <a:prstGeom xmlns:a="http://schemas.openxmlformats.org/drawingml/2006/main" prst="rect">
            <a:avLst/>
          </a:prstGeom>
          <a:solidFill xmlns:a="http://schemas.openxmlformats.org/drawingml/2006/main">
            <a:srgbClr val="F0CC7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Tree>
  </p:cSld>
</p:sldLayout>
</file>

<file path=ppt/slideLayouts/slideLayout2.xml><?xml version="1.0" encoding="utf-8"?>
<p:sldLayout xmlns:p="http://schemas.openxmlformats.org/presentationml/2006/main" preserve="1" userDrawn="1">
  <p:cSld name="Light - Title_Pillar">
    <p:bg>
      <p:bgPr>
        <a:blipFill xmlns:a="http://schemas.openxmlformats.org/drawingml/2006/main" rotWithShape="1">
          <a:blip xmlns:r="http://schemas.openxmlformats.org/officeDocument/2006/relationships" r:embed="Re41eea34887342e8">
            <a:lum/>
          </a:blip>
          <a:srcRect l="0" t="0" r="0" b="0"/>
          <a:stretch>
            <a:fillRect l="0" t="0" r="0" b="0"/>
          </a:stretch>
        </a:blipFill>
      </p:bgPr>
    </p:bg>
    <p:spTree>
      <p:nvGrpSpPr>
        <p:cNvPr id="1" name=""/>
        <p:cNvGrpSpPr/>
        <p:nvPr/>
      </p:nvGrpSpPr>
      <p:grpSpPr>
        <a:xfrm xmlns:a="http://schemas.openxmlformats.org/drawingml/2006/main"/>
      </p:grpSpPr>
      <p:sp>
        <p:nvSpPr>
          <p:cNvPr id="2" name="Title">
            <a:extLst xmlns:a="http://schemas.openxmlformats.org/drawingml/2006/main">
              <a:ext uri="{FF2B5EF4-FFF2-40B4-BE49-F238E27FC236}">
                <a16:creationId xmlns:a16="http://schemas.microsoft.com/office/drawing/2014/main" id="{993B935A-285A-BFFA-E1F4-E79FEB4F9795}"/>
              </a:ext>
            </a:extLst>
          </p:cNvPr>
          <p:cNvSpPr>
            <a:spLocks xmlns:a="http://schemas.openxmlformats.org/drawingml/2006/main" noGrp="1"/>
          </p:cNvSpPr>
          <p:nvPr>
            <p:ph type="ctrTitle" idx="0" hasCustomPrompt="1"/>
          </p:nvPr>
        </p:nvSpPr>
        <p:spPr>
          <a:xfrm xmlns:a="http://schemas.openxmlformats.org/drawingml/2006/main">
            <a:off x="792468" y="2148840"/>
            <a:ext cx="6400800" cy="1280160"/>
          </a:xfrm>
          <a:prstGeom xmlns:a="http://schemas.openxmlformats.org/drawingml/2006/main" prst="rect">
            <a:avLst/>
          </a:prstGeom>
          <a:noFill xmlns:a="http://schemas.openxmlformats.org/drawingml/2006/main"/>
        </p:spPr>
        <p:txBody>
          <a:bodyPr xmlns:a="http://schemas.openxmlformats.org/drawingml/2006/main" vert="horz" wrap="square" lIns="0" tIns="0" rIns="0" bIns="91440" anchor="b">
            <a:noAutofit/>
          </a:bodyPr>
          <a:lstStyle xmlns:a="http://schemas.openxmlformats.org/drawingml/2006/main">
            <a:lvl1pPr>
              <a:lnSpc>
                <a:spcPct val="100000"/>
              </a:lnSpc>
              <a:buNone/>
              <a:defRPr sz="4000" b="1" i="0">
                <a:latin typeface="Oracle Sans Tab"/>
                <a:ea typeface="Oracle Sans Tab"/>
                <a:cs typeface="Oracle Sans Tab"/>
              </a:defRPr>
            </a:lvl1pPr>
          </a:lstStyle>
          <a:p xmlns:a="http://schemas.openxmlformats.org/drawingml/2006/main">
            <a:pPr>
              <a:lnSpc>
                <a:spcPct val="100000"/>
              </a:lnSpc>
              <a:buNone/>
            </a:pPr>
            <a:r>
              <a:t>Title (up to two lines) </a:t>
            </a:r>
            <a:br/>
            <a:r>
              <a:t>Oracle Sans Tab Bold</a:t>
            </a:r>
          </a:p>
        </p:txBody>
      </p:sp>
      <p:sp>
        <p:nvSpPr>
          <p:cNvPr id="7" name="Subhead">
            <a:extLst xmlns:a="http://schemas.openxmlformats.org/drawingml/2006/main">
              <a:ext uri="{FF2B5EF4-FFF2-40B4-BE49-F238E27FC236}">
                <a16:creationId xmlns:a16="http://schemas.microsoft.com/office/drawing/2014/main" id="{EFFF89DD-9D0E-59AA-468D-56F8DF0173D0}"/>
              </a:ext>
            </a:extLst>
          </p:cNvPr>
          <p:cNvSpPr>
            <a:spLocks xmlns:a="http://schemas.openxmlformats.org/drawingml/2006/main" noGrp="1"/>
          </p:cNvSpPr>
          <p:nvPr>
            <p:ph type="body" idx="33" hasCustomPrompt="1"/>
          </p:nvPr>
        </p:nvSpPr>
        <p:spPr>
          <a:xfrm xmlns:a="http://schemas.openxmlformats.org/drawingml/2006/main">
            <a:off x="792468" y="3519553"/>
            <a:ext cx="6400800" cy="341247"/>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marL="0" indent="0" algn="l">
              <a:lnSpc>
                <a:spcPct val="100000"/>
              </a:lnSpc>
              <a:spcBef>
                <a:spcPts val="1000"/>
              </a:spcBef>
              <a:spcAft>
                <a:spcPts val="0"/>
              </a:spcAft>
              <a:buNone/>
              <a:defRPr sz="2400" b="0" i="0">
                <a:solidFill>
                  <a:schemeClr val="tx1"/>
                </a:solidFill>
                <a:latin typeface="Oracle Sans Tab"/>
                <a:ea typeface="Oracle Sans Tab"/>
                <a:cs typeface="Oracle Sans Tab"/>
              </a:defRPr>
            </a:lvl1pPr>
          </a:lstStyle>
          <a:p xmlns:a="http://schemas.openxmlformats.org/drawingml/2006/main">
            <a:pPr marL="0" indent="0" algn="l">
              <a:lnSpc>
                <a:spcPct val="90000"/>
              </a:lnSpc>
              <a:spcBef>
                <a:spcPts val="1000"/>
              </a:spcBef>
              <a:spcAft>
                <a:spcPts val="0"/>
              </a:spcAft>
              <a:buNone/>
            </a:pPr>
            <a:r>
              <a:t>Subhead goes here on one line.</a:t>
            </a:r>
          </a:p>
        </p:txBody>
      </p:sp>
      <p:sp>
        <p:nvSpPr>
          <p:cNvPr id="8" name="Text Field">
            <a:extLst xmlns:a="http://schemas.openxmlformats.org/drawingml/2006/main">
              <a:ext uri="{FF2B5EF4-FFF2-40B4-BE49-F238E27FC236}">
                <a16:creationId xmlns:a16="http://schemas.microsoft.com/office/drawing/2014/main" id="{72DF4953-83D4-E63F-FAE9-12C7C69CAF76}"/>
              </a:ext>
            </a:extLst>
          </p:cNvPr>
          <p:cNvSpPr>
            <a:spLocks xmlns:a="http://schemas.openxmlformats.org/drawingml/2006/main" noGrp="1"/>
          </p:cNvSpPr>
          <p:nvPr>
            <p:ph type="body" idx="35" hasCustomPrompt="1"/>
          </p:nvPr>
        </p:nvSpPr>
        <p:spPr>
          <a:xfrm xmlns:a="http://schemas.openxmlformats.org/drawingml/2006/main">
            <a:off x="792468" y="4544568"/>
            <a:ext cx="5077970" cy="26629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pPr>
              <a:buNone/>
            </a:pPr>
            <a:r>
              <a:t>Name</a:t>
            </a:r>
          </a:p>
        </p:txBody>
      </p:sp>
      <p:sp>
        <p:nvSpPr>
          <p:cNvPr id="9" name="Text Field 2">
            <a:extLst xmlns:a="http://schemas.openxmlformats.org/drawingml/2006/main">
              <a:ext uri="{FF2B5EF4-FFF2-40B4-BE49-F238E27FC236}">
                <a16:creationId xmlns:a16="http://schemas.microsoft.com/office/drawing/2014/main" id="{53939284-5D96-A771-F7CE-39D3A9ADA08C}"/>
              </a:ext>
            </a:extLst>
          </p:cNvPr>
          <p:cNvSpPr>
            <a:spLocks xmlns:a="http://schemas.openxmlformats.org/drawingml/2006/main" noGrp="1"/>
          </p:cNvSpPr>
          <p:nvPr>
            <p:ph type="body" idx="34" hasCustomPrompt="1"/>
          </p:nvPr>
        </p:nvSpPr>
        <p:spPr>
          <a:xfrm xmlns:a="http://schemas.openxmlformats.org/drawingml/2006/main">
            <a:off x="792468" y="4882896"/>
            <a:ext cx="5077970" cy="89518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a:lnSpc>
                <a:spcPct val="100000"/>
              </a:lnSpc>
              <a:buNone/>
              <a:defRPr b="0" i="0">
                <a:latin typeface="Oracle Sans Tab"/>
                <a:ea typeface="Oracle Sans Tab"/>
                <a:cs typeface="Oracle Sans Tab"/>
              </a:defRPr>
            </a:lvl1pPr>
          </a:lstStyle>
          <a:p xmlns:a="http://schemas.openxmlformats.org/drawingml/2006/main">
            <a:pPr>
              <a:buNone/>
            </a:pPr>
            <a:r>
              <a:t>Presenter’s Title</a:t>
            </a:r>
          </a:p>
          <a:p xmlns:a="http://schemas.openxmlformats.org/drawingml/2006/main">
            <a:pPr>
              <a:buNone/>
            </a:pPr>
            <a:r>
              <a:t>Organization, Division or Business Unit</a:t>
            </a:r>
          </a:p>
          <a:p xmlns:a="http://schemas.openxmlformats.org/drawingml/2006/main">
            <a:pPr>
              <a:buNone/>
            </a:pPr>
            <a:r>
              <a:t>Month 00, 2026</a:t>
            </a:r>
          </a:p>
        </p:txBody>
      </p:sp>
      <p:sp>
        <p:nvSpPr>
          <p:cNvPr id="5" name="Slide Number Placeholder 4">
            <a:extLst xmlns:a="http://schemas.openxmlformats.org/drawingml/2006/main">
              <a:ext uri="{FF2B5EF4-FFF2-40B4-BE49-F238E27FC236}">
                <a16:creationId xmlns:a16="http://schemas.microsoft.com/office/drawing/2014/main" id="{37A2158C-16EA-51FD-AADB-5CCD72645F29}"/>
              </a:ext>
            </a:extLst>
          </p:cNvPr>
          <p:cNvSpPr>
            <a:spLocks xmlns:a="http://schemas.openxmlformats.org/drawingml/2006/main" noGrp="1"/>
          </p:cNvSpPr>
          <p:nvPr>
            <p:ph type="sldNum" idx="12"/>
          </p:nvPr>
        </p:nvSpPr>
        <p:spPr>
          <a:xfrm xmlns:a="http://schemas.openxmlformats.org/drawingml/2006/main">
            <a:off x="762000" y="6995117"/>
            <a:ext cx="365760" cy="365760"/>
          </a:xfrm>
        </p:spPr>
        <p:txBody>
          <a:bodyPr xmlns:a="http://schemas.openxmlformats.org/drawingml/2006/main"/>
          <a:lstStyle xmlns:a="http://schemas.openxmlformats.org/drawingml/2006/main">
            <a:lvl1pPr>
              <a:buNone/>
              <a:defRPr>
                <a:noFill/>
              </a:defRPr>
            </a:lvl1pPr>
          </a:lstStyle>
          <a:p xmlns:a="http://schemas.openxmlformats.org/drawingml/2006/main">
            <a:fld id="{345D60D9-5372-5F40-9443-0F9AE5BDC3C8}" type="slidenum">
              <a:t>‹#›</a:t>
            </a:fld>
          </a:p>
        </p:txBody>
      </p:sp>
      <p:sp>
        <p:nvSpPr>
          <p:cNvPr id="3" name="Date Placeholder 2">
            <a:extLst xmlns:a="http://schemas.openxmlformats.org/drawingml/2006/main">
              <a:ext uri="{FF2B5EF4-FFF2-40B4-BE49-F238E27FC236}">
                <a16:creationId xmlns:a16="http://schemas.microsoft.com/office/drawing/2014/main" id="{DE9F17F9-481A-5855-B8F0-D871C1F817BF}"/>
              </a:ext>
            </a:extLst>
          </p:cNvPr>
          <p:cNvSpPr>
            <a:spLocks xmlns:a="http://schemas.openxmlformats.org/drawingml/2006/main" noGrp="1"/>
          </p:cNvSpPr>
          <p:nvPr>
            <p:ph type="dt" idx="10"/>
          </p:nvPr>
        </p:nvSpPr>
        <p:spPr>
          <a:xfrm xmlns:a="http://schemas.openxmlformats.org/drawingml/2006/main">
            <a:off x="6873138" y="6997061"/>
            <a:ext cx="2743200" cy="363500"/>
          </a:xfrm>
        </p:spPr>
        <p:txBody>
          <a:bodyPr xmlns:a="http://schemas.openxmlformats.org/drawingml/2006/main"/>
          <a:lstStyle xmlns:a="http://schemas.openxmlformats.org/drawingml/2006/main">
            <a:lvl1pPr>
              <a:buNone/>
              <a:defRPr>
                <a:noFill/>
              </a:defRPr>
            </a:lvl1pPr>
          </a:lstStyle>
          <a:p xmlns:a="http://schemas.openxmlformats.org/drawingml/2006/main">
            <a:r>
              <a:t>[Date]</a:t>
            </a:r>
          </a:p>
        </p:txBody>
      </p:sp>
      <p:sp>
        <p:nvSpPr>
          <p:cNvPr id="4" name="Footer Placeholder 3">
            <a:extLst xmlns:a="http://schemas.openxmlformats.org/drawingml/2006/main">
              <a:ext uri="{FF2B5EF4-FFF2-40B4-BE49-F238E27FC236}">
                <a16:creationId xmlns:a16="http://schemas.microsoft.com/office/drawing/2014/main" id="{47EAEE68-C65E-C8C2-44CB-1ECCD753ADAB}"/>
              </a:ext>
            </a:extLst>
          </p:cNvPr>
          <p:cNvSpPr>
            <a:spLocks xmlns:a="http://schemas.openxmlformats.org/drawingml/2006/main" noGrp="1"/>
          </p:cNvSpPr>
          <p:nvPr>
            <p:ph type="ftr" idx="36"/>
          </p:nvPr>
        </p:nvSpPr>
        <p:spPr>
          <a:xfrm xmlns:a="http://schemas.openxmlformats.org/drawingml/2006/main">
            <a:off x="1127759" y="6995435"/>
            <a:ext cx="5745379" cy="365125"/>
          </a:xfrm>
        </p:spPr>
        <p:txBody>
          <a:bodyPr xmlns:a="http://schemas.openxmlformats.org/drawingml/2006/main"/>
          <a:lstStyle xmlns:a="http://schemas.openxmlformats.org/drawingml/2006/main">
            <a:lvl1pPr>
              <a:buNone/>
              <a:defRPr>
                <a:noFill/>
              </a:defRPr>
            </a:lvl1pPr>
          </a:lstStyle>
          <a:p xmlns:a="http://schemas.openxmlformats.org/drawingml/2006/main">
            <a:r>
              <a:t>Copyright © 2026, Oracle and/or its affiliates |  Confidential: Internal/Restricted/Highly Restricted</a:t>
            </a:r>
          </a:p>
        </p:txBody>
      </p:sp>
      <p:pic>
        <p:nvPicPr>
          <p:cNvPr id="13" name="OTag"/>
          <p:cNvPicPr>
            <a:picLocks xmlns:a="http://schemas.openxmlformats.org/drawingml/2006/main" noChangeAspect="1"/>
          </p:cNvPicPr>
          <p:nvPr/>
        </p:nvPicPr>
        <p:blipFill>
          <a:blip xmlns:r="http://schemas.openxmlformats.org/officeDocument/2006/relationships" xmlns:a="http://schemas.openxmlformats.org/drawingml/2006/main" r:embed="Ra0d89e79595d4650"/>
          <a:stretch xmlns:a="http://schemas.openxmlformats.org/drawingml/2006/main">
            <a:fillRect l="0" t="0" r="0" b="0"/>
          </a:stretch>
        </p:blipFill>
        <p:spPr>
          <a:xfrm xmlns:a="http://schemas.openxmlformats.org/drawingml/2006/main">
            <a:off x="11405616" y="6464808"/>
            <a:ext cx="393192" cy="393192"/>
          </a:xfrm>
          <a:prstGeom xmlns:a="http://schemas.openxmlformats.org/drawingml/2006/main" prst="rect">
            <a:avLst/>
          </a:prstGeom>
        </p:spPr>
      </p:pic>
      <p:sp>
        <p:nvSpPr>
          <p:cNvPr id="6" name="Accent mark">
            <a:extLst xmlns:a="http://schemas.openxmlformats.org/drawingml/2006/main">
              <a:ext uri="{FF2B5EF4-FFF2-40B4-BE49-F238E27FC236}">
                <a16:creationId xmlns:a16="http://schemas.microsoft.com/office/drawing/2014/main" id="{F6C8D001-5C68-50FD-8A15-9F62CD4FCCF2}"/>
              </a:ext>
            </a:extLst>
          </p:cNvPr>
          <p:cNvSpPr>
            <a:spLocks xmlns:a="http://schemas.openxmlformats.org/drawingml/2006/main" noGrp="1"/>
          </p:cNvSpPr>
          <p:nvPr/>
        </p:nvSpPr>
        <p:spPr>
          <a:xfrm xmlns:a="http://schemas.openxmlformats.org/drawingml/2006/main">
            <a:off x="793805" y="4166108"/>
            <a:ext cx="365760" cy="36576"/>
          </a:xfrm>
          <a:prstGeom xmlns:a="http://schemas.openxmlformats.org/drawingml/2006/main" prst="rect">
            <a:avLst/>
          </a:prstGeom>
          <a:solidFill xmlns:a="http://schemas.openxmlformats.org/drawingml/2006/main">
            <a:srgbClr val="C74634"/>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Tree>
  </p:cSld>
</p:sldLayout>
</file>

<file path=ppt/slideLayouts/slideLayout3.xml><?xml version="1.0" encoding="utf-8"?>
<p:sldLayout xmlns:p="http://schemas.openxmlformats.org/presentationml/2006/main" preserve="1" userDrawn="1">
  <p:cSld name="Dark - Title_2">
    <p:bg>
      <p:bgPr>
        <a:blipFill xmlns:a="http://schemas.openxmlformats.org/drawingml/2006/main" rotWithShape="1">
          <a:blip xmlns:r="http://schemas.openxmlformats.org/officeDocument/2006/relationships" r:embed="Rb5ee3253468a4465">
            <a:lum/>
          </a:blip>
          <a:srcRect l="0" t="0" r="0" b="0"/>
          <a:stretch>
            <a:fillRect l="0" t="0" r="0" b="0"/>
          </a:stretch>
        </a:blipFill>
      </p:bgPr>
    </p:bg>
    <p:spTree>
      <p:nvGrpSpPr>
        <p:cNvPr id="1" name=""/>
        <p:cNvGrpSpPr/>
        <p:nvPr/>
      </p:nvGrpSpPr>
      <p:grpSpPr>
        <a:xfrm xmlns:a="http://schemas.openxmlformats.org/drawingml/2006/main"/>
      </p:grpSpPr>
      <p:sp>
        <p:nvSpPr>
          <p:cNvPr id="2" name="Title">
            <a:extLst xmlns:a="http://schemas.openxmlformats.org/drawingml/2006/main">
              <a:ext uri="{FF2B5EF4-FFF2-40B4-BE49-F238E27FC236}">
                <a16:creationId xmlns:a16="http://schemas.microsoft.com/office/drawing/2014/main" id="{C92A7232-5506-CF74-ABAC-596E66DF6213}"/>
              </a:ext>
            </a:extLst>
          </p:cNvPr>
          <p:cNvSpPr>
            <a:spLocks xmlns:a="http://schemas.openxmlformats.org/drawingml/2006/main" noGrp="1"/>
          </p:cNvSpPr>
          <p:nvPr>
            <p:ph type="ctrTitle" idx="0" hasCustomPrompt="1"/>
          </p:nvPr>
        </p:nvSpPr>
        <p:spPr>
          <a:xfrm xmlns:a="http://schemas.openxmlformats.org/drawingml/2006/main">
            <a:off x="792538" y="2148840"/>
            <a:ext cx="6400800" cy="1280160"/>
          </a:xfrm>
          <a:prstGeom xmlns:a="http://schemas.openxmlformats.org/drawingml/2006/main" prst="rect">
            <a:avLst/>
          </a:prstGeom>
          <a:noFill xmlns:a="http://schemas.openxmlformats.org/drawingml/2006/main"/>
        </p:spPr>
        <p:txBody>
          <a:bodyPr xmlns:a="http://schemas.openxmlformats.org/drawingml/2006/main" vert="horz" wrap="square" lIns="0" tIns="0" rIns="0" bIns="91440" anchor="b">
            <a:noAutofit/>
          </a:bodyPr>
          <a:lstStyle xmlns:a="http://schemas.openxmlformats.org/drawingml/2006/main">
            <a:lvl1pPr>
              <a:lnSpc>
                <a:spcPct val="100000"/>
              </a:lnSpc>
              <a:buNone/>
              <a:defRPr sz="4000" b="1" i="0">
                <a:latin typeface="Oracle Sans Tab"/>
                <a:ea typeface="Oracle Sans Tab"/>
                <a:cs typeface="Oracle Sans Tab"/>
              </a:defRPr>
            </a:lvl1pPr>
          </a:lstStyle>
          <a:p xmlns:a="http://schemas.openxmlformats.org/drawingml/2006/main">
            <a:pPr>
              <a:lnSpc>
                <a:spcPct val="100000"/>
              </a:lnSpc>
              <a:buNone/>
            </a:pPr>
            <a:r>
              <a:t>General/fusion title</a:t>
            </a:r>
            <a:br/>
            <a:r>
              <a:t>Oracle Sans Tab Bold</a:t>
            </a:r>
          </a:p>
        </p:txBody>
      </p:sp>
      <p:sp>
        <p:nvSpPr>
          <p:cNvPr id="7" name="Subhead">
            <a:extLst xmlns:a="http://schemas.openxmlformats.org/drawingml/2006/main">
              <a:ext uri="{FF2B5EF4-FFF2-40B4-BE49-F238E27FC236}">
                <a16:creationId xmlns:a16="http://schemas.microsoft.com/office/drawing/2014/main" id="{BE95545E-FF7C-FA0C-6AC2-06B9FD536E40}"/>
              </a:ext>
            </a:extLst>
          </p:cNvPr>
          <p:cNvSpPr>
            <a:spLocks xmlns:a="http://schemas.openxmlformats.org/drawingml/2006/main" noGrp="1"/>
          </p:cNvSpPr>
          <p:nvPr>
            <p:ph type="body" idx="33" hasCustomPrompt="1"/>
          </p:nvPr>
        </p:nvSpPr>
        <p:spPr>
          <a:xfrm xmlns:a="http://schemas.openxmlformats.org/drawingml/2006/main">
            <a:off x="792538" y="3519553"/>
            <a:ext cx="6400800" cy="341247"/>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marL="0" indent="0" algn="l">
              <a:lnSpc>
                <a:spcPct val="100000"/>
              </a:lnSpc>
              <a:spcBef>
                <a:spcPts val="1000"/>
              </a:spcBef>
              <a:spcAft>
                <a:spcPts val="0"/>
              </a:spcAft>
              <a:buNone/>
              <a:defRPr sz="2400" b="0" i="0">
                <a:solidFill>
                  <a:schemeClr val="tx1"/>
                </a:solidFill>
                <a:latin typeface="Oracle Sans Tab"/>
                <a:ea typeface="Oracle Sans Tab"/>
                <a:cs typeface="Oracle Sans Tab"/>
              </a:defRPr>
            </a:lvl1pPr>
          </a:lstStyle>
          <a:p xmlns:a="http://schemas.openxmlformats.org/drawingml/2006/main">
            <a:pPr marL="0" indent="0" algn="l">
              <a:lnSpc>
                <a:spcPct val="90000"/>
              </a:lnSpc>
              <a:spcBef>
                <a:spcPts val="1000"/>
              </a:spcBef>
              <a:spcAft>
                <a:spcPts val="0"/>
              </a:spcAft>
              <a:buNone/>
            </a:pPr>
            <a:r>
              <a:t>Subhead goes here on one line.</a:t>
            </a:r>
          </a:p>
        </p:txBody>
      </p:sp>
      <p:sp>
        <p:nvSpPr>
          <p:cNvPr id="8" name="Text Field">
            <a:extLst xmlns:a="http://schemas.openxmlformats.org/drawingml/2006/main">
              <a:ext uri="{FF2B5EF4-FFF2-40B4-BE49-F238E27FC236}">
                <a16:creationId xmlns:a16="http://schemas.microsoft.com/office/drawing/2014/main" id="{2BE9B241-6CCA-C350-8E9C-CBFF15AC920B}"/>
              </a:ext>
            </a:extLst>
          </p:cNvPr>
          <p:cNvSpPr>
            <a:spLocks xmlns:a="http://schemas.openxmlformats.org/drawingml/2006/main" noGrp="1"/>
          </p:cNvSpPr>
          <p:nvPr>
            <p:ph type="body" idx="35" hasCustomPrompt="1"/>
          </p:nvPr>
        </p:nvSpPr>
        <p:spPr>
          <a:xfrm xmlns:a="http://schemas.openxmlformats.org/drawingml/2006/main">
            <a:off x="792538" y="4544568"/>
            <a:ext cx="5077970" cy="26629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pPr>
              <a:buNone/>
            </a:pPr>
            <a:r>
              <a:t>Name</a:t>
            </a:r>
          </a:p>
        </p:txBody>
      </p:sp>
      <p:sp>
        <p:nvSpPr>
          <p:cNvPr id="9" name="Text Field 2">
            <a:extLst xmlns:a="http://schemas.openxmlformats.org/drawingml/2006/main">
              <a:ext uri="{FF2B5EF4-FFF2-40B4-BE49-F238E27FC236}">
                <a16:creationId xmlns:a16="http://schemas.microsoft.com/office/drawing/2014/main" id="{D30678C3-79B5-61B9-5BD6-D4D2E38C4E26}"/>
              </a:ext>
            </a:extLst>
          </p:cNvPr>
          <p:cNvSpPr>
            <a:spLocks xmlns:a="http://schemas.openxmlformats.org/drawingml/2006/main" noGrp="1"/>
          </p:cNvSpPr>
          <p:nvPr>
            <p:ph type="body" idx="34" hasCustomPrompt="1"/>
          </p:nvPr>
        </p:nvSpPr>
        <p:spPr>
          <a:xfrm xmlns:a="http://schemas.openxmlformats.org/drawingml/2006/main">
            <a:off x="792538" y="4882896"/>
            <a:ext cx="5077970" cy="89518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a:lnSpc>
                <a:spcPct val="100000"/>
              </a:lnSpc>
              <a:buNone/>
              <a:defRPr b="0" i="0">
                <a:latin typeface="Oracle Sans Tab"/>
                <a:ea typeface="Oracle Sans Tab"/>
                <a:cs typeface="Oracle Sans Tab"/>
              </a:defRPr>
            </a:lvl1pPr>
          </a:lstStyle>
          <a:p xmlns:a="http://schemas.openxmlformats.org/drawingml/2006/main">
            <a:pPr>
              <a:buNone/>
            </a:pPr>
            <a:r>
              <a:t>Presenter’s Title</a:t>
            </a:r>
          </a:p>
          <a:p xmlns:a="http://schemas.openxmlformats.org/drawingml/2006/main">
            <a:pPr>
              <a:buNone/>
            </a:pPr>
            <a:r>
              <a:t>Organization, Division or Business Unit</a:t>
            </a:r>
          </a:p>
          <a:p xmlns:a="http://schemas.openxmlformats.org/drawingml/2006/main">
            <a:pPr>
              <a:buNone/>
            </a:pPr>
            <a:r>
              <a:t>Month 00, 2026</a:t>
            </a:r>
          </a:p>
        </p:txBody>
      </p:sp>
      <p:sp>
        <p:nvSpPr>
          <p:cNvPr id="5" name="Slide Number Placeholder 4">
            <a:extLst xmlns:a="http://schemas.openxmlformats.org/drawingml/2006/main">
              <a:ext uri="{FF2B5EF4-FFF2-40B4-BE49-F238E27FC236}">
                <a16:creationId xmlns:a16="http://schemas.microsoft.com/office/drawing/2014/main" id="{AE2FA60F-BC05-9DFE-3A03-811A5C61BAE6}"/>
              </a:ext>
            </a:extLst>
          </p:cNvPr>
          <p:cNvSpPr>
            <a:spLocks xmlns:a="http://schemas.openxmlformats.org/drawingml/2006/main" noGrp="1"/>
          </p:cNvSpPr>
          <p:nvPr>
            <p:ph type="sldNum" idx="12"/>
          </p:nvPr>
        </p:nvSpPr>
        <p:spPr>
          <a:xfrm xmlns:a="http://schemas.openxmlformats.org/drawingml/2006/main">
            <a:off x="762000" y="6995117"/>
            <a:ext cx="365760" cy="365760"/>
          </a:xfrm>
        </p:spPr>
        <p:txBody>
          <a:bodyPr xmlns:a="http://schemas.openxmlformats.org/drawingml/2006/main"/>
          <a:lstStyle xmlns:a="http://schemas.openxmlformats.org/drawingml/2006/main">
            <a:lvl1pPr>
              <a:buNone/>
              <a:defRPr>
                <a:noFill/>
              </a:defRPr>
            </a:lvl1pPr>
          </a:lstStyle>
          <a:p xmlns:a="http://schemas.openxmlformats.org/drawingml/2006/main">
            <a:fld id="{345D60D9-5372-5F40-9443-0F9AE5BDC3C8}" type="slidenum">
              <a:t>‹#›</a:t>
            </a:fld>
          </a:p>
        </p:txBody>
      </p:sp>
      <p:sp>
        <p:nvSpPr>
          <p:cNvPr id="4" name="Footer Placeholder 3">
            <a:extLst xmlns:a="http://schemas.openxmlformats.org/drawingml/2006/main">
              <a:ext uri="{FF2B5EF4-FFF2-40B4-BE49-F238E27FC236}">
                <a16:creationId xmlns:a16="http://schemas.microsoft.com/office/drawing/2014/main" id="{3204F087-6972-AA39-00DB-C10EDEB80749}"/>
              </a:ext>
            </a:extLst>
          </p:cNvPr>
          <p:cNvSpPr>
            <a:spLocks xmlns:a="http://schemas.openxmlformats.org/drawingml/2006/main" noGrp="1"/>
          </p:cNvSpPr>
          <p:nvPr>
            <p:ph type="ftr" idx="36"/>
          </p:nvPr>
        </p:nvSpPr>
        <p:spPr>
          <a:xfrm xmlns:a="http://schemas.openxmlformats.org/drawingml/2006/main">
            <a:off x="1127759" y="6995435"/>
            <a:ext cx="5745379" cy="365125"/>
          </a:xfrm>
        </p:spPr>
        <p:txBody>
          <a:bodyPr xmlns:a="http://schemas.openxmlformats.org/drawingml/2006/main"/>
          <a:lstStyle xmlns:a="http://schemas.openxmlformats.org/drawingml/2006/main">
            <a:lvl1pPr>
              <a:buNone/>
              <a:defRPr>
                <a:noFill/>
              </a:defRPr>
            </a:lvl1pPr>
          </a:lstStyle>
          <a:p xmlns:a="http://schemas.openxmlformats.org/drawingml/2006/main">
            <a:r>
              <a:t>Copyright © 2026, Oracle and/or its affiliates |  Confidential: Internal/Restricted/Highly Restricted</a:t>
            </a:r>
          </a:p>
        </p:txBody>
      </p:sp>
      <p:sp>
        <p:nvSpPr>
          <p:cNvPr id="3" name="Date Placeholder 2">
            <a:extLst xmlns:a="http://schemas.openxmlformats.org/drawingml/2006/main">
              <a:ext uri="{FF2B5EF4-FFF2-40B4-BE49-F238E27FC236}">
                <a16:creationId xmlns:a16="http://schemas.microsoft.com/office/drawing/2014/main" id="{6891A512-3F6B-08FA-3574-4BF50D31E5E8}"/>
              </a:ext>
            </a:extLst>
          </p:cNvPr>
          <p:cNvSpPr>
            <a:spLocks xmlns:a="http://schemas.openxmlformats.org/drawingml/2006/main" noGrp="1"/>
          </p:cNvSpPr>
          <p:nvPr>
            <p:ph type="dt" idx="10"/>
          </p:nvPr>
        </p:nvSpPr>
        <p:spPr>
          <a:xfrm xmlns:a="http://schemas.openxmlformats.org/drawingml/2006/main">
            <a:off x="6873138" y="6997061"/>
            <a:ext cx="2743200" cy="363500"/>
          </a:xfrm>
        </p:spPr>
        <p:txBody>
          <a:bodyPr xmlns:a="http://schemas.openxmlformats.org/drawingml/2006/main"/>
          <a:lstStyle xmlns:a="http://schemas.openxmlformats.org/drawingml/2006/main">
            <a:lvl1pPr>
              <a:buNone/>
              <a:defRPr>
                <a:noFill/>
              </a:defRPr>
            </a:lvl1pPr>
          </a:lstStyle>
          <a:p xmlns:a="http://schemas.openxmlformats.org/drawingml/2006/main">
            <a:r>
              <a:t>[Date]</a:t>
            </a:r>
          </a:p>
        </p:txBody>
      </p:sp>
      <p:sp>
        <p:nvSpPr>
          <p:cNvPr id="6" name="Accent mark">
            <a:extLst xmlns:a="http://schemas.openxmlformats.org/drawingml/2006/main">
              <a:ext uri="{FF2B5EF4-FFF2-40B4-BE49-F238E27FC236}">
                <a16:creationId xmlns:a16="http://schemas.microsoft.com/office/drawing/2014/main" id="{5F9B697F-5404-108B-4B52-A27DAB8F742D}"/>
              </a:ext>
            </a:extLst>
          </p:cNvPr>
          <p:cNvSpPr>
            <a:spLocks xmlns:a="http://schemas.openxmlformats.org/drawingml/2006/main" noGrp="1"/>
          </p:cNvSpPr>
          <p:nvPr/>
        </p:nvSpPr>
        <p:spPr>
          <a:xfrm xmlns:a="http://schemas.openxmlformats.org/drawingml/2006/main">
            <a:off x="793805" y="4166108"/>
            <a:ext cx="365760" cy="36576"/>
          </a:xfrm>
          <a:prstGeom xmlns:a="http://schemas.openxmlformats.org/drawingml/2006/main" prst="rect">
            <a:avLst/>
          </a:prstGeom>
          <a:solidFill xmlns:a="http://schemas.openxmlformats.org/drawingml/2006/main">
            <a:srgbClr val="F0CC7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Tree>
  </p:cSld>
</p:sldLayout>
</file>

<file path=ppt/slideLayouts/slideLayout4.xml><?xml version="1.0" encoding="utf-8"?>
<p:sldLayout xmlns:p="http://schemas.openxmlformats.org/presentationml/2006/main" preserve="1" userDrawn="1">
  <p:cSld name="Light - Title_2">
    <p:bg>
      <p:bgPr>
        <a:blipFill xmlns:a="http://schemas.openxmlformats.org/drawingml/2006/main" rotWithShape="1">
          <a:blip xmlns:r="http://schemas.openxmlformats.org/officeDocument/2006/relationships" r:embed="R6fa4cdb9004f4de9">
            <a:lum/>
          </a:blip>
          <a:srcRect l="0" t="0" r="0" b="0"/>
          <a:stretch>
            <a:fillRect l="0" t="0" r="0" b="0"/>
          </a:stretch>
        </a:blipFill>
      </p:bgPr>
    </p:bg>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796204AF-CFD8-7CED-4E39-54AF670244A8}"/>
              </a:ext>
            </a:extLst>
          </p:cNvPr>
          <p:cNvSpPr>
            <a:spLocks xmlns:a="http://schemas.openxmlformats.org/drawingml/2006/main" noGrp="1"/>
          </p:cNvSpPr>
          <p:nvPr>
            <p:ph type="ctrTitle" idx="0" hasCustomPrompt="1"/>
          </p:nvPr>
        </p:nvSpPr>
        <p:spPr>
          <a:xfrm xmlns:a="http://schemas.openxmlformats.org/drawingml/2006/main">
            <a:off x="792538" y="2148840"/>
            <a:ext cx="6400800" cy="1280160"/>
          </a:xfrm>
          <a:prstGeom xmlns:a="http://schemas.openxmlformats.org/drawingml/2006/main" prst="rect">
            <a:avLst/>
          </a:prstGeom>
          <a:noFill xmlns:a="http://schemas.openxmlformats.org/drawingml/2006/main"/>
        </p:spPr>
        <p:txBody>
          <a:bodyPr xmlns:a="http://schemas.openxmlformats.org/drawingml/2006/main" vert="horz" wrap="square" lIns="0" tIns="0" rIns="0" bIns="91440" anchor="b">
            <a:noAutofit/>
          </a:bodyPr>
          <a:lstStyle xmlns:a="http://schemas.openxmlformats.org/drawingml/2006/main">
            <a:lvl1pPr>
              <a:lnSpc>
                <a:spcPct val="100000"/>
              </a:lnSpc>
              <a:buNone/>
              <a:defRPr sz="4000" b="1" i="0">
                <a:latin typeface="Oracle Sans Tab"/>
                <a:ea typeface="Oracle Sans Tab"/>
                <a:cs typeface="Oracle Sans Tab"/>
              </a:defRPr>
            </a:lvl1pPr>
          </a:lstStyle>
          <a:p xmlns:a="http://schemas.openxmlformats.org/drawingml/2006/main">
            <a:pPr>
              <a:lnSpc>
                <a:spcPct val="100000"/>
              </a:lnSpc>
              <a:buNone/>
            </a:pPr>
            <a:r>
              <a:t>General/fusion title</a:t>
            </a:r>
            <a:br/>
            <a:r>
              <a:t>Oracle Sans Tab Bold</a:t>
            </a:r>
          </a:p>
        </p:txBody>
      </p:sp>
      <p:sp>
        <p:nvSpPr>
          <p:cNvPr id="7" name="Subhead">
            <a:extLst xmlns:a="http://schemas.openxmlformats.org/drawingml/2006/main">
              <a:ext uri="{FF2B5EF4-FFF2-40B4-BE49-F238E27FC236}">
                <a16:creationId xmlns:a16="http://schemas.microsoft.com/office/drawing/2014/main" id="{FC046655-F632-39CF-A827-AEF7BEDCA8A4}"/>
              </a:ext>
            </a:extLst>
          </p:cNvPr>
          <p:cNvSpPr>
            <a:spLocks xmlns:a="http://schemas.openxmlformats.org/drawingml/2006/main" noGrp="1"/>
          </p:cNvSpPr>
          <p:nvPr>
            <p:ph type="body" idx="33" hasCustomPrompt="1"/>
          </p:nvPr>
        </p:nvSpPr>
        <p:spPr>
          <a:xfrm xmlns:a="http://schemas.openxmlformats.org/drawingml/2006/main">
            <a:off x="792538" y="3519553"/>
            <a:ext cx="6400800" cy="341247"/>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marL="0" indent="0" algn="l">
              <a:lnSpc>
                <a:spcPct val="100000"/>
              </a:lnSpc>
              <a:spcBef>
                <a:spcPts val="1000"/>
              </a:spcBef>
              <a:spcAft>
                <a:spcPts val="0"/>
              </a:spcAft>
              <a:buNone/>
              <a:defRPr sz="2400" b="0" i="0">
                <a:solidFill>
                  <a:schemeClr val="tx1"/>
                </a:solidFill>
                <a:latin typeface="Oracle Sans Tab"/>
                <a:ea typeface="Oracle Sans Tab"/>
                <a:cs typeface="Oracle Sans Tab"/>
              </a:defRPr>
            </a:lvl1pPr>
          </a:lstStyle>
          <a:p xmlns:a="http://schemas.openxmlformats.org/drawingml/2006/main">
            <a:pPr marL="0" indent="0" algn="l">
              <a:lnSpc>
                <a:spcPct val="90000"/>
              </a:lnSpc>
              <a:spcBef>
                <a:spcPts val="1000"/>
              </a:spcBef>
              <a:spcAft>
                <a:spcPts val="0"/>
              </a:spcAft>
              <a:buNone/>
            </a:pPr>
            <a:r>
              <a:t>Subhead goes here on one line.</a:t>
            </a:r>
          </a:p>
        </p:txBody>
      </p:sp>
      <p:sp>
        <p:nvSpPr>
          <p:cNvPr id="8" name="Text Field">
            <a:extLst xmlns:a="http://schemas.openxmlformats.org/drawingml/2006/main">
              <a:ext uri="{FF2B5EF4-FFF2-40B4-BE49-F238E27FC236}">
                <a16:creationId xmlns:a16="http://schemas.microsoft.com/office/drawing/2014/main" id="{396B045C-5351-70B5-4F7C-3804C75BD4B2}"/>
              </a:ext>
            </a:extLst>
          </p:cNvPr>
          <p:cNvSpPr>
            <a:spLocks xmlns:a="http://schemas.openxmlformats.org/drawingml/2006/main" noGrp="1"/>
          </p:cNvSpPr>
          <p:nvPr>
            <p:ph type="body" idx="35" hasCustomPrompt="1"/>
          </p:nvPr>
        </p:nvSpPr>
        <p:spPr>
          <a:xfrm xmlns:a="http://schemas.openxmlformats.org/drawingml/2006/main">
            <a:off x="792538" y="4544568"/>
            <a:ext cx="5077970" cy="26629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pPr>
              <a:buNone/>
            </a:pPr>
            <a:r>
              <a:t>Name</a:t>
            </a:r>
          </a:p>
        </p:txBody>
      </p:sp>
      <p:sp>
        <p:nvSpPr>
          <p:cNvPr id="9" name="Text Field 2">
            <a:extLst xmlns:a="http://schemas.openxmlformats.org/drawingml/2006/main">
              <a:ext uri="{FF2B5EF4-FFF2-40B4-BE49-F238E27FC236}">
                <a16:creationId xmlns:a16="http://schemas.microsoft.com/office/drawing/2014/main" id="{997BC39A-E5C4-5AD8-8642-A190BFB4DF55}"/>
              </a:ext>
            </a:extLst>
          </p:cNvPr>
          <p:cNvSpPr>
            <a:spLocks xmlns:a="http://schemas.openxmlformats.org/drawingml/2006/main" noGrp="1"/>
          </p:cNvSpPr>
          <p:nvPr>
            <p:ph type="body" idx="34" hasCustomPrompt="1"/>
          </p:nvPr>
        </p:nvSpPr>
        <p:spPr>
          <a:xfrm xmlns:a="http://schemas.openxmlformats.org/drawingml/2006/main">
            <a:off x="792538" y="4882896"/>
            <a:ext cx="5077970" cy="89518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a:lnSpc>
                <a:spcPct val="100000"/>
              </a:lnSpc>
              <a:buNone/>
              <a:defRPr b="0" i="0">
                <a:latin typeface="Oracle Sans Tab"/>
                <a:ea typeface="Oracle Sans Tab"/>
                <a:cs typeface="Oracle Sans Tab"/>
              </a:defRPr>
            </a:lvl1pPr>
          </a:lstStyle>
          <a:p xmlns:a="http://schemas.openxmlformats.org/drawingml/2006/main">
            <a:pPr>
              <a:buNone/>
            </a:pPr>
            <a:r>
              <a:t>Presenter’s Title</a:t>
            </a:r>
          </a:p>
          <a:p xmlns:a="http://schemas.openxmlformats.org/drawingml/2006/main">
            <a:pPr>
              <a:buNone/>
            </a:pPr>
            <a:r>
              <a:t>Organization, Division or Business Unit</a:t>
            </a:r>
          </a:p>
          <a:p xmlns:a="http://schemas.openxmlformats.org/drawingml/2006/main">
            <a:pPr>
              <a:buNone/>
            </a:pPr>
            <a:r>
              <a:t>Month 00, 2026</a:t>
            </a:r>
          </a:p>
        </p:txBody>
      </p:sp>
      <p:sp>
        <p:nvSpPr>
          <p:cNvPr id="5" name="Slide Number Placeholder 4">
            <a:extLst xmlns:a="http://schemas.openxmlformats.org/drawingml/2006/main">
              <a:ext uri="{FF2B5EF4-FFF2-40B4-BE49-F238E27FC236}">
                <a16:creationId xmlns:a16="http://schemas.microsoft.com/office/drawing/2014/main" id="{08620179-92E2-B33C-7BF7-7DD2B9A69999}"/>
              </a:ext>
            </a:extLst>
          </p:cNvPr>
          <p:cNvSpPr>
            <a:spLocks xmlns:a="http://schemas.openxmlformats.org/drawingml/2006/main" noGrp="1"/>
          </p:cNvSpPr>
          <p:nvPr>
            <p:ph type="sldNum" idx="12"/>
          </p:nvPr>
        </p:nvSpPr>
        <p:spPr>
          <a:xfrm xmlns:a="http://schemas.openxmlformats.org/drawingml/2006/main">
            <a:off x="762000" y="6995117"/>
            <a:ext cx="365760" cy="365760"/>
          </a:xfrm>
        </p:spPr>
        <p:txBody>
          <a:bodyPr xmlns:a="http://schemas.openxmlformats.org/drawingml/2006/main"/>
          <a:lstStyle xmlns:a="http://schemas.openxmlformats.org/drawingml/2006/main">
            <a:lvl1pPr>
              <a:buNone/>
              <a:defRPr>
                <a:noFill/>
              </a:defRPr>
            </a:lvl1pPr>
          </a:lstStyle>
          <a:p xmlns:a="http://schemas.openxmlformats.org/drawingml/2006/main">
            <a:fld id="{345D60D9-5372-5F40-9443-0F9AE5BDC3C8}" type="slidenum">
              <a:t>‹#›</a:t>
            </a:fld>
          </a:p>
        </p:txBody>
      </p:sp>
      <p:sp>
        <p:nvSpPr>
          <p:cNvPr id="3" name="Footer Placeholder 3">
            <a:extLst xmlns:a="http://schemas.openxmlformats.org/drawingml/2006/main">
              <a:ext uri="{FF2B5EF4-FFF2-40B4-BE49-F238E27FC236}">
                <a16:creationId xmlns:a16="http://schemas.microsoft.com/office/drawing/2014/main" id="{0234D53E-E775-84ED-87D4-03A6155462F2}"/>
              </a:ext>
            </a:extLst>
          </p:cNvPr>
          <p:cNvSpPr>
            <a:spLocks xmlns:a="http://schemas.openxmlformats.org/drawingml/2006/main" noGrp="1"/>
          </p:cNvSpPr>
          <p:nvPr>
            <p:ph type="ftr" idx="36"/>
          </p:nvPr>
        </p:nvSpPr>
        <p:spPr>
          <a:xfrm xmlns:a="http://schemas.openxmlformats.org/drawingml/2006/main">
            <a:off x="1127759" y="6995435"/>
            <a:ext cx="5745379" cy="365125"/>
          </a:xfrm>
        </p:spPr>
        <p:txBody>
          <a:bodyPr xmlns:a="http://schemas.openxmlformats.org/drawingml/2006/main"/>
          <a:lstStyle xmlns:a="http://schemas.openxmlformats.org/drawingml/2006/main">
            <a:lvl1pPr>
              <a:buNone/>
              <a:defRPr>
                <a:noFill/>
              </a:defRPr>
            </a:lvl1pPr>
          </a:lstStyle>
          <a:p xmlns:a="http://schemas.openxmlformats.org/drawingml/2006/main">
            <a:r>
              <a:t>Copyright © 2026, Oracle and/or its affiliates |  Confidential: Internal/Restricted/Highly Restricted</a:t>
            </a:r>
          </a:p>
        </p:txBody>
      </p:sp>
      <p:sp>
        <p:nvSpPr>
          <p:cNvPr id="2" name="Date Placeholder 2">
            <a:extLst xmlns:a="http://schemas.openxmlformats.org/drawingml/2006/main">
              <a:ext uri="{FF2B5EF4-FFF2-40B4-BE49-F238E27FC236}">
                <a16:creationId xmlns:a16="http://schemas.microsoft.com/office/drawing/2014/main" id="{7B203E0B-C243-2092-E571-D8301E6712EB}"/>
              </a:ext>
            </a:extLst>
          </p:cNvPr>
          <p:cNvSpPr>
            <a:spLocks xmlns:a="http://schemas.openxmlformats.org/drawingml/2006/main" noGrp="1"/>
          </p:cNvSpPr>
          <p:nvPr>
            <p:ph type="dt" idx="10"/>
          </p:nvPr>
        </p:nvSpPr>
        <p:spPr>
          <a:xfrm xmlns:a="http://schemas.openxmlformats.org/drawingml/2006/main">
            <a:off x="6873138" y="6997061"/>
            <a:ext cx="2743200" cy="363500"/>
          </a:xfrm>
        </p:spPr>
        <p:txBody>
          <a:bodyPr xmlns:a="http://schemas.openxmlformats.org/drawingml/2006/main"/>
          <a:lstStyle xmlns:a="http://schemas.openxmlformats.org/drawingml/2006/main">
            <a:lvl1pPr>
              <a:buNone/>
              <a:defRPr>
                <a:noFill/>
              </a:defRPr>
            </a:lvl1pPr>
          </a:lstStyle>
          <a:p xmlns:a="http://schemas.openxmlformats.org/drawingml/2006/main">
            <a:r>
              <a:t>[Date]</a:t>
            </a:r>
          </a:p>
        </p:txBody>
      </p:sp>
      <p:sp>
        <p:nvSpPr>
          <p:cNvPr id="6" name="Accent mark">
            <a:extLst xmlns:a="http://schemas.openxmlformats.org/drawingml/2006/main">
              <a:ext uri="{FF2B5EF4-FFF2-40B4-BE49-F238E27FC236}">
                <a16:creationId xmlns:a16="http://schemas.microsoft.com/office/drawing/2014/main" id="{F3B22FDD-1B93-0A37-25CC-77AE4A31F45E}"/>
              </a:ext>
            </a:extLst>
          </p:cNvPr>
          <p:cNvSpPr>
            <a:spLocks xmlns:a="http://schemas.openxmlformats.org/drawingml/2006/main" noGrp="1"/>
          </p:cNvSpPr>
          <p:nvPr/>
        </p:nvSpPr>
        <p:spPr>
          <a:xfrm xmlns:a="http://schemas.openxmlformats.org/drawingml/2006/main">
            <a:off x="793805" y="4166108"/>
            <a:ext cx="365760" cy="36576"/>
          </a:xfrm>
          <a:prstGeom xmlns:a="http://schemas.openxmlformats.org/drawingml/2006/main" prst="rect">
            <a:avLst/>
          </a:prstGeom>
          <a:solidFill xmlns:a="http://schemas.openxmlformats.org/drawingml/2006/main">
            <a:srgbClr val="C74634"/>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Tree>
  </p:cSld>
</p:sldLayout>
</file>

<file path=ppt/slideLayouts/slideLayout5.xml><?xml version="1.0" encoding="utf-8"?>
<p:sldLayout xmlns:p="http://schemas.openxmlformats.org/presentationml/2006/main" preserve="1" userDrawn="1">
  <p:cSld name="Title-full-image">
    <p:bg>
      <p:bgRef idx="1001">
        <a:schemeClr xmlns:a="http://schemas.openxmlformats.org/drawingml/2006/main" val="bg2"/>
      </p:bgRef>
    </p:bg>
    <p:spTree>
      <p:nvGrpSpPr>
        <p:cNvPr id="1" name=""/>
        <p:cNvGrpSpPr/>
        <p:nvPr/>
      </p:nvGrpSpPr>
      <p:grpSpPr>
        <a:xfrm xmlns:a="http://schemas.openxmlformats.org/drawingml/2006/main"/>
      </p:grpSpPr>
      <p:sp>
        <p:nvSpPr>
          <p:cNvPr id="11" name="Gradient overlay">
            <a:extLst xmlns:a="http://schemas.openxmlformats.org/drawingml/2006/main">
              <a:ext uri="{FF2B5EF4-FFF2-40B4-BE49-F238E27FC236}">
                <a16:creationId xmlns:a16="http://schemas.microsoft.com/office/drawing/2014/main" id="{E873D90A-E4A3-F78A-F391-D1DB29911070}"/>
              </a:ext>
            </a:extLst>
          </p:cNvPr>
          <p:cNvSpPr>
            <a:spLocks xmlns:a="http://schemas.openxmlformats.org/drawingml/2006/main" noGrp="1"/>
          </p:cNvSpPr>
          <p:nvPr/>
        </p:nvSpPr>
        <p:spPr>
          <a:xfrm xmlns:a="http://schemas.openxmlformats.org/drawingml/2006/main">
            <a:off x="0" y="0"/>
            <a:ext cx="7467585" cy="6858000"/>
          </a:xfrm>
          <a:prstGeom xmlns:a="http://schemas.openxmlformats.org/drawingml/2006/main" prst="rect">
            <a:avLst/>
          </a:prstGeom>
          <a:gradFill xmlns:a="http://schemas.openxmlformats.org/drawingml/2006/main">
            <a:gsLst>
              <a:gs pos="69000">
                <a:schemeClr val="bg2">
                  <a:alpha val="65000"/>
                </a:schemeClr>
              </a:gs>
              <a:gs pos="0">
                <a:schemeClr val="bg2"/>
              </a:gs>
              <a:gs pos="100000">
                <a:schemeClr val="bg2">
                  <a:alpha val="0"/>
                </a:schemeClr>
              </a:gs>
            </a:gsLst>
            <a:lin ang="0" scaled="0"/>
          </a:gra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Title">
            <a:extLst xmlns:a="http://schemas.openxmlformats.org/drawingml/2006/main">
              <a:ext uri="{FF2B5EF4-FFF2-40B4-BE49-F238E27FC236}">
                <a16:creationId xmlns:a16="http://schemas.microsoft.com/office/drawing/2014/main" id="{5E1C8E87-14CA-EB0A-B967-57776EF53426}"/>
              </a:ext>
            </a:extLst>
          </p:cNvPr>
          <p:cNvSpPr>
            <a:spLocks xmlns:a="http://schemas.openxmlformats.org/drawingml/2006/main" noGrp="1"/>
          </p:cNvSpPr>
          <p:nvPr>
            <p:ph type="ctrTitle" idx="0" hasCustomPrompt="1"/>
          </p:nvPr>
        </p:nvSpPr>
        <p:spPr>
          <a:xfrm xmlns:a="http://schemas.openxmlformats.org/drawingml/2006/main">
            <a:off x="792538" y="2148840"/>
            <a:ext cx="6583608" cy="1280160"/>
          </a:xfrm>
          <a:prstGeom xmlns:a="http://schemas.openxmlformats.org/drawingml/2006/main" prst="rect">
            <a:avLst/>
          </a:prstGeom>
          <a:noFill xmlns:a="http://schemas.openxmlformats.org/drawingml/2006/main"/>
        </p:spPr>
        <p:txBody>
          <a:bodyPr xmlns:a="http://schemas.openxmlformats.org/drawingml/2006/main" vert="horz" wrap="square" lIns="0" tIns="0" rIns="0" bIns="91440" anchor="b">
            <a:noAutofit/>
          </a:bodyPr>
          <a:lstStyle xmlns:a="http://schemas.openxmlformats.org/drawingml/2006/main">
            <a:lvl1pPr>
              <a:lnSpc>
                <a:spcPct val="100000"/>
              </a:lnSpc>
              <a:buNone/>
              <a:defRPr sz="4000" b="1" i="0">
                <a:latin typeface="Oracle Sans Tab"/>
                <a:ea typeface="Oracle Sans Tab"/>
                <a:cs typeface="Oracle Sans Tab"/>
              </a:defRPr>
            </a:lvl1pPr>
          </a:lstStyle>
          <a:p xmlns:a="http://schemas.openxmlformats.org/drawingml/2006/main">
            <a:pPr>
              <a:lnSpc>
                <a:spcPct val="100000"/>
              </a:lnSpc>
              <a:buNone/>
            </a:pPr>
            <a:r>
              <a:t>General title</a:t>
            </a:r>
            <a:br/>
            <a:r>
              <a:t>(up to two lines)</a:t>
            </a:r>
          </a:p>
        </p:txBody>
      </p:sp>
      <p:sp>
        <p:nvSpPr>
          <p:cNvPr id="8" name="Subhead">
            <a:extLst xmlns:a="http://schemas.openxmlformats.org/drawingml/2006/main">
              <a:ext uri="{FF2B5EF4-FFF2-40B4-BE49-F238E27FC236}">
                <a16:creationId xmlns:a16="http://schemas.microsoft.com/office/drawing/2014/main" id="{9F13C004-6A96-3D61-9397-40C41F43523D}"/>
              </a:ext>
            </a:extLst>
          </p:cNvPr>
          <p:cNvSpPr>
            <a:spLocks xmlns:a="http://schemas.openxmlformats.org/drawingml/2006/main" noGrp="1"/>
          </p:cNvSpPr>
          <p:nvPr>
            <p:ph type="body" idx="33" hasCustomPrompt="1"/>
          </p:nvPr>
        </p:nvSpPr>
        <p:spPr>
          <a:xfrm xmlns:a="http://schemas.openxmlformats.org/drawingml/2006/main">
            <a:off x="792538" y="3519553"/>
            <a:ext cx="6583608" cy="341247"/>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marL="0" indent="0" algn="l">
              <a:lnSpc>
                <a:spcPct val="100000"/>
              </a:lnSpc>
              <a:spcBef>
                <a:spcPts val="1000"/>
              </a:spcBef>
              <a:spcAft>
                <a:spcPts val="0"/>
              </a:spcAft>
              <a:buNone/>
              <a:defRPr sz="2400" b="0" i="0">
                <a:solidFill>
                  <a:schemeClr val="tx1"/>
                </a:solidFill>
                <a:latin typeface="Oracle Sans Tab"/>
                <a:ea typeface="Oracle Sans Tab"/>
                <a:cs typeface="Oracle Sans Tab"/>
              </a:defRPr>
            </a:lvl1pPr>
          </a:lstStyle>
          <a:p xmlns:a="http://schemas.openxmlformats.org/drawingml/2006/main">
            <a:pPr marL="0" indent="0" algn="l">
              <a:lnSpc>
                <a:spcPct val="90000"/>
              </a:lnSpc>
              <a:spcBef>
                <a:spcPts val="1000"/>
              </a:spcBef>
              <a:spcAft>
                <a:spcPts val="0"/>
              </a:spcAft>
              <a:buNone/>
            </a:pPr>
            <a:r>
              <a:t>Subhead goes here on one line.</a:t>
            </a:r>
          </a:p>
        </p:txBody>
      </p:sp>
      <p:sp>
        <p:nvSpPr>
          <p:cNvPr id="9" name="Text Field">
            <a:extLst xmlns:a="http://schemas.openxmlformats.org/drawingml/2006/main">
              <a:ext uri="{FF2B5EF4-FFF2-40B4-BE49-F238E27FC236}">
                <a16:creationId xmlns:a16="http://schemas.microsoft.com/office/drawing/2014/main" id="{29BC5DBB-6459-FA83-A3C0-242C30783B69}"/>
              </a:ext>
            </a:extLst>
          </p:cNvPr>
          <p:cNvSpPr>
            <a:spLocks xmlns:a="http://schemas.openxmlformats.org/drawingml/2006/main" noGrp="1"/>
          </p:cNvSpPr>
          <p:nvPr>
            <p:ph type="body" idx="35" hasCustomPrompt="1"/>
          </p:nvPr>
        </p:nvSpPr>
        <p:spPr>
          <a:xfrm xmlns:a="http://schemas.openxmlformats.org/drawingml/2006/main">
            <a:off x="792538" y="4544568"/>
            <a:ext cx="5077970" cy="26629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pPr>
              <a:buNone/>
            </a:pPr>
            <a:r>
              <a:t>Name</a:t>
            </a:r>
          </a:p>
        </p:txBody>
      </p:sp>
      <p:sp>
        <p:nvSpPr>
          <p:cNvPr id="12" name="Text Field 2">
            <a:extLst xmlns:a="http://schemas.openxmlformats.org/drawingml/2006/main">
              <a:ext uri="{FF2B5EF4-FFF2-40B4-BE49-F238E27FC236}">
                <a16:creationId xmlns:a16="http://schemas.microsoft.com/office/drawing/2014/main" id="{E4F8B91E-3CD8-7B6C-C073-0E255807CCEF}"/>
              </a:ext>
            </a:extLst>
          </p:cNvPr>
          <p:cNvSpPr>
            <a:spLocks xmlns:a="http://schemas.openxmlformats.org/drawingml/2006/main" noGrp="1"/>
          </p:cNvSpPr>
          <p:nvPr>
            <p:ph type="body" idx="34" hasCustomPrompt="1"/>
          </p:nvPr>
        </p:nvSpPr>
        <p:spPr>
          <a:xfrm xmlns:a="http://schemas.openxmlformats.org/drawingml/2006/main">
            <a:off x="792538" y="4882896"/>
            <a:ext cx="5077970" cy="89518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a:lnSpc>
                <a:spcPct val="100000"/>
              </a:lnSpc>
              <a:buNone/>
              <a:defRPr b="0" i="0">
                <a:latin typeface="Oracle Sans Tab"/>
                <a:ea typeface="Oracle Sans Tab"/>
                <a:cs typeface="Oracle Sans Tab"/>
              </a:defRPr>
            </a:lvl1pPr>
          </a:lstStyle>
          <a:p xmlns:a="http://schemas.openxmlformats.org/drawingml/2006/main">
            <a:pPr>
              <a:buNone/>
            </a:pPr>
            <a:r>
              <a:t>Presenter’s Title</a:t>
            </a:r>
          </a:p>
          <a:p xmlns:a="http://schemas.openxmlformats.org/drawingml/2006/main">
            <a:pPr>
              <a:buNone/>
            </a:pPr>
            <a:r>
              <a:t>Organization, Division or Business Unit</a:t>
            </a:r>
          </a:p>
          <a:p xmlns:a="http://schemas.openxmlformats.org/drawingml/2006/main">
            <a:pPr>
              <a:buNone/>
            </a:pPr>
            <a:r>
              <a:t>Month 00, 2026</a:t>
            </a:r>
          </a:p>
        </p:txBody>
      </p:sp>
      <p:sp>
        <p:nvSpPr>
          <p:cNvPr id="5" name="Slide Number Placeholder 4">
            <a:extLst xmlns:a="http://schemas.openxmlformats.org/drawingml/2006/main">
              <a:ext uri="{FF2B5EF4-FFF2-40B4-BE49-F238E27FC236}">
                <a16:creationId xmlns:a16="http://schemas.microsoft.com/office/drawing/2014/main" id="{08620179-92E2-B33C-7BF7-7DD2B9A69999}"/>
              </a:ext>
            </a:extLst>
          </p:cNvPr>
          <p:cNvSpPr>
            <a:spLocks xmlns:a="http://schemas.openxmlformats.org/drawingml/2006/main" noGrp="1"/>
          </p:cNvSpPr>
          <p:nvPr>
            <p:ph type="sldNum" idx="12"/>
          </p:nvPr>
        </p:nvSpPr>
        <p:spPr>
          <a:xfrm xmlns:a="http://schemas.openxmlformats.org/drawingml/2006/main">
            <a:off x="762000" y="6995117"/>
            <a:ext cx="365760" cy="365760"/>
          </a:xfrm>
        </p:spPr>
        <p:txBody>
          <a:bodyPr xmlns:a="http://schemas.openxmlformats.org/drawingml/2006/main"/>
          <a:lstStyle xmlns:a="http://schemas.openxmlformats.org/drawingml/2006/main">
            <a:lvl1pPr>
              <a:buNone/>
              <a:defRPr>
                <a:noFill/>
              </a:defRPr>
            </a:lvl1pPr>
          </a:lstStyle>
          <a:p xmlns:a="http://schemas.openxmlformats.org/drawingml/2006/main">
            <a:fld id="{345D60D9-5372-5F40-9443-0F9AE5BDC3C8}" type="slidenum">
              <a:t>‹#›</a:t>
            </a:fld>
          </a:p>
        </p:txBody>
      </p:sp>
      <p:sp>
        <p:nvSpPr>
          <p:cNvPr id="3" name="Footer Placeholder 3">
            <a:extLst xmlns:a="http://schemas.openxmlformats.org/drawingml/2006/main">
              <a:ext uri="{FF2B5EF4-FFF2-40B4-BE49-F238E27FC236}">
                <a16:creationId xmlns:a16="http://schemas.microsoft.com/office/drawing/2014/main" id="{0234D53E-E775-84ED-87D4-03A6155462F2}"/>
              </a:ext>
            </a:extLst>
          </p:cNvPr>
          <p:cNvSpPr>
            <a:spLocks xmlns:a="http://schemas.openxmlformats.org/drawingml/2006/main" noGrp="1"/>
          </p:cNvSpPr>
          <p:nvPr>
            <p:ph type="ftr" idx="36"/>
          </p:nvPr>
        </p:nvSpPr>
        <p:spPr>
          <a:xfrm xmlns:a="http://schemas.openxmlformats.org/drawingml/2006/main">
            <a:off x="1127759" y="6995435"/>
            <a:ext cx="5745379" cy="365125"/>
          </a:xfrm>
        </p:spPr>
        <p:txBody>
          <a:bodyPr xmlns:a="http://schemas.openxmlformats.org/drawingml/2006/main"/>
          <a:lstStyle xmlns:a="http://schemas.openxmlformats.org/drawingml/2006/main">
            <a:lvl1pPr>
              <a:buNone/>
              <a:defRPr>
                <a:noFill/>
              </a:defRPr>
            </a:lvl1pPr>
          </a:lstStyle>
          <a:p xmlns:a="http://schemas.openxmlformats.org/drawingml/2006/main">
            <a:r>
              <a:t>Copyright © 2026, Oracle and/or its affiliates |  Confidential: Internal/Restricted/Highly Restricted</a:t>
            </a:r>
          </a:p>
        </p:txBody>
      </p:sp>
      <p:sp>
        <p:nvSpPr>
          <p:cNvPr id="2" name="Date Placeholder 2">
            <a:extLst xmlns:a="http://schemas.openxmlformats.org/drawingml/2006/main">
              <a:ext uri="{FF2B5EF4-FFF2-40B4-BE49-F238E27FC236}">
                <a16:creationId xmlns:a16="http://schemas.microsoft.com/office/drawing/2014/main" id="{7B203E0B-C243-2092-E571-D8301E6712EB}"/>
              </a:ext>
            </a:extLst>
          </p:cNvPr>
          <p:cNvSpPr>
            <a:spLocks xmlns:a="http://schemas.openxmlformats.org/drawingml/2006/main" noGrp="1"/>
          </p:cNvSpPr>
          <p:nvPr>
            <p:ph type="dt" idx="10"/>
          </p:nvPr>
        </p:nvSpPr>
        <p:spPr>
          <a:xfrm xmlns:a="http://schemas.openxmlformats.org/drawingml/2006/main">
            <a:off x="6873138" y="6997061"/>
            <a:ext cx="2743200" cy="363500"/>
          </a:xfrm>
        </p:spPr>
        <p:txBody>
          <a:bodyPr xmlns:a="http://schemas.openxmlformats.org/drawingml/2006/main"/>
          <a:lstStyle xmlns:a="http://schemas.openxmlformats.org/drawingml/2006/main">
            <a:lvl1pPr>
              <a:buNone/>
              <a:defRPr>
                <a:noFill/>
              </a:defRPr>
            </a:lvl1pPr>
          </a:lstStyle>
          <a:p xmlns:a="http://schemas.openxmlformats.org/drawingml/2006/main">
            <a:r>
              <a:t>[Date]</a:t>
            </a:r>
          </a:p>
        </p:txBody>
      </p:sp>
      <p:sp>
        <p:nvSpPr>
          <p:cNvPr id="6" name="Accent mark">
            <a:extLst xmlns:a="http://schemas.openxmlformats.org/drawingml/2006/main">
              <a:ext uri="{FF2B5EF4-FFF2-40B4-BE49-F238E27FC236}">
                <a16:creationId xmlns:a16="http://schemas.microsoft.com/office/drawing/2014/main" id="{0502ED2C-D10E-1DB4-3557-E5C9C7E4D238}"/>
              </a:ext>
            </a:extLst>
          </p:cNvPr>
          <p:cNvSpPr>
            <a:spLocks xmlns:a="http://schemas.openxmlformats.org/drawingml/2006/main" noGrp="1"/>
          </p:cNvSpPr>
          <p:nvPr/>
        </p:nvSpPr>
        <p:spPr>
          <a:xfrm xmlns:a="http://schemas.openxmlformats.org/drawingml/2006/main">
            <a:off x="793805" y="4166108"/>
            <a:ext cx="365760" cy="36576"/>
          </a:xfrm>
          <a:prstGeom xmlns:a="http://schemas.openxmlformats.org/drawingml/2006/main" prst="rect">
            <a:avLst/>
          </a:prstGeom>
          <a:solidFill xmlns:a="http://schemas.openxmlformats.org/drawingml/2006/main">
            <a:srgbClr val="F0CC7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Tree>
  </p:cSld>
</p:sldLayout>
</file>

<file path=ppt/slideLayouts/slideLayout6.xml><?xml version="1.0" encoding="utf-8"?>
<p:sldLayout xmlns:p="http://schemas.openxmlformats.org/presentationml/2006/main" preserve="1" userDrawn="1">
  <p:cSld name="Title/Cover_3">
    <p:bg>
      <p:bgPr>
        <a:blipFill xmlns:a="http://schemas.openxmlformats.org/drawingml/2006/main" rotWithShape="1">
          <a:blip xmlns:r="http://schemas.openxmlformats.org/officeDocument/2006/relationships" r:embed="R046f6ec242094301">
            <a:lum/>
          </a:blip>
          <a:srcRect l="0" t="0" r="0" b="0"/>
          <a:stretch>
            <a:fillRect l="0" t="0" r="0" b="0"/>
          </a:stretch>
        </a:blipFill>
      </p:bgPr>
    </p:bg>
    <p:spTree>
      <p:nvGrpSpPr>
        <p:cNvPr id="1" name=""/>
        <p:cNvGrpSpPr/>
        <p:nvPr/>
      </p:nvGrpSpPr>
      <p:grpSpPr>
        <a:xfrm xmlns:a="http://schemas.openxmlformats.org/drawingml/2006/main"/>
      </p:grpSpPr>
      <p:sp>
        <p:nvSpPr>
          <p:cNvPr id="7" name="Title">
            <a:extLst xmlns:a="http://schemas.openxmlformats.org/drawingml/2006/main">
              <a:ext uri="{FF2B5EF4-FFF2-40B4-BE49-F238E27FC236}">
                <a16:creationId xmlns:a16="http://schemas.microsoft.com/office/drawing/2014/main" id="{8745EE5B-9C14-4DF6-7ECF-3B850514DAA4}"/>
              </a:ext>
            </a:extLst>
          </p:cNvPr>
          <p:cNvSpPr>
            <a:spLocks xmlns:a="http://schemas.openxmlformats.org/drawingml/2006/main" noGrp="1"/>
          </p:cNvSpPr>
          <p:nvPr>
            <p:ph type="ctrTitle" idx="0" hasCustomPrompt="1"/>
          </p:nvPr>
        </p:nvSpPr>
        <p:spPr>
          <a:xfrm xmlns:a="http://schemas.openxmlformats.org/drawingml/2006/main">
            <a:off x="792468" y="2148840"/>
            <a:ext cx="6400800" cy="1280160"/>
          </a:xfrm>
          <a:prstGeom xmlns:a="http://schemas.openxmlformats.org/drawingml/2006/main" prst="rect">
            <a:avLst/>
          </a:prstGeom>
          <a:noFill xmlns:a="http://schemas.openxmlformats.org/drawingml/2006/main"/>
        </p:spPr>
        <p:txBody>
          <a:bodyPr xmlns:a="http://schemas.openxmlformats.org/drawingml/2006/main" vert="horz" wrap="square" lIns="0" tIns="0" rIns="0" bIns="91440" anchor="b">
            <a:noAutofit/>
          </a:bodyPr>
          <a:lstStyle xmlns:a="http://schemas.openxmlformats.org/drawingml/2006/main">
            <a:lvl1pPr>
              <a:lnSpc>
                <a:spcPct val="100000"/>
              </a:lnSpc>
              <a:buNone/>
              <a:defRPr sz="4000" b="1" i="0">
                <a:latin typeface="Oracle Sans Tab"/>
                <a:ea typeface="Oracle Sans Tab"/>
                <a:cs typeface="Oracle Sans Tab"/>
              </a:defRPr>
            </a:lvl1pPr>
          </a:lstStyle>
          <a:p xmlns:a="http://schemas.openxmlformats.org/drawingml/2006/main">
            <a:pPr>
              <a:lnSpc>
                <a:spcPct val="100000"/>
              </a:lnSpc>
              <a:buNone/>
            </a:pPr>
            <a:r>
              <a:t>Health &amp; Life Sciences </a:t>
            </a:r>
            <a:br/>
            <a:r>
              <a:t>Title (up to two lines)</a:t>
            </a:r>
          </a:p>
        </p:txBody>
      </p:sp>
      <p:sp>
        <p:nvSpPr>
          <p:cNvPr id="8" name="Subhead">
            <a:extLst xmlns:a="http://schemas.openxmlformats.org/drawingml/2006/main">
              <a:ext uri="{FF2B5EF4-FFF2-40B4-BE49-F238E27FC236}">
                <a16:creationId xmlns:a16="http://schemas.microsoft.com/office/drawing/2014/main" id="{963CCACE-E1BA-B49E-CFB8-0B77CDCFE791}"/>
              </a:ext>
            </a:extLst>
          </p:cNvPr>
          <p:cNvSpPr>
            <a:spLocks xmlns:a="http://schemas.openxmlformats.org/drawingml/2006/main" noGrp="1"/>
          </p:cNvSpPr>
          <p:nvPr>
            <p:ph type="body" idx="33" hasCustomPrompt="1"/>
          </p:nvPr>
        </p:nvSpPr>
        <p:spPr>
          <a:xfrm xmlns:a="http://schemas.openxmlformats.org/drawingml/2006/main">
            <a:off x="792468" y="3519553"/>
            <a:ext cx="6400800" cy="341247"/>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marL="0" indent="0" algn="l">
              <a:lnSpc>
                <a:spcPct val="100000"/>
              </a:lnSpc>
              <a:spcBef>
                <a:spcPts val="1000"/>
              </a:spcBef>
              <a:spcAft>
                <a:spcPts val="0"/>
              </a:spcAft>
              <a:buNone/>
              <a:defRPr sz="2400" b="0" i="0">
                <a:solidFill>
                  <a:schemeClr val="tx1"/>
                </a:solidFill>
                <a:latin typeface="Oracle Sans Tab"/>
                <a:ea typeface="Oracle Sans Tab"/>
                <a:cs typeface="Oracle Sans Tab"/>
              </a:defRPr>
            </a:lvl1pPr>
          </a:lstStyle>
          <a:p xmlns:a="http://schemas.openxmlformats.org/drawingml/2006/main">
            <a:pPr marL="0" indent="0" algn="l">
              <a:lnSpc>
                <a:spcPct val="90000"/>
              </a:lnSpc>
              <a:spcBef>
                <a:spcPts val="1000"/>
              </a:spcBef>
              <a:spcAft>
                <a:spcPts val="0"/>
              </a:spcAft>
              <a:buNone/>
            </a:pPr>
            <a:r>
              <a:t>Subhead goes here on one line.</a:t>
            </a:r>
          </a:p>
        </p:txBody>
      </p:sp>
      <p:sp>
        <p:nvSpPr>
          <p:cNvPr id="9" name="Text Field">
            <a:extLst xmlns:a="http://schemas.openxmlformats.org/drawingml/2006/main">
              <a:ext uri="{FF2B5EF4-FFF2-40B4-BE49-F238E27FC236}">
                <a16:creationId xmlns:a16="http://schemas.microsoft.com/office/drawing/2014/main" id="{F8BD25F6-9734-8037-1C67-1A99384E68CA}"/>
              </a:ext>
            </a:extLst>
          </p:cNvPr>
          <p:cNvSpPr>
            <a:spLocks xmlns:a="http://schemas.openxmlformats.org/drawingml/2006/main" noGrp="1"/>
          </p:cNvSpPr>
          <p:nvPr>
            <p:ph type="body" idx="35" hasCustomPrompt="1"/>
          </p:nvPr>
        </p:nvSpPr>
        <p:spPr>
          <a:xfrm xmlns:a="http://schemas.openxmlformats.org/drawingml/2006/main">
            <a:off x="792468" y="4544568"/>
            <a:ext cx="5077970" cy="26629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pPr>
              <a:buNone/>
            </a:pPr>
            <a:r>
              <a:t>Name</a:t>
            </a:r>
          </a:p>
        </p:txBody>
      </p:sp>
      <p:sp>
        <p:nvSpPr>
          <p:cNvPr id="12" name="Text Field 2">
            <a:extLst xmlns:a="http://schemas.openxmlformats.org/drawingml/2006/main">
              <a:ext uri="{FF2B5EF4-FFF2-40B4-BE49-F238E27FC236}">
                <a16:creationId xmlns:a16="http://schemas.microsoft.com/office/drawing/2014/main" id="{754A77E7-2B50-3BBF-5653-BC60AF4CA831}"/>
              </a:ext>
            </a:extLst>
          </p:cNvPr>
          <p:cNvSpPr>
            <a:spLocks xmlns:a="http://schemas.openxmlformats.org/drawingml/2006/main" noGrp="1"/>
          </p:cNvSpPr>
          <p:nvPr>
            <p:ph type="body" idx="34" hasCustomPrompt="1"/>
          </p:nvPr>
        </p:nvSpPr>
        <p:spPr>
          <a:xfrm xmlns:a="http://schemas.openxmlformats.org/drawingml/2006/main">
            <a:off x="792468" y="4882896"/>
            <a:ext cx="5077970" cy="89518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a:lnSpc>
                <a:spcPct val="100000"/>
              </a:lnSpc>
              <a:buNone/>
              <a:defRPr b="0" i="0">
                <a:latin typeface="Oracle Sans Tab"/>
                <a:ea typeface="Oracle Sans Tab"/>
                <a:cs typeface="Oracle Sans Tab"/>
              </a:defRPr>
            </a:lvl1pPr>
          </a:lstStyle>
          <a:p xmlns:a="http://schemas.openxmlformats.org/drawingml/2006/main">
            <a:pPr>
              <a:buNone/>
            </a:pPr>
            <a:r>
              <a:t>Presenter’s Title</a:t>
            </a:r>
          </a:p>
          <a:p xmlns:a="http://schemas.openxmlformats.org/drawingml/2006/main">
            <a:pPr>
              <a:buNone/>
            </a:pPr>
            <a:r>
              <a:t>Organization, Division or Business Unit</a:t>
            </a:r>
          </a:p>
          <a:p xmlns:a="http://schemas.openxmlformats.org/drawingml/2006/main">
            <a:pPr>
              <a:buNone/>
            </a:pPr>
            <a:r>
              <a:t>Month 00, 2026</a:t>
            </a:r>
          </a:p>
        </p:txBody>
      </p:sp>
      <p:sp>
        <p:nvSpPr>
          <p:cNvPr id="6" name="Footer Placeholder 5">
            <a:extLst xmlns:a="http://schemas.openxmlformats.org/drawingml/2006/main">
              <a:ext uri="{FF2B5EF4-FFF2-40B4-BE49-F238E27FC236}">
                <a16:creationId xmlns:a16="http://schemas.microsoft.com/office/drawing/2014/main" id="{1B6DA0C6-D822-15F6-04DD-B18D3E44619C}"/>
              </a:ext>
            </a:extLst>
          </p:cNvPr>
          <p:cNvSpPr>
            <a:spLocks xmlns:a="http://schemas.openxmlformats.org/drawingml/2006/main" noGrp="1"/>
          </p:cNvSpPr>
          <p:nvPr/>
        </p:nvSpPr>
        <p:spPr>
          <a:xfrm xmlns:a="http://schemas.openxmlformats.org/drawingml/2006/main">
            <a:off x="792538" y="5850115"/>
            <a:ext cx="6845809" cy="885046"/>
          </a:xfrm>
          <a:prstGeom xmlns:a="http://schemas.openxmlformats.org/drawingml/2006/main" prst="rect">
            <a:avLst/>
          </a:prstGeom>
        </p:spPr>
        <p:txBody>
          <a:bodyPr xmlns:a="http://schemas.openxmlformats.org/drawingml/2006/main" lIns="0" tIns="0" rIns="0" bIns="0" anchor="b"/>
          <a:lstStyle xmlns:a="http://schemas.openxmlformats.org/drawingml/2006/main">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a:lstStyle>
          <a:p xmlns:a="http://schemas.openxmlformats.org/drawingml/2006/main">
            <a:r>
              <a:rPr sz="800">
                <a:solidFill>
                  <a:schemeClr val="tx1"/>
                </a:solidFill>
                <a:latin typeface="Oracle Sans Tab"/>
                <a:ea typeface="Oracle Sans Tab"/>
                <a:cs typeface="Oracle Sans Tab"/>
              </a:rPr>
              <a:t>Some regulatory certifications or registrations to products or services referenced on this website are held by Cerner Corporation. Cerner Corporation is a wholly-owned subsidiary of Oracle. Cerner Corporation is an ONC-certified health IT developer and a registered medical device manufacturer in the United States and other jurisdictions worldwide.</a:t>
            </a:r>
          </a:p>
        </p:txBody>
      </p:sp>
      <p:sp>
        <p:nvSpPr>
          <p:cNvPr id="5" name="Slide Number Placeholder 4">
            <a:extLst xmlns:a="http://schemas.openxmlformats.org/drawingml/2006/main">
              <a:ext uri="{FF2B5EF4-FFF2-40B4-BE49-F238E27FC236}">
                <a16:creationId xmlns:a16="http://schemas.microsoft.com/office/drawing/2014/main" id="{7240816A-A8A3-D504-F672-2ACA6ABC2174}"/>
              </a:ext>
            </a:extLst>
          </p:cNvPr>
          <p:cNvSpPr>
            <a:spLocks xmlns:a="http://schemas.openxmlformats.org/drawingml/2006/main" noGrp="1"/>
          </p:cNvSpPr>
          <p:nvPr>
            <p:ph type="sldNum" idx="12"/>
          </p:nvPr>
        </p:nvSpPr>
        <p:spPr>
          <a:xfrm xmlns:a="http://schemas.openxmlformats.org/drawingml/2006/main">
            <a:off x="762000" y="6995117"/>
            <a:ext cx="365760" cy="365760"/>
          </a:xfrm>
        </p:spPr>
        <p:txBody>
          <a:bodyPr xmlns:a="http://schemas.openxmlformats.org/drawingml/2006/main"/>
          <a:lstStyle xmlns:a="http://schemas.openxmlformats.org/drawingml/2006/main">
            <a:lvl1pPr>
              <a:buNone/>
              <a:defRPr>
                <a:noFill/>
              </a:defRPr>
            </a:lvl1pPr>
          </a:lstStyle>
          <a:p xmlns:a="http://schemas.openxmlformats.org/drawingml/2006/main">
            <a:fld id="{345D60D9-5372-5F40-9443-0F9AE5BDC3C8}" type="slidenum">
              <a:t>‹#›</a:t>
            </a:fld>
          </a:p>
        </p:txBody>
      </p:sp>
      <p:sp>
        <p:nvSpPr>
          <p:cNvPr id="4" name="Footer Placeholder 3">
            <a:extLst xmlns:a="http://schemas.openxmlformats.org/drawingml/2006/main">
              <a:ext uri="{FF2B5EF4-FFF2-40B4-BE49-F238E27FC236}">
                <a16:creationId xmlns:a16="http://schemas.microsoft.com/office/drawing/2014/main" id="{1C7B878C-7245-36C9-328A-025A91624A3E}"/>
              </a:ext>
            </a:extLst>
          </p:cNvPr>
          <p:cNvSpPr>
            <a:spLocks xmlns:a="http://schemas.openxmlformats.org/drawingml/2006/main" noGrp="1"/>
          </p:cNvSpPr>
          <p:nvPr>
            <p:ph type="ftr" idx="36"/>
          </p:nvPr>
        </p:nvSpPr>
        <p:spPr>
          <a:xfrm xmlns:a="http://schemas.openxmlformats.org/drawingml/2006/main">
            <a:off x="1127759" y="6995435"/>
            <a:ext cx="5745379" cy="365125"/>
          </a:xfrm>
        </p:spPr>
        <p:txBody>
          <a:bodyPr xmlns:a="http://schemas.openxmlformats.org/drawingml/2006/main"/>
          <a:lstStyle xmlns:a="http://schemas.openxmlformats.org/drawingml/2006/main">
            <a:lvl1pPr>
              <a:buNone/>
              <a:defRPr>
                <a:noFill/>
              </a:defRPr>
            </a:lvl1pPr>
          </a:lstStyle>
          <a:p xmlns:a="http://schemas.openxmlformats.org/drawingml/2006/main">
            <a:r>
              <a:t>Copyright © 2026, Oracle and/or its affiliates |  Confidential: Internal/Restricted/Highly Restricted</a:t>
            </a:r>
          </a:p>
        </p:txBody>
      </p:sp>
      <p:sp>
        <p:nvSpPr>
          <p:cNvPr id="3" name="Date Placeholder 2">
            <a:extLst xmlns:a="http://schemas.openxmlformats.org/drawingml/2006/main">
              <a:ext uri="{FF2B5EF4-FFF2-40B4-BE49-F238E27FC236}">
                <a16:creationId xmlns:a16="http://schemas.microsoft.com/office/drawing/2014/main" id="{F92E9260-E0B5-9C63-CE19-3A9F3785B887}"/>
              </a:ext>
            </a:extLst>
          </p:cNvPr>
          <p:cNvSpPr>
            <a:spLocks xmlns:a="http://schemas.openxmlformats.org/drawingml/2006/main" noGrp="1"/>
          </p:cNvSpPr>
          <p:nvPr>
            <p:ph type="dt" idx="10"/>
          </p:nvPr>
        </p:nvSpPr>
        <p:spPr>
          <a:xfrm xmlns:a="http://schemas.openxmlformats.org/drawingml/2006/main">
            <a:off x="6873138" y="6997061"/>
            <a:ext cx="2743200" cy="363500"/>
          </a:xfrm>
        </p:spPr>
        <p:txBody>
          <a:bodyPr xmlns:a="http://schemas.openxmlformats.org/drawingml/2006/main"/>
          <a:lstStyle xmlns:a="http://schemas.openxmlformats.org/drawingml/2006/main">
            <a:lvl1pPr>
              <a:buNone/>
              <a:defRPr>
                <a:noFill/>
              </a:defRPr>
            </a:lvl1pPr>
          </a:lstStyle>
          <a:p xmlns:a="http://schemas.openxmlformats.org/drawingml/2006/main">
            <a:r>
              <a:t>[Date]</a:t>
            </a:r>
          </a:p>
        </p:txBody>
      </p:sp>
      <p:sp>
        <p:nvSpPr>
          <p:cNvPr id="2" name="Accent mark">
            <a:extLst xmlns:a="http://schemas.openxmlformats.org/drawingml/2006/main">
              <a:ext uri="{FF2B5EF4-FFF2-40B4-BE49-F238E27FC236}">
                <a16:creationId xmlns:a16="http://schemas.microsoft.com/office/drawing/2014/main" id="{B9FBA5DC-EBA8-3759-0EF4-5D00C9CB65F1}"/>
              </a:ext>
            </a:extLst>
          </p:cNvPr>
          <p:cNvSpPr>
            <a:spLocks xmlns:a="http://schemas.openxmlformats.org/drawingml/2006/main" noGrp="1"/>
          </p:cNvSpPr>
          <p:nvPr/>
        </p:nvSpPr>
        <p:spPr>
          <a:xfrm xmlns:a="http://schemas.openxmlformats.org/drawingml/2006/main">
            <a:off x="793805" y="4166108"/>
            <a:ext cx="365760" cy="36576"/>
          </a:xfrm>
          <a:prstGeom xmlns:a="http://schemas.openxmlformats.org/drawingml/2006/main" prst="rect">
            <a:avLst/>
          </a:prstGeom>
          <a:solidFill xmlns:a="http://schemas.openxmlformats.org/drawingml/2006/main">
            <a:srgbClr val="F0CC7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Tree>
  </p:cSld>
</p:sldLayout>
</file>

<file path=ppt/slideLayouts/slideLayout7.xml><?xml version="1.0" encoding="utf-8"?>
<p:sldLayout xmlns:p="http://schemas.openxmlformats.org/presentationml/2006/main" preserve="1" userDrawn="1">
  <p:cSld name="Title/Cover_4">
    <p:bg>
      <p:bgPr>
        <a:blipFill xmlns:a="http://schemas.openxmlformats.org/drawingml/2006/main" rotWithShape="1">
          <a:blip xmlns:r="http://schemas.openxmlformats.org/officeDocument/2006/relationships" r:embed="R0d587c48f863439d">
            <a:lum/>
          </a:blip>
          <a:srcRect l="0" t="0" r="0" b="0"/>
          <a:stretch>
            <a:fillRect l="0" t="0" r="0" b="0"/>
          </a:stretch>
        </a:blipFill>
      </p:bgPr>
    </p:bg>
    <p:spTree>
      <p:nvGrpSpPr>
        <p:cNvPr id="1" name=""/>
        <p:cNvGrpSpPr/>
        <p:nvPr/>
      </p:nvGrpSpPr>
      <p:grpSpPr>
        <a:xfrm xmlns:a="http://schemas.openxmlformats.org/drawingml/2006/main"/>
      </p:grpSpPr>
      <p:sp>
        <p:nvSpPr>
          <p:cNvPr id="24" name="Title">
            <a:extLst xmlns:a="http://schemas.openxmlformats.org/drawingml/2006/main">
              <a:ext uri="{FF2B5EF4-FFF2-40B4-BE49-F238E27FC236}">
                <a16:creationId xmlns:a16="http://schemas.microsoft.com/office/drawing/2014/main" id="{461BB5F1-8825-7944-96EB-8445317513F5}"/>
              </a:ext>
            </a:extLst>
          </p:cNvPr>
          <p:cNvSpPr>
            <a:spLocks xmlns:a="http://schemas.openxmlformats.org/drawingml/2006/main" noGrp="1"/>
          </p:cNvSpPr>
          <p:nvPr>
            <p:ph type="ctrTitle" idx="0" hasCustomPrompt="1"/>
          </p:nvPr>
        </p:nvSpPr>
        <p:spPr>
          <a:xfrm xmlns:a="http://schemas.openxmlformats.org/drawingml/2006/main">
            <a:off x="792470" y="2148840"/>
            <a:ext cx="6217920" cy="1280160"/>
          </a:xfrm>
          <a:prstGeom xmlns:a="http://schemas.openxmlformats.org/drawingml/2006/main" prst="rect">
            <a:avLst/>
          </a:prstGeom>
          <a:noFill xmlns:a="http://schemas.openxmlformats.org/drawingml/2006/main"/>
        </p:spPr>
        <p:txBody>
          <a:bodyPr xmlns:a="http://schemas.openxmlformats.org/drawingml/2006/main" vert="horz" wrap="square" lIns="0" tIns="0" rIns="0" bIns="91440" anchor="b">
            <a:noAutofit/>
          </a:bodyPr>
          <a:lstStyle xmlns:a="http://schemas.openxmlformats.org/drawingml/2006/main">
            <a:lvl1pPr>
              <a:lnSpc>
                <a:spcPct val="100000"/>
              </a:lnSpc>
              <a:buNone/>
              <a:defRPr sz="4000" b="1">
                <a:latin typeface="+mn-lt"/>
                <a:ea typeface="+mn-lt"/>
                <a:cs typeface="+mn-lt"/>
              </a:defRPr>
            </a:lvl1pPr>
          </a:lstStyle>
          <a:p xmlns:a="http://schemas.openxmlformats.org/drawingml/2006/main">
            <a:pPr>
              <a:lnSpc>
                <a:spcPct val="100000"/>
              </a:lnSpc>
              <a:buNone/>
            </a:pPr>
            <a:r>
              <a:t>Fusion Suite title</a:t>
            </a:r>
            <a:br/>
            <a:r>
              <a:t>Oracle Sans Tab Bold</a:t>
            </a:r>
          </a:p>
        </p:txBody>
      </p:sp>
      <p:sp>
        <p:nvSpPr>
          <p:cNvPr id="25" name="Subhead">
            <a:extLst xmlns:a="http://schemas.openxmlformats.org/drawingml/2006/main">
              <a:ext uri="{FF2B5EF4-FFF2-40B4-BE49-F238E27FC236}">
                <a16:creationId xmlns:a16="http://schemas.microsoft.com/office/drawing/2014/main" id="{DE85AE1C-733D-7244-A6DA-C3ADBC76ED0C}"/>
              </a:ext>
            </a:extLst>
          </p:cNvPr>
          <p:cNvSpPr>
            <a:spLocks xmlns:a="http://schemas.openxmlformats.org/drawingml/2006/main" noGrp="1"/>
          </p:cNvSpPr>
          <p:nvPr>
            <p:ph type="body" idx="33" hasCustomPrompt="1"/>
          </p:nvPr>
        </p:nvSpPr>
        <p:spPr>
          <a:xfrm xmlns:a="http://schemas.openxmlformats.org/drawingml/2006/main">
            <a:off x="792470" y="3519553"/>
            <a:ext cx="6217920" cy="341247"/>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marL="0" indent="0" algn="l">
              <a:lnSpc>
                <a:spcPct val="100000"/>
              </a:lnSpc>
              <a:spcBef>
                <a:spcPts val="1000"/>
              </a:spcBef>
              <a:spcAft>
                <a:spcPts val="0"/>
              </a:spcAft>
              <a:buNone/>
              <a:defRPr sz="2400" b="0">
                <a:solidFill>
                  <a:schemeClr val="tx1"/>
                </a:solidFill>
              </a:defRPr>
            </a:lvl1pPr>
          </a:lstStyle>
          <a:p xmlns:a="http://schemas.openxmlformats.org/drawingml/2006/main">
            <a:pPr marL="0" indent="0" algn="l">
              <a:lnSpc>
                <a:spcPct val="90000"/>
              </a:lnSpc>
              <a:spcBef>
                <a:spcPts val="1000"/>
              </a:spcBef>
              <a:spcAft>
                <a:spcPts val="0"/>
              </a:spcAft>
              <a:buNone/>
            </a:pPr>
            <a:r>
              <a:t>Subhead goes here on one line.</a:t>
            </a:r>
          </a:p>
        </p:txBody>
      </p:sp>
      <p:sp>
        <p:nvSpPr>
          <p:cNvPr id="11" name="Text Field">
            <a:extLst xmlns:a="http://schemas.openxmlformats.org/drawingml/2006/main">
              <a:ext uri="{FF2B5EF4-FFF2-40B4-BE49-F238E27FC236}">
                <a16:creationId xmlns:a16="http://schemas.microsoft.com/office/drawing/2014/main" id="{5096A149-B6C9-A04E-A2B0-54CCFAA42526}"/>
              </a:ext>
            </a:extLst>
          </p:cNvPr>
          <p:cNvSpPr>
            <a:spLocks xmlns:a="http://schemas.openxmlformats.org/drawingml/2006/main" noGrp="1"/>
          </p:cNvSpPr>
          <p:nvPr>
            <p:ph type="body" idx="35" hasCustomPrompt="1"/>
          </p:nvPr>
        </p:nvSpPr>
        <p:spPr>
          <a:xfrm xmlns:a="http://schemas.openxmlformats.org/drawingml/2006/main">
            <a:off x="792470" y="4544568"/>
            <a:ext cx="5077970" cy="26629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a:lnSpc>
                <a:spcPct val="100000"/>
              </a:lnSpc>
              <a:buNone/>
              <a:defRPr b="1"/>
            </a:lvl1pPr>
          </a:lstStyle>
          <a:p xmlns:a="http://schemas.openxmlformats.org/drawingml/2006/main">
            <a:pPr>
              <a:buNone/>
            </a:pPr>
            <a:r>
              <a:t>Name</a:t>
            </a:r>
          </a:p>
        </p:txBody>
      </p:sp>
      <p:sp>
        <p:nvSpPr>
          <p:cNvPr id="10" name="Text Field 2">
            <a:extLst xmlns:a="http://schemas.openxmlformats.org/drawingml/2006/main">
              <a:ext uri="{FF2B5EF4-FFF2-40B4-BE49-F238E27FC236}">
                <a16:creationId xmlns:a16="http://schemas.microsoft.com/office/drawing/2014/main" id="{A57492F9-1AD2-9346-9BB6-C0CF36DEF5ED}"/>
              </a:ext>
            </a:extLst>
          </p:cNvPr>
          <p:cNvSpPr>
            <a:spLocks xmlns:a="http://schemas.openxmlformats.org/drawingml/2006/main" noGrp="1"/>
          </p:cNvSpPr>
          <p:nvPr>
            <p:ph type="body" idx="34" hasCustomPrompt="1"/>
          </p:nvPr>
        </p:nvSpPr>
        <p:spPr>
          <a:xfrm xmlns:a="http://schemas.openxmlformats.org/drawingml/2006/main">
            <a:off x="792470" y="4882896"/>
            <a:ext cx="5077970" cy="89518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a:lnSpc>
                <a:spcPct val="100000"/>
              </a:lnSpc>
              <a:buNone/>
              <a:defRPr/>
            </a:lvl1pPr>
          </a:lstStyle>
          <a:p xmlns:a="http://schemas.openxmlformats.org/drawingml/2006/main">
            <a:pPr>
              <a:buNone/>
            </a:pPr>
            <a:r>
              <a:t>Presenter’s Title</a:t>
            </a:r>
          </a:p>
          <a:p xmlns:a="http://schemas.openxmlformats.org/drawingml/2006/main">
            <a:pPr>
              <a:buNone/>
            </a:pPr>
            <a:r>
              <a:t>Organization, Division or Business Unit</a:t>
            </a:r>
          </a:p>
          <a:p xmlns:a="http://schemas.openxmlformats.org/drawingml/2006/main">
            <a:pPr>
              <a:buNone/>
            </a:pPr>
            <a:r>
              <a:t>Month 00, 2026</a:t>
            </a:r>
          </a:p>
        </p:txBody>
      </p:sp>
      <p:sp>
        <p:nvSpPr>
          <p:cNvPr id="5" name="Slide Number Placeholder 4">
            <a:extLst xmlns:a="http://schemas.openxmlformats.org/drawingml/2006/main">
              <a:ext uri="{FF2B5EF4-FFF2-40B4-BE49-F238E27FC236}">
                <a16:creationId xmlns:a16="http://schemas.microsoft.com/office/drawing/2014/main" id="{3DCCBFFD-1208-DC98-6F83-AD17B21EFDE4}"/>
              </a:ext>
            </a:extLst>
          </p:cNvPr>
          <p:cNvSpPr>
            <a:spLocks xmlns:a="http://schemas.openxmlformats.org/drawingml/2006/main" noGrp="1"/>
          </p:cNvSpPr>
          <p:nvPr>
            <p:ph type="sldNum" idx="12"/>
          </p:nvPr>
        </p:nvSpPr>
        <p:spPr>
          <a:xfrm xmlns:a="http://schemas.openxmlformats.org/drawingml/2006/main">
            <a:off x="762000" y="6995117"/>
            <a:ext cx="365760" cy="365760"/>
          </a:xfrm>
        </p:spPr>
        <p:txBody>
          <a:bodyPr xmlns:a="http://schemas.openxmlformats.org/drawingml/2006/main"/>
          <a:lstStyle xmlns:a="http://schemas.openxmlformats.org/drawingml/2006/main">
            <a:lvl1pPr>
              <a:buNone/>
              <a:defRPr>
                <a:noFill/>
              </a:defRPr>
            </a:lvl1pPr>
          </a:lstStyle>
          <a:p xmlns:a="http://schemas.openxmlformats.org/drawingml/2006/main">
            <a:fld id="{345D60D9-5372-5F40-9443-0F9AE5BDC3C8}" type="slidenum">
              <a:t>‹#›</a:t>
            </a:fld>
          </a:p>
        </p:txBody>
      </p:sp>
      <p:sp>
        <p:nvSpPr>
          <p:cNvPr id="4" name="Footer Placeholder 3">
            <a:extLst xmlns:a="http://schemas.openxmlformats.org/drawingml/2006/main">
              <a:ext uri="{FF2B5EF4-FFF2-40B4-BE49-F238E27FC236}">
                <a16:creationId xmlns:a16="http://schemas.microsoft.com/office/drawing/2014/main" id="{9C95C387-C6B6-B09D-D9C1-A530A566B205}"/>
              </a:ext>
            </a:extLst>
          </p:cNvPr>
          <p:cNvSpPr>
            <a:spLocks xmlns:a="http://schemas.openxmlformats.org/drawingml/2006/main" noGrp="1"/>
          </p:cNvSpPr>
          <p:nvPr>
            <p:ph type="ftr" idx="36"/>
          </p:nvPr>
        </p:nvSpPr>
        <p:spPr>
          <a:xfrm xmlns:a="http://schemas.openxmlformats.org/drawingml/2006/main">
            <a:off x="1127759" y="6995435"/>
            <a:ext cx="5745379" cy="365125"/>
          </a:xfrm>
        </p:spPr>
        <p:txBody>
          <a:bodyPr xmlns:a="http://schemas.openxmlformats.org/drawingml/2006/main"/>
          <a:lstStyle xmlns:a="http://schemas.openxmlformats.org/drawingml/2006/main">
            <a:lvl1pPr>
              <a:buNone/>
              <a:defRPr>
                <a:noFill/>
              </a:defRPr>
            </a:lvl1pPr>
          </a:lstStyle>
          <a:p xmlns:a="http://schemas.openxmlformats.org/drawingml/2006/main">
            <a:r>
              <a:t>Copyright © 2026, Oracle and/or its affiliates |  Confidential: Internal/Restricted/Highly Restricted</a:t>
            </a:r>
          </a:p>
        </p:txBody>
      </p:sp>
      <p:sp>
        <p:nvSpPr>
          <p:cNvPr id="3" name="Date Placeholder 2">
            <a:extLst xmlns:a="http://schemas.openxmlformats.org/drawingml/2006/main">
              <a:ext uri="{FF2B5EF4-FFF2-40B4-BE49-F238E27FC236}">
                <a16:creationId xmlns:a16="http://schemas.microsoft.com/office/drawing/2014/main" id="{81CE87F9-CC9A-B7B1-715A-1FC35C2906A5}"/>
              </a:ext>
            </a:extLst>
          </p:cNvPr>
          <p:cNvSpPr>
            <a:spLocks xmlns:a="http://schemas.openxmlformats.org/drawingml/2006/main" noGrp="1"/>
          </p:cNvSpPr>
          <p:nvPr>
            <p:ph type="dt" idx="10"/>
          </p:nvPr>
        </p:nvSpPr>
        <p:spPr>
          <a:xfrm xmlns:a="http://schemas.openxmlformats.org/drawingml/2006/main">
            <a:off x="6873138" y="6997061"/>
            <a:ext cx="2743200" cy="363500"/>
          </a:xfrm>
        </p:spPr>
        <p:txBody>
          <a:bodyPr xmlns:a="http://schemas.openxmlformats.org/drawingml/2006/main"/>
          <a:lstStyle xmlns:a="http://schemas.openxmlformats.org/drawingml/2006/main">
            <a:lvl1pPr>
              <a:buNone/>
              <a:defRPr>
                <a:noFill/>
              </a:defRPr>
            </a:lvl1pPr>
          </a:lstStyle>
          <a:p xmlns:a="http://schemas.openxmlformats.org/drawingml/2006/main">
            <a:r>
              <a:t>[Date]</a:t>
            </a:r>
          </a:p>
        </p:txBody>
      </p:sp>
      <p:sp>
        <p:nvSpPr>
          <p:cNvPr id="2" name="Accent mark">
            <a:extLst xmlns:a="http://schemas.openxmlformats.org/drawingml/2006/main">
              <a:ext uri="{FF2B5EF4-FFF2-40B4-BE49-F238E27FC236}">
                <a16:creationId xmlns:a16="http://schemas.microsoft.com/office/drawing/2014/main" id="{834756B5-7E88-686B-81C7-9145FA6393AA}"/>
              </a:ext>
            </a:extLst>
          </p:cNvPr>
          <p:cNvSpPr>
            <a:spLocks xmlns:a="http://schemas.openxmlformats.org/drawingml/2006/main" noGrp="1"/>
          </p:cNvSpPr>
          <p:nvPr/>
        </p:nvSpPr>
        <p:spPr>
          <a:xfrm xmlns:a="http://schemas.openxmlformats.org/drawingml/2006/main">
            <a:off x="793805" y="4166108"/>
            <a:ext cx="365760" cy="36576"/>
          </a:xfrm>
          <a:prstGeom xmlns:a="http://schemas.openxmlformats.org/drawingml/2006/main" prst="rect">
            <a:avLst/>
          </a:prstGeom>
          <a:solidFill xmlns:a="http://schemas.openxmlformats.org/drawingml/2006/main">
            <a:srgbClr val="F0CC7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Tree>
  </p:cSld>
</p:sldLayout>
</file>

<file path=ppt/slideLayouts/slideLayout8.xml><?xml version="1.0" encoding="utf-8"?>
<p:sldLayout xmlns:p="http://schemas.openxmlformats.org/presentationml/2006/main" preserve="1" userDrawn="1">
  <p:cSld name="Title/Cover_5">
    <p:bg>
      <p:bgPr>
        <a:blipFill xmlns:a="http://schemas.openxmlformats.org/drawingml/2006/main" rotWithShape="1">
          <a:blip xmlns:r="http://schemas.openxmlformats.org/officeDocument/2006/relationships" r:embed="R7d00afc9c9f048a6">
            <a:lum/>
          </a:blip>
          <a:srcRect l="0" t="0" r="0" b="0"/>
          <a:stretch>
            <a:fillRect l="0" t="0" r="0" b="0"/>
          </a:stretch>
        </a:blipFill>
      </p:bgPr>
    </p:bg>
    <p:spTree>
      <p:nvGrpSpPr>
        <p:cNvPr id="1" name=""/>
        <p:cNvGrpSpPr/>
        <p:nvPr/>
      </p:nvGrpSpPr>
      <p:grpSpPr>
        <a:xfrm xmlns:a="http://schemas.openxmlformats.org/drawingml/2006/main"/>
      </p:grpSpPr>
      <p:sp>
        <p:nvSpPr>
          <p:cNvPr id="6" name="Title">
            <a:extLst xmlns:a="http://schemas.openxmlformats.org/drawingml/2006/main">
              <a:ext uri="{FF2B5EF4-FFF2-40B4-BE49-F238E27FC236}">
                <a16:creationId xmlns:a16="http://schemas.microsoft.com/office/drawing/2014/main" id="{A274040B-F0B7-0500-24CB-E40A3880817B}"/>
              </a:ext>
            </a:extLst>
          </p:cNvPr>
          <p:cNvSpPr>
            <a:spLocks xmlns:a="http://schemas.openxmlformats.org/drawingml/2006/main" noGrp="1"/>
          </p:cNvSpPr>
          <p:nvPr>
            <p:ph type="ctrTitle" idx="0" hasCustomPrompt="1"/>
          </p:nvPr>
        </p:nvSpPr>
        <p:spPr>
          <a:xfrm xmlns:a="http://schemas.openxmlformats.org/drawingml/2006/main">
            <a:off x="792538" y="2148840"/>
            <a:ext cx="6400800" cy="1280160"/>
          </a:xfrm>
          <a:prstGeom xmlns:a="http://schemas.openxmlformats.org/drawingml/2006/main" prst="rect">
            <a:avLst/>
          </a:prstGeom>
          <a:noFill xmlns:a="http://schemas.openxmlformats.org/drawingml/2006/main"/>
        </p:spPr>
        <p:txBody>
          <a:bodyPr xmlns:a="http://schemas.openxmlformats.org/drawingml/2006/main" vert="horz" wrap="square" lIns="0" tIns="0" rIns="0" bIns="91440" anchor="b">
            <a:noAutofit/>
          </a:bodyPr>
          <a:lstStyle xmlns:a="http://schemas.openxmlformats.org/drawingml/2006/main">
            <a:lvl1pPr>
              <a:lnSpc>
                <a:spcPct val="100000"/>
              </a:lnSpc>
              <a:buNone/>
              <a:defRPr sz="4000" b="1" i="0">
                <a:latin typeface="Oracle Sans Tab"/>
                <a:ea typeface="Oracle Sans Tab"/>
                <a:cs typeface="Oracle Sans Tab"/>
              </a:defRPr>
            </a:lvl1pPr>
          </a:lstStyle>
          <a:p xmlns:a="http://schemas.openxmlformats.org/drawingml/2006/main">
            <a:pPr>
              <a:lnSpc>
                <a:spcPct val="100000"/>
              </a:lnSpc>
              <a:buNone/>
            </a:pPr>
            <a:r>
              <a:t>SCM title (up to two lines) </a:t>
            </a:r>
            <a:br/>
            <a:r>
              <a:t>Oracle Sans Tab Bold</a:t>
            </a:r>
          </a:p>
        </p:txBody>
      </p:sp>
      <p:sp>
        <p:nvSpPr>
          <p:cNvPr id="7" name="Subhead">
            <a:extLst xmlns:a="http://schemas.openxmlformats.org/drawingml/2006/main">
              <a:ext uri="{FF2B5EF4-FFF2-40B4-BE49-F238E27FC236}">
                <a16:creationId xmlns:a16="http://schemas.microsoft.com/office/drawing/2014/main" id="{BB696622-2058-4C4E-FECA-34F1F6C4A20D}"/>
              </a:ext>
            </a:extLst>
          </p:cNvPr>
          <p:cNvSpPr>
            <a:spLocks xmlns:a="http://schemas.openxmlformats.org/drawingml/2006/main" noGrp="1"/>
          </p:cNvSpPr>
          <p:nvPr>
            <p:ph type="body" idx="33" hasCustomPrompt="1"/>
          </p:nvPr>
        </p:nvSpPr>
        <p:spPr>
          <a:xfrm xmlns:a="http://schemas.openxmlformats.org/drawingml/2006/main">
            <a:off x="792538" y="3519553"/>
            <a:ext cx="6400800" cy="341247"/>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marL="0" indent="0" algn="l">
              <a:lnSpc>
                <a:spcPct val="100000"/>
              </a:lnSpc>
              <a:spcBef>
                <a:spcPts val="1000"/>
              </a:spcBef>
              <a:spcAft>
                <a:spcPts val="0"/>
              </a:spcAft>
              <a:buNone/>
              <a:defRPr sz="2400" b="0" i="0">
                <a:solidFill>
                  <a:schemeClr val="tx1"/>
                </a:solidFill>
                <a:latin typeface="Oracle Sans Tab"/>
                <a:ea typeface="Oracle Sans Tab"/>
                <a:cs typeface="Oracle Sans Tab"/>
              </a:defRPr>
            </a:lvl1pPr>
          </a:lstStyle>
          <a:p xmlns:a="http://schemas.openxmlformats.org/drawingml/2006/main">
            <a:pPr marL="0" indent="0" algn="l">
              <a:lnSpc>
                <a:spcPct val="90000"/>
              </a:lnSpc>
              <a:spcBef>
                <a:spcPts val="1000"/>
              </a:spcBef>
              <a:spcAft>
                <a:spcPts val="0"/>
              </a:spcAft>
              <a:buNone/>
            </a:pPr>
            <a:r>
              <a:t>Subhead goes here on one line.</a:t>
            </a:r>
          </a:p>
        </p:txBody>
      </p:sp>
      <p:sp>
        <p:nvSpPr>
          <p:cNvPr id="8" name="Text Field">
            <a:extLst xmlns:a="http://schemas.openxmlformats.org/drawingml/2006/main">
              <a:ext uri="{FF2B5EF4-FFF2-40B4-BE49-F238E27FC236}">
                <a16:creationId xmlns:a16="http://schemas.microsoft.com/office/drawing/2014/main" id="{08AD1B2D-5265-AF61-4278-C58493F3B2D3}"/>
              </a:ext>
            </a:extLst>
          </p:cNvPr>
          <p:cNvSpPr>
            <a:spLocks xmlns:a="http://schemas.openxmlformats.org/drawingml/2006/main" noGrp="1"/>
          </p:cNvSpPr>
          <p:nvPr>
            <p:ph type="body" idx="35" hasCustomPrompt="1"/>
          </p:nvPr>
        </p:nvSpPr>
        <p:spPr>
          <a:xfrm xmlns:a="http://schemas.openxmlformats.org/drawingml/2006/main">
            <a:off x="792538" y="4544568"/>
            <a:ext cx="5077970" cy="26629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pPr>
              <a:buNone/>
            </a:pPr>
            <a:r>
              <a:t>Name</a:t>
            </a:r>
          </a:p>
        </p:txBody>
      </p:sp>
      <p:sp>
        <p:nvSpPr>
          <p:cNvPr id="9" name="Text Field 2">
            <a:extLst xmlns:a="http://schemas.openxmlformats.org/drawingml/2006/main">
              <a:ext uri="{FF2B5EF4-FFF2-40B4-BE49-F238E27FC236}">
                <a16:creationId xmlns:a16="http://schemas.microsoft.com/office/drawing/2014/main" id="{2BC9F5FB-2E6C-6C9C-FB33-0771B5305E36}"/>
              </a:ext>
            </a:extLst>
          </p:cNvPr>
          <p:cNvSpPr>
            <a:spLocks xmlns:a="http://schemas.openxmlformats.org/drawingml/2006/main" noGrp="1"/>
          </p:cNvSpPr>
          <p:nvPr>
            <p:ph type="body" idx="34" hasCustomPrompt="1"/>
          </p:nvPr>
        </p:nvSpPr>
        <p:spPr>
          <a:xfrm xmlns:a="http://schemas.openxmlformats.org/drawingml/2006/main">
            <a:off x="792538" y="4882896"/>
            <a:ext cx="5077970" cy="89518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a:lnSpc>
                <a:spcPct val="100000"/>
              </a:lnSpc>
              <a:buNone/>
              <a:defRPr b="0" i="0">
                <a:latin typeface="Oracle Sans Tab"/>
                <a:ea typeface="Oracle Sans Tab"/>
                <a:cs typeface="Oracle Sans Tab"/>
              </a:defRPr>
            </a:lvl1pPr>
          </a:lstStyle>
          <a:p xmlns:a="http://schemas.openxmlformats.org/drawingml/2006/main">
            <a:pPr>
              <a:buNone/>
            </a:pPr>
            <a:r>
              <a:t>Presenter’s Title</a:t>
            </a:r>
          </a:p>
          <a:p xmlns:a="http://schemas.openxmlformats.org/drawingml/2006/main">
            <a:pPr>
              <a:buNone/>
            </a:pPr>
            <a:r>
              <a:t>Organization, Division or Business Unit</a:t>
            </a:r>
          </a:p>
          <a:p xmlns:a="http://schemas.openxmlformats.org/drawingml/2006/main">
            <a:pPr>
              <a:buNone/>
            </a:pPr>
            <a:r>
              <a:t>Month 00, 2026</a:t>
            </a:r>
          </a:p>
        </p:txBody>
      </p:sp>
      <p:sp>
        <p:nvSpPr>
          <p:cNvPr id="5" name="Slide Number Placeholder 4">
            <a:extLst xmlns:a="http://schemas.openxmlformats.org/drawingml/2006/main">
              <a:ext uri="{FF2B5EF4-FFF2-40B4-BE49-F238E27FC236}">
                <a16:creationId xmlns:a16="http://schemas.microsoft.com/office/drawing/2014/main" id="{68AE499B-EBAD-FB38-949F-59147DB0EA0A}"/>
              </a:ext>
            </a:extLst>
          </p:cNvPr>
          <p:cNvSpPr>
            <a:spLocks xmlns:a="http://schemas.openxmlformats.org/drawingml/2006/main" noGrp="1"/>
          </p:cNvSpPr>
          <p:nvPr>
            <p:ph type="sldNum" idx="12"/>
          </p:nvPr>
        </p:nvSpPr>
        <p:spPr>
          <a:xfrm xmlns:a="http://schemas.openxmlformats.org/drawingml/2006/main">
            <a:off x="762000" y="6995117"/>
            <a:ext cx="365760" cy="365760"/>
          </a:xfrm>
        </p:spPr>
        <p:txBody>
          <a:bodyPr xmlns:a="http://schemas.openxmlformats.org/drawingml/2006/main"/>
          <a:lstStyle xmlns:a="http://schemas.openxmlformats.org/drawingml/2006/main">
            <a:lvl1pPr>
              <a:buNone/>
              <a:defRPr>
                <a:noFill/>
              </a:defRPr>
            </a:lvl1pPr>
          </a:lstStyle>
          <a:p xmlns:a="http://schemas.openxmlformats.org/drawingml/2006/main">
            <a:fld id="{345D60D9-5372-5F40-9443-0F9AE5BDC3C8}" type="slidenum">
              <a:t>‹#›</a:t>
            </a:fld>
          </a:p>
        </p:txBody>
      </p:sp>
      <p:sp>
        <p:nvSpPr>
          <p:cNvPr id="4" name="Footer Placeholder 3">
            <a:extLst xmlns:a="http://schemas.openxmlformats.org/drawingml/2006/main">
              <a:ext uri="{FF2B5EF4-FFF2-40B4-BE49-F238E27FC236}">
                <a16:creationId xmlns:a16="http://schemas.microsoft.com/office/drawing/2014/main" id="{5AB17156-07C5-6698-A84A-64A1E6FB7115}"/>
              </a:ext>
            </a:extLst>
          </p:cNvPr>
          <p:cNvSpPr>
            <a:spLocks xmlns:a="http://schemas.openxmlformats.org/drawingml/2006/main" noGrp="1"/>
          </p:cNvSpPr>
          <p:nvPr>
            <p:ph type="ftr" idx="36"/>
          </p:nvPr>
        </p:nvSpPr>
        <p:spPr>
          <a:xfrm xmlns:a="http://schemas.openxmlformats.org/drawingml/2006/main">
            <a:off x="1127759" y="6995435"/>
            <a:ext cx="5745379" cy="365125"/>
          </a:xfrm>
        </p:spPr>
        <p:txBody>
          <a:bodyPr xmlns:a="http://schemas.openxmlformats.org/drawingml/2006/main"/>
          <a:lstStyle xmlns:a="http://schemas.openxmlformats.org/drawingml/2006/main">
            <a:lvl1pPr>
              <a:buNone/>
              <a:defRPr>
                <a:noFill/>
              </a:defRPr>
            </a:lvl1pPr>
          </a:lstStyle>
          <a:p xmlns:a="http://schemas.openxmlformats.org/drawingml/2006/main">
            <a:r>
              <a:t>Copyright © 2026, Oracle and/or its affiliates |  Confidential: Internal/Restricted/Highly Restricted</a:t>
            </a:r>
          </a:p>
        </p:txBody>
      </p:sp>
      <p:sp>
        <p:nvSpPr>
          <p:cNvPr id="3" name="Date Placeholder 2">
            <a:extLst xmlns:a="http://schemas.openxmlformats.org/drawingml/2006/main">
              <a:ext uri="{FF2B5EF4-FFF2-40B4-BE49-F238E27FC236}">
                <a16:creationId xmlns:a16="http://schemas.microsoft.com/office/drawing/2014/main" id="{E9AF2F7B-85CD-E771-2A37-0C490AADFAA0}"/>
              </a:ext>
            </a:extLst>
          </p:cNvPr>
          <p:cNvSpPr>
            <a:spLocks xmlns:a="http://schemas.openxmlformats.org/drawingml/2006/main" noGrp="1"/>
          </p:cNvSpPr>
          <p:nvPr>
            <p:ph type="dt" idx="10"/>
          </p:nvPr>
        </p:nvSpPr>
        <p:spPr>
          <a:xfrm xmlns:a="http://schemas.openxmlformats.org/drawingml/2006/main">
            <a:off x="6873138" y="6997061"/>
            <a:ext cx="2743200" cy="363500"/>
          </a:xfrm>
        </p:spPr>
        <p:txBody>
          <a:bodyPr xmlns:a="http://schemas.openxmlformats.org/drawingml/2006/main"/>
          <a:lstStyle xmlns:a="http://schemas.openxmlformats.org/drawingml/2006/main">
            <a:lvl1pPr>
              <a:buNone/>
              <a:defRPr>
                <a:noFill/>
              </a:defRPr>
            </a:lvl1pPr>
          </a:lstStyle>
          <a:p xmlns:a="http://schemas.openxmlformats.org/drawingml/2006/main">
            <a:r>
              <a:t>[Date]</a:t>
            </a:r>
          </a:p>
        </p:txBody>
      </p:sp>
      <p:sp>
        <p:nvSpPr>
          <p:cNvPr id="2" name="Accent mark">
            <a:extLst xmlns:a="http://schemas.openxmlformats.org/drawingml/2006/main">
              <a:ext uri="{FF2B5EF4-FFF2-40B4-BE49-F238E27FC236}">
                <a16:creationId xmlns:a16="http://schemas.microsoft.com/office/drawing/2014/main" id="{968E1C2E-E87B-195A-71AA-AC8BE8FEC015}"/>
              </a:ext>
            </a:extLst>
          </p:cNvPr>
          <p:cNvSpPr>
            <a:spLocks xmlns:a="http://schemas.openxmlformats.org/drawingml/2006/main" noGrp="1"/>
          </p:cNvSpPr>
          <p:nvPr/>
        </p:nvSpPr>
        <p:spPr>
          <a:xfrm xmlns:a="http://schemas.openxmlformats.org/drawingml/2006/main">
            <a:off x="793805" y="4166108"/>
            <a:ext cx="365760" cy="36576"/>
          </a:xfrm>
          <a:prstGeom xmlns:a="http://schemas.openxmlformats.org/drawingml/2006/main" prst="rect">
            <a:avLst/>
          </a:prstGeom>
          <a:solidFill xmlns:a="http://schemas.openxmlformats.org/drawingml/2006/main">
            <a:srgbClr val="F0CC7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Tree>
  </p:cSld>
</p:sldLayout>
</file>

<file path=ppt/slideLayouts/slideLayout9.xml><?xml version="1.0" encoding="utf-8"?>
<p:sldLayout xmlns:p="http://schemas.openxmlformats.org/presentationml/2006/main" preserve="1" userDrawn="1">
  <p:cSld name="Cover/Title_6">
    <p:bg>
      <p:bgPr>
        <a:blipFill xmlns:a="http://schemas.openxmlformats.org/drawingml/2006/main" rotWithShape="1">
          <a:blip xmlns:r="http://schemas.openxmlformats.org/officeDocument/2006/relationships" r:embed="Re69eda2ac5c54784">
            <a:lum/>
          </a:blip>
          <a:srcRect l="0" t="0" r="0" b="0"/>
          <a:stretch>
            <a:fillRect l="0" t="0" r="0" b="0"/>
          </a:stretch>
        </a:blipFill>
      </p:bgPr>
    </p:bg>
    <p:spTree>
      <p:nvGrpSpPr>
        <p:cNvPr id="1" name=""/>
        <p:cNvGrpSpPr/>
        <p:nvPr/>
      </p:nvGrpSpPr>
      <p:grpSpPr>
        <a:xfrm xmlns:a="http://schemas.openxmlformats.org/drawingml/2006/main"/>
      </p:grpSpPr>
      <p:sp>
        <p:nvSpPr>
          <p:cNvPr id="6" name="Title">
            <a:extLst xmlns:a="http://schemas.openxmlformats.org/drawingml/2006/main">
              <a:ext uri="{FF2B5EF4-FFF2-40B4-BE49-F238E27FC236}">
                <a16:creationId xmlns:a16="http://schemas.microsoft.com/office/drawing/2014/main" id="{DFFF5E92-4648-2480-5EFA-4514C715D5B2}"/>
              </a:ext>
            </a:extLst>
          </p:cNvPr>
          <p:cNvSpPr>
            <a:spLocks xmlns:a="http://schemas.openxmlformats.org/drawingml/2006/main" noGrp="1"/>
          </p:cNvSpPr>
          <p:nvPr>
            <p:ph type="ctrTitle" idx="0" hasCustomPrompt="1"/>
          </p:nvPr>
        </p:nvSpPr>
        <p:spPr>
          <a:xfrm xmlns:a="http://schemas.openxmlformats.org/drawingml/2006/main">
            <a:off x="792538" y="2148840"/>
            <a:ext cx="6400800" cy="1280160"/>
          </a:xfrm>
          <a:prstGeom xmlns:a="http://schemas.openxmlformats.org/drawingml/2006/main" prst="rect">
            <a:avLst/>
          </a:prstGeom>
          <a:noFill xmlns:a="http://schemas.openxmlformats.org/drawingml/2006/main"/>
        </p:spPr>
        <p:txBody>
          <a:bodyPr xmlns:a="http://schemas.openxmlformats.org/drawingml/2006/main" vert="horz" wrap="square" lIns="0" tIns="0" rIns="0" bIns="91440" anchor="b">
            <a:noAutofit/>
          </a:bodyPr>
          <a:lstStyle xmlns:a="http://schemas.openxmlformats.org/drawingml/2006/main">
            <a:lvl1pPr>
              <a:lnSpc>
                <a:spcPct val="100000"/>
              </a:lnSpc>
              <a:buNone/>
              <a:defRPr sz="4000" b="1" i="0">
                <a:latin typeface="Oracle Sans Tab"/>
                <a:ea typeface="Oracle Sans Tab"/>
                <a:cs typeface="Oracle Sans Tab"/>
              </a:defRPr>
            </a:lvl1pPr>
          </a:lstStyle>
          <a:p xmlns:a="http://schemas.openxmlformats.org/drawingml/2006/main">
            <a:pPr>
              <a:lnSpc>
                <a:spcPct val="100000"/>
              </a:lnSpc>
              <a:buNone/>
            </a:pPr>
            <a:r>
              <a:t>ERP title (up to two lines) </a:t>
            </a:r>
            <a:br/>
            <a:r>
              <a:t>Oracle Sans Tab Bold</a:t>
            </a:r>
          </a:p>
        </p:txBody>
      </p:sp>
      <p:sp>
        <p:nvSpPr>
          <p:cNvPr id="7" name="Subhead">
            <a:extLst xmlns:a="http://schemas.openxmlformats.org/drawingml/2006/main">
              <a:ext uri="{FF2B5EF4-FFF2-40B4-BE49-F238E27FC236}">
                <a16:creationId xmlns:a16="http://schemas.microsoft.com/office/drawing/2014/main" id="{7184176C-647E-4FA4-7662-D8112ED77D34}"/>
              </a:ext>
            </a:extLst>
          </p:cNvPr>
          <p:cNvSpPr>
            <a:spLocks xmlns:a="http://schemas.openxmlformats.org/drawingml/2006/main" noGrp="1"/>
          </p:cNvSpPr>
          <p:nvPr>
            <p:ph type="body" idx="33" hasCustomPrompt="1"/>
          </p:nvPr>
        </p:nvSpPr>
        <p:spPr>
          <a:xfrm xmlns:a="http://schemas.openxmlformats.org/drawingml/2006/main">
            <a:off x="792538" y="3519553"/>
            <a:ext cx="6400800" cy="341247"/>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marL="0" indent="0" algn="l">
              <a:lnSpc>
                <a:spcPct val="100000"/>
              </a:lnSpc>
              <a:spcBef>
                <a:spcPts val="1000"/>
              </a:spcBef>
              <a:spcAft>
                <a:spcPts val="0"/>
              </a:spcAft>
              <a:buNone/>
              <a:defRPr sz="2400" b="0" i="0">
                <a:solidFill>
                  <a:schemeClr val="tx1"/>
                </a:solidFill>
                <a:latin typeface="Oracle Sans Tab"/>
                <a:ea typeface="Oracle Sans Tab"/>
                <a:cs typeface="Oracle Sans Tab"/>
              </a:defRPr>
            </a:lvl1pPr>
          </a:lstStyle>
          <a:p xmlns:a="http://schemas.openxmlformats.org/drawingml/2006/main">
            <a:pPr marL="0" indent="0" algn="l">
              <a:lnSpc>
                <a:spcPct val="90000"/>
              </a:lnSpc>
              <a:spcBef>
                <a:spcPts val="1000"/>
              </a:spcBef>
              <a:spcAft>
                <a:spcPts val="0"/>
              </a:spcAft>
              <a:buNone/>
            </a:pPr>
            <a:r>
              <a:t>Subhead goes here on one line.</a:t>
            </a:r>
          </a:p>
        </p:txBody>
      </p:sp>
      <p:sp>
        <p:nvSpPr>
          <p:cNvPr id="8" name="Text Field">
            <a:extLst xmlns:a="http://schemas.openxmlformats.org/drawingml/2006/main">
              <a:ext uri="{FF2B5EF4-FFF2-40B4-BE49-F238E27FC236}">
                <a16:creationId xmlns:a16="http://schemas.microsoft.com/office/drawing/2014/main" id="{A2EE897B-F943-19EE-12DF-51761821645F}"/>
              </a:ext>
            </a:extLst>
          </p:cNvPr>
          <p:cNvSpPr>
            <a:spLocks xmlns:a="http://schemas.openxmlformats.org/drawingml/2006/main" noGrp="1"/>
          </p:cNvSpPr>
          <p:nvPr>
            <p:ph type="body" idx="35" hasCustomPrompt="1"/>
          </p:nvPr>
        </p:nvSpPr>
        <p:spPr>
          <a:xfrm xmlns:a="http://schemas.openxmlformats.org/drawingml/2006/main">
            <a:off x="792538" y="4544568"/>
            <a:ext cx="5077970" cy="26629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pPr>
              <a:buNone/>
            </a:pPr>
            <a:r>
              <a:t>Name</a:t>
            </a:r>
          </a:p>
        </p:txBody>
      </p:sp>
      <p:sp>
        <p:nvSpPr>
          <p:cNvPr id="9" name="Text Field 2">
            <a:extLst xmlns:a="http://schemas.openxmlformats.org/drawingml/2006/main">
              <a:ext uri="{FF2B5EF4-FFF2-40B4-BE49-F238E27FC236}">
                <a16:creationId xmlns:a16="http://schemas.microsoft.com/office/drawing/2014/main" id="{CA1E31BC-14D4-B856-F073-5EA6A1E77BAC}"/>
              </a:ext>
            </a:extLst>
          </p:cNvPr>
          <p:cNvSpPr>
            <a:spLocks xmlns:a="http://schemas.openxmlformats.org/drawingml/2006/main" noGrp="1"/>
          </p:cNvSpPr>
          <p:nvPr>
            <p:ph type="body" idx="34" hasCustomPrompt="1"/>
          </p:nvPr>
        </p:nvSpPr>
        <p:spPr>
          <a:xfrm xmlns:a="http://schemas.openxmlformats.org/drawingml/2006/main">
            <a:off x="792538" y="4882896"/>
            <a:ext cx="5077970" cy="89518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a:lnSpc>
                <a:spcPct val="100000"/>
              </a:lnSpc>
              <a:buNone/>
              <a:defRPr b="0" i="0">
                <a:latin typeface="Oracle Sans Tab"/>
                <a:ea typeface="Oracle Sans Tab"/>
                <a:cs typeface="Oracle Sans Tab"/>
              </a:defRPr>
            </a:lvl1pPr>
          </a:lstStyle>
          <a:p xmlns:a="http://schemas.openxmlformats.org/drawingml/2006/main">
            <a:pPr>
              <a:buNone/>
            </a:pPr>
            <a:r>
              <a:t>Presenter’s Title</a:t>
            </a:r>
          </a:p>
          <a:p xmlns:a="http://schemas.openxmlformats.org/drawingml/2006/main">
            <a:pPr>
              <a:buNone/>
            </a:pPr>
            <a:r>
              <a:t>Organization, Division or Business Unit</a:t>
            </a:r>
          </a:p>
          <a:p xmlns:a="http://schemas.openxmlformats.org/drawingml/2006/main">
            <a:pPr>
              <a:buNone/>
            </a:pPr>
            <a:r>
              <a:t>Month 00, 2026</a:t>
            </a:r>
          </a:p>
        </p:txBody>
      </p:sp>
      <p:sp>
        <p:nvSpPr>
          <p:cNvPr id="5" name="Slide Number Placeholder 4">
            <a:extLst xmlns:a="http://schemas.openxmlformats.org/drawingml/2006/main">
              <a:ext uri="{FF2B5EF4-FFF2-40B4-BE49-F238E27FC236}">
                <a16:creationId xmlns:a16="http://schemas.microsoft.com/office/drawing/2014/main" id="{543BB43F-1E4E-AE49-23A6-A224E6C2D0D7}"/>
              </a:ext>
            </a:extLst>
          </p:cNvPr>
          <p:cNvSpPr>
            <a:spLocks xmlns:a="http://schemas.openxmlformats.org/drawingml/2006/main" noGrp="1"/>
          </p:cNvSpPr>
          <p:nvPr>
            <p:ph type="sldNum" idx="12"/>
          </p:nvPr>
        </p:nvSpPr>
        <p:spPr>
          <a:xfrm xmlns:a="http://schemas.openxmlformats.org/drawingml/2006/main">
            <a:off x="762000" y="6995117"/>
            <a:ext cx="365760" cy="365760"/>
          </a:xfrm>
        </p:spPr>
        <p:txBody>
          <a:bodyPr xmlns:a="http://schemas.openxmlformats.org/drawingml/2006/main"/>
          <a:lstStyle xmlns:a="http://schemas.openxmlformats.org/drawingml/2006/main">
            <a:lvl1pPr>
              <a:buNone/>
              <a:defRPr>
                <a:noFill/>
              </a:defRPr>
            </a:lvl1pPr>
          </a:lstStyle>
          <a:p xmlns:a="http://schemas.openxmlformats.org/drawingml/2006/main">
            <a:fld id="{345D60D9-5372-5F40-9443-0F9AE5BDC3C8}" type="slidenum">
              <a:t>‹#›</a:t>
            </a:fld>
          </a:p>
        </p:txBody>
      </p:sp>
      <p:sp>
        <p:nvSpPr>
          <p:cNvPr id="4" name="Footer Placeholder 3">
            <a:extLst xmlns:a="http://schemas.openxmlformats.org/drawingml/2006/main">
              <a:ext uri="{FF2B5EF4-FFF2-40B4-BE49-F238E27FC236}">
                <a16:creationId xmlns:a16="http://schemas.microsoft.com/office/drawing/2014/main" id="{504A6EC8-17D1-91B9-9CCB-FE079DA5ABFB}"/>
              </a:ext>
            </a:extLst>
          </p:cNvPr>
          <p:cNvSpPr>
            <a:spLocks xmlns:a="http://schemas.openxmlformats.org/drawingml/2006/main" noGrp="1"/>
          </p:cNvSpPr>
          <p:nvPr>
            <p:ph type="ftr" idx="36"/>
          </p:nvPr>
        </p:nvSpPr>
        <p:spPr>
          <a:xfrm xmlns:a="http://schemas.openxmlformats.org/drawingml/2006/main">
            <a:off x="1127759" y="6995435"/>
            <a:ext cx="5745379" cy="365125"/>
          </a:xfrm>
        </p:spPr>
        <p:txBody>
          <a:bodyPr xmlns:a="http://schemas.openxmlformats.org/drawingml/2006/main"/>
          <a:lstStyle xmlns:a="http://schemas.openxmlformats.org/drawingml/2006/main">
            <a:lvl1pPr>
              <a:buNone/>
              <a:defRPr>
                <a:noFill/>
              </a:defRPr>
            </a:lvl1pPr>
          </a:lstStyle>
          <a:p xmlns:a="http://schemas.openxmlformats.org/drawingml/2006/main">
            <a:r>
              <a:t>Copyright © 2026, Oracle and/or its affiliates |  Confidential: Internal/Restricted/Highly Restricted</a:t>
            </a:r>
          </a:p>
        </p:txBody>
      </p:sp>
      <p:sp>
        <p:nvSpPr>
          <p:cNvPr id="3" name="Date Placeholder 2">
            <a:extLst xmlns:a="http://schemas.openxmlformats.org/drawingml/2006/main">
              <a:ext uri="{FF2B5EF4-FFF2-40B4-BE49-F238E27FC236}">
                <a16:creationId xmlns:a16="http://schemas.microsoft.com/office/drawing/2014/main" id="{EEF621B1-0D26-F83E-E0D2-4B478D80142B}"/>
              </a:ext>
            </a:extLst>
          </p:cNvPr>
          <p:cNvSpPr>
            <a:spLocks xmlns:a="http://schemas.openxmlformats.org/drawingml/2006/main" noGrp="1"/>
          </p:cNvSpPr>
          <p:nvPr>
            <p:ph type="dt" idx="10"/>
          </p:nvPr>
        </p:nvSpPr>
        <p:spPr>
          <a:xfrm xmlns:a="http://schemas.openxmlformats.org/drawingml/2006/main">
            <a:off x="6873138" y="6997061"/>
            <a:ext cx="2743200" cy="363500"/>
          </a:xfrm>
        </p:spPr>
        <p:txBody>
          <a:bodyPr xmlns:a="http://schemas.openxmlformats.org/drawingml/2006/main"/>
          <a:lstStyle xmlns:a="http://schemas.openxmlformats.org/drawingml/2006/main">
            <a:lvl1pPr>
              <a:buNone/>
              <a:defRPr>
                <a:noFill/>
              </a:defRPr>
            </a:lvl1pPr>
          </a:lstStyle>
          <a:p xmlns:a="http://schemas.openxmlformats.org/drawingml/2006/main">
            <a:r>
              <a:t>[Date]</a:t>
            </a:r>
          </a:p>
        </p:txBody>
      </p:sp>
      <p:sp>
        <p:nvSpPr>
          <p:cNvPr id="2" name="Accent mark">
            <a:extLst xmlns:a="http://schemas.openxmlformats.org/drawingml/2006/main">
              <a:ext uri="{FF2B5EF4-FFF2-40B4-BE49-F238E27FC236}">
                <a16:creationId xmlns:a16="http://schemas.microsoft.com/office/drawing/2014/main" id="{4DD9731D-D638-ACED-0DBB-64723445203A}"/>
              </a:ext>
            </a:extLst>
          </p:cNvPr>
          <p:cNvSpPr>
            <a:spLocks xmlns:a="http://schemas.openxmlformats.org/drawingml/2006/main" noGrp="1"/>
          </p:cNvSpPr>
          <p:nvPr/>
        </p:nvSpPr>
        <p:spPr>
          <a:xfrm xmlns:a="http://schemas.openxmlformats.org/drawingml/2006/main">
            <a:off x="793805" y="4166108"/>
            <a:ext cx="365760" cy="36576"/>
          </a:xfrm>
          <a:prstGeom xmlns:a="http://schemas.openxmlformats.org/drawingml/2006/main" prst="rect">
            <a:avLst/>
          </a:prstGeom>
          <a:solidFill xmlns:a="http://schemas.openxmlformats.org/drawingml/2006/main">
            <a:srgbClr val="F0CC7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Tree>
  </p:cSld>
</p:sldLayout>
</file>

<file path=ppt/slideLayouts/slideLayout10.xml><?xml version="1.0" encoding="utf-8"?>
<p:sldLayout xmlns:p="http://schemas.openxmlformats.org/presentationml/2006/main" preserve="1" userDrawn="1">
  <p:cSld name="Title/Cover_7">
    <p:bg>
      <p:bgPr>
        <a:blipFill xmlns:a="http://schemas.openxmlformats.org/drawingml/2006/main" rotWithShape="1">
          <a:blip xmlns:r="http://schemas.openxmlformats.org/officeDocument/2006/relationships" r:embed="R50980e5530454397">
            <a:lum/>
          </a:blip>
          <a:srcRect l="0" t="0" r="0" b="0"/>
          <a:stretch>
            <a:fillRect l="0" t="0" r="0" b="0"/>
          </a:stretch>
        </a:blipFill>
      </p:bgPr>
    </p:bg>
    <p:spTree>
      <p:nvGrpSpPr>
        <p:cNvPr id="1" name=""/>
        <p:cNvGrpSpPr/>
        <p:nvPr/>
      </p:nvGrpSpPr>
      <p:grpSpPr>
        <a:xfrm xmlns:a="http://schemas.openxmlformats.org/drawingml/2006/main"/>
      </p:grpSpPr>
      <p:sp>
        <p:nvSpPr>
          <p:cNvPr id="6" name="Title">
            <a:extLst xmlns:a="http://schemas.openxmlformats.org/drawingml/2006/main">
              <a:ext uri="{FF2B5EF4-FFF2-40B4-BE49-F238E27FC236}">
                <a16:creationId xmlns:a16="http://schemas.microsoft.com/office/drawing/2014/main" id="{1C249B44-5D03-EA20-14C6-F9C2A9AB50F5}"/>
              </a:ext>
            </a:extLst>
          </p:cNvPr>
          <p:cNvSpPr>
            <a:spLocks xmlns:a="http://schemas.openxmlformats.org/drawingml/2006/main" noGrp="1"/>
          </p:cNvSpPr>
          <p:nvPr>
            <p:ph type="ctrTitle" idx="0" hasCustomPrompt="1"/>
          </p:nvPr>
        </p:nvSpPr>
        <p:spPr>
          <a:xfrm xmlns:a="http://schemas.openxmlformats.org/drawingml/2006/main">
            <a:off x="792468" y="2148840"/>
            <a:ext cx="6400800" cy="1280160"/>
          </a:xfrm>
          <a:prstGeom xmlns:a="http://schemas.openxmlformats.org/drawingml/2006/main" prst="rect">
            <a:avLst/>
          </a:prstGeom>
          <a:noFill xmlns:a="http://schemas.openxmlformats.org/drawingml/2006/main"/>
        </p:spPr>
        <p:txBody>
          <a:bodyPr xmlns:a="http://schemas.openxmlformats.org/drawingml/2006/main" vert="horz" wrap="square" lIns="0" tIns="0" rIns="0" bIns="91440" anchor="b">
            <a:noAutofit/>
          </a:bodyPr>
          <a:lstStyle xmlns:a="http://schemas.openxmlformats.org/drawingml/2006/main">
            <a:lvl1pPr>
              <a:lnSpc>
                <a:spcPct val="100000"/>
              </a:lnSpc>
              <a:buNone/>
              <a:defRPr sz="4000" b="1" i="0">
                <a:latin typeface="Oracle Sans Tab"/>
                <a:ea typeface="Oracle Sans Tab"/>
                <a:cs typeface="Oracle Sans Tab"/>
              </a:defRPr>
            </a:lvl1pPr>
          </a:lstStyle>
          <a:p xmlns:a="http://schemas.openxmlformats.org/drawingml/2006/main">
            <a:pPr>
              <a:lnSpc>
                <a:spcPct val="100000"/>
              </a:lnSpc>
              <a:buNone/>
            </a:pPr>
            <a:r>
              <a:t>HCM title (up to two lines) </a:t>
            </a:r>
            <a:br/>
            <a:r>
              <a:t>Oracle Sans Tab Bold</a:t>
            </a:r>
          </a:p>
        </p:txBody>
      </p:sp>
      <p:sp>
        <p:nvSpPr>
          <p:cNvPr id="7" name="Subhead">
            <a:extLst xmlns:a="http://schemas.openxmlformats.org/drawingml/2006/main">
              <a:ext uri="{FF2B5EF4-FFF2-40B4-BE49-F238E27FC236}">
                <a16:creationId xmlns:a16="http://schemas.microsoft.com/office/drawing/2014/main" id="{CFF1AD0F-A521-9C8E-1B0B-C0AAECD3307F}"/>
              </a:ext>
            </a:extLst>
          </p:cNvPr>
          <p:cNvSpPr>
            <a:spLocks xmlns:a="http://schemas.openxmlformats.org/drawingml/2006/main" noGrp="1"/>
          </p:cNvSpPr>
          <p:nvPr>
            <p:ph type="body" idx="33" hasCustomPrompt="1"/>
          </p:nvPr>
        </p:nvSpPr>
        <p:spPr>
          <a:xfrm xmlns:a="http://schemas.openxmlformats.org/drawingml/2006/main">
            <a:off x="792468" y="3519553"/>
            <a:ext cx="6400800" cy="341247"/>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marL="0" indent="0" algn="l">
              <a:lnSpc>
                <a:spcPct val="100000"/>
              </a:lnSpc>
              <a:spcBef>
                <a:spcPts val="1000"/>
              </a:spcBef>
              <a:spcAft>
                <a:spcPts val="0"/>
              </a:spcAft>
              <a:buNone/>
              <a:defRPr sz="2400" b="0" i="0">
                <a:solidFill>
                  <a:schemeClr val="tx1"/>
                </a:solidFill>
                <a:latin typeface="Oracle Sans Tab"/>
                <a:ea typeface="Oracle Sans Tab"/>
                <a:cs typeface="Oracle Sans Tab"/>
              </a:defRPr>
            </a:lvl1pPr>
          </a:lstStyle>
          <a:p xmlns:a="http://schemas.openxmlformats.org/drawingml/2006/main">
            <a:pPr marL="0" indent="0" algn="l">
              <a:lnSpc>
                <a:spcPct val="90000"/>
              </a:lnSpc>
              <a:spcBef>
                <a:spcPts val="1000"/>
              </a:spcBef>
              <a:spcAft>
                <a:spcPts val="0"/>
              </a:spcAft>
              <a:buNone/>
            </a:pPr>
            <a:r>
              <a:t>Subhead goes here on one line.</a:t>
            </a:r>
          </a:p>
        </p:txBody>
      </p:sp>
      <p:sp>
        <p:nvSpPr>
          <p:cNvPr id="8" name="Text Field">
            <a:extLst xmlns:a="http://schemas.openxmlformats.org/drawingml/2006/main">
              <a:ext uri="{FF2B5EF4-FFF2-40B4-BE49-F238E27FC236}">
                <a16:creationId xmlns:a16="http://schemas.microsoft.com/office/drawing/2014/main" id="{6525F097-D9EE-EA10-1A44-3D1D0CC4FBE0}"/>
              </a:ext>
            </a:extLst>
          </p:cNvPr>
          <p:cNvSpPr>
            <a:spLocks xmlns:a="http://schemas.openxmlformats.org/drawingml/2006/main" noGrp="1"/>
          </p:cNvSpPr>
          <p:nvPr>
            <p:ph type="body" idx="35" hasCustomPrompt="1"/>
          </p:nvPr>
        </p:nvSpPr>
        <p:spPr>
          <a:xfrm xmlns:a="http://schemas.openxmlformats.org/drawingml/2006/main">
            <a:off x="792468" y="4544568"/>
            <a:ext cx="5077970" cy="26629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pPr>
              <a:buNone/>
            </a:pPr>
            <a:r>
              <a:t>Name</a:t>
            </a:r>
          </a:p>
        </p:txBody>
      </p:sp>
      <p:sp>
        <p:nvSpPr>
          <p:cNvPr id="9" name="Text Field 2">
            <a:extLst xmlns:a="http://schemas.openxmlformats.org/drawingml/2006/main">
              <a:ext uri="{FF2B5EF4-FFF2-40B4-BE49-F238E27FC236}">
                <a16:creationId xmlns:a16="http://schemas.microsoft.com/office/drawing/2014/main" id="{AE7AB41E-99B0-7F6C-6D90-1255399A4F67}"/>
              </a:ext>
            </a:extLst>
          </p:cNvPr>
          <p:cNvSpPr>
            <a:spLocks xmlns:a="http://schemas.openxmlformats.org/drawingml/2006/main" noGrp="1"/>
          </p:cNvSpPr>
          <p:nvPr>
            <p:ph type="body" idx="34" hasCustomPrompt="1"/>
          </p:nvPr>
        </p:nvSpPr>
        <p:spPr>
          <a:xfrm xmlns:a="http://schemas.openxmlformats.org/drawingml/2006/main">
            <a:off x="792468" y="4882896"/>
            <a:ext cx="5077970" cy="89518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a:lnSpc>
                <a:spcPct val="100000"/>
              </a:lnSpc>
              <a:buNone/>
              <a:defRPr b="0" i="0">
                <a:latin typeface="Oracle Sans Tab"/>
                <a:ea typeface="Oracle Sans Tab"/>
                <a:cs typeface="Oracle Sans Tab"/>
              </a:defRPr>
            </a:lvl1pPr>
          </a:lstStyle>
          <a:p xmlns:a="http://schemas.openxmlformats.org/drawingml/2006/main">
            <a:pPr>
              <a:buNone/>
            </a:pPr>
            <a:r>
              <a:t>Presenter’s Title</a:t>
            </a:r>
          </a:p>
          <a:p xmlns:a="http://schemas.openxmlformats.org/drawingml/2006/main">
            <a:pPr>
              <a:buNone/>
            </a:pPr>
            <a:r>
              <a:t>Organization, Division or Business Unit</a:t>
            </a:r>
          </a:p>
          <a:p xmlns:a="http://schemas.openxmlformats.org/drawingml/2006/main">
            <a:pPr>
              <a:buNone/>
            </a:pPr>
            <a:r>
              <a:t>Month 00, 2026</a:t>
            </a:r>
          </a:p>
        </p:txBody>
      </p:sp>
      <p:sp>
        <p:nvSpPr>
          <p:cNvPr id="5" name="Slide Number Placeholder 4">
            <a:extLst xmlns:a="http://schemas.openxmlformats.org/drawingml/2006/main">
              <a:ext uri="{FF2B5EF4-FFF2-40B4-BE49-F238E27FC236}">
                <a16:creationId xmlns:a16="http://schemas.microsoft.com/office/drawing/2014/main" id="{74811496-0F3F-2EFC-BF0D-44B4652D8EBB}"/>
              </a:ext>
            </a:extLst>
          </p:cNvPr>
          <p:cNvSpPr>
            <a:spLocks xmlns:a="http://schemas.openxmlformats.org/drawingml/2006/main" noGrp="1"/>
          </p:cNvSpPr>
          <p:nvPr>
            <p:ph type="sldNum" idx="12"/>
          </p:nvPr>
        </p:nvSpPr>
        <p:spPr>
          <a:xfrm xmlns:a="http://schemas.openxmlformats.org/drawingml/2006/main">
            <a:off x="762000" y="6995117"/>
            <a:ext cx="365760" cy="365760"/>
          </a:xfrm>
        </p:spPr>
        <p:txBody>
          <a:bodyPr xmlns:a="http://schemas.openxmlformats.org/drawingml/2006/main"/>
          <a:lstStyle xmlns:a="http://schemas.openxmlformats.org/drawingml/2006/main">
            <a:lvl1pPr>
              <a:buNone/>
              <a:defRPr>
                <a:noFill/>
              </a:defRPr>
            </a:lvl1pPr>
          </a:lstStyle>
          <a:p xmlns:a="http://schemas.openxmlformats.org/drawingml/2006/main">
            <a:fld id="{345D60D9-5372-5F40-9443-0F9AE5BDC3C8}" type="slidenum">
              <a:t>‹#›</a:t>
            </a:fld>
          </a:p>
        </p:txBody>
      </p:sp>
      <p:sp>
        <p:nvSpPr>
          <p:cNvPr id="4" name="Footer Placeholder 3">
            <a:extLst xmlns:a="http://schemas.openxmlformats.org/drawingml/2006/main">
              <a:ext uri="{FF2B5EF4-FFF2-40B4-BE49-F238E27FC236}">
                <a16:creationId xmlns:a16="http://schemas.microsoft.com/office/drawing/2014/main" id="{32DEED53-1C90-2AFF-D971-0E0179F66888}"/>
              </a:ext>
            </a:extLst>
          </p:cNvPr>
          <p:cNvSpPr>
            <a:spLocks xmlns:a="http://schemas.openxmlformats.org/drawingml/2006/main" noGrp="1"/>
          </p:cNvSpPr>
          <p:nvPr>
            <p:ph type="ftr" idx="36"/>
          </p:nvPr>
        </p:nvSpPr>
        <p:spPr>
          <a:xfrm xmlns:a="http://schemas.openxmlformats.org/drawingml/2006/main">
            <a:off x="1127759" y="6995435"/>
            <a:ext cx="5745379" cy="365125"/>
          </a:xfrm>
        </p:spPr>
        <p:txBody>
          <a:bodyPr xmlns:a="http://schemas.openxmlformats.org/drawingml/2006/main"/>
          <a:lstStyle xmlns:a="http://schemas.openxmlformats.org/drawingml/2006/main">
            <a:lvl1pPr>
              <a:buNone/>
              <a:defRPr>
                <a:noFill/>
              </a:defRPr>
            </a:lvl1pPr>
          </a:lstStyle>
          <a:p xmlns:a="http://schemas.openxmlformats.org/drawingml/2006/main">
            <a:r>
              <a:t>Copyright © 2026, Oracle and/or its affiliates |  Confidential: Internal/Restricted/Highly Restricted</a:t>
            </a:r>
          </a:p>
        </p:txBody>
      </p:sp>
      <p:sp>
        <p:nvSpPr>
          <p:cNvPr id="3" name="Date Placeholder 2">
            <a:extLst xmlns:a="http://schemas.openxmlformats.org/drawingml/2006/main">
              <a:ext uri="{FF2B5EF4-FFF2-40B4-BE49-F238E27FC236}">
                <a16:creationId xmlns:a16="http://schemas.microsoft.com/office/drawing/2014/main" id="{6C777348-8686-2E82-3270-E018943D1EF1}"/>
              </a:ext>
            </a:extLst>
          </p:cNvPr>
          <p:cNvSpPr>
            <a:spLocks xmlns:a="http://schemas.openxmlformats.org/drawingml/2006/main" noGrp="1"/>
          </p:cNvSpPr>
          <p:nvPr>
            <p:ph type="dt" idx="10"/>
          </p:nvPr>
        </p:nvSpPr>
        <p:spPr>
          <a:xfrm xmlns:a="http://schemas.openxmlformats.org/drawingml/2006/main">
            <a:off x="6873138" y="6997061"/>
            <a:ext cx="2743200" cy="363500"/>
          </a:xfrm>
        </p:spPr>
        <p:txBody>
          <a:bodyPr xmlns:a="http://schemas.openxmlformats.org/drawingml/2006/main"/>
          <a:lstStyle xmlns:a="http://schemas.openxmlformats.org/drawingml/2006/main">
            <a:lvl1pPr>
              <a:buNone/>
              <a:defRPr>
                <a:noFill/>
              </a:defRPr>
            </a:lvl1pPr>
          </a:lstStyle>
          <a:p xmlns:a="http://schemas.openxmlformats.org/drawingml/2006/main">
            <a:r>
              <a:t>[Date]</a:t>
            </a:r>
          </a:p>
        </p:txBody>
      </p:sp>
      <p:sp>
        <p:nvSpPr>
          <p:cNvPr id="11" name="Accent mark">
            <a:extLst xmlns:a="http://schemas.openxmlformats.org/drawingml/2006/main">
              <a:ext uri="{FF2B5EF4-FFF2-40B4-BE49-F238E27FC236}">
                <a16:creationId xmlns:a16="http://schemas.microsoft.com/office/drawing/2014/main" id="{6D3CBBA4-EC09-8E88-4264-A0AC9E88275E}"/>
              </a:ext>
            </a:extLst>
          </p:cNvPr>
          <p:cNvSpPr>
            <a:spLocks xmlns:a="http://schemas.openxmlformats.org/drawingml/2006/main" noGrp="1"/>
          </p:cNvSpPr>
          <p:nvPr/>
        </p:nvSpPr>
        <p:spPr>
          <a:xfrm xmlns:a="http://schemas.openxmlformats.org/drawingml/2006/main">
            <a:off x="793805" y="4166108"/>
            <a:ext cx="365760" cy="36576"/>
          </a:xfrm>
          <a:prstGeom xmlns:a="http://schemas.openxmlformats.org/drawingml/2006/main" prst="rect">
            <a:avLst/>
          </a:prstGeom>
          <a:solidFill xmlns:a="http://schemas.openxmlformats.org/drawingml/2006/main">
            <a:srgbClr val="F0CC7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Tree>
  </p:cSld>
</p:sldLayout>
</file>

<file path=ppt/slideLayouts/slideLayout11.xml><?xml version="1.0" encoding="utf-8"?>
<p:sldLayout xmlns:p="http://schemas.openxmlformats.org/presentationml/2006/main" preserve="1" userDrawn="1">
  <p:cSld name="Title/Cover_8">
    <p:bg>
      <p:bgPr>
        <a:blipFill xmlns:a="http://schemas.openxmlformats.org/drawingml/2006/main" rotWithShape="1">
          <a:blip xmlns:r="http://schemas.openxmlformats.org/officeDocument/2006/relationships" r:embed="R60cb5ced666f44a7">
            <a:lum/>
          </a:blip>
          <a:srcRect l="0" t="0" r="0" b="0"/>
          <a:stretch>
            <a:fillRect l="0" t="0" r="0" b="0"/>
          </a:stretch>
        </a:blipFill>
      </p:bgPr>
    </p:bg>
    <p:spTree>
      <p:nvGrpSpPr>
        <p:cNvPr id="1" name=""/>
        <p:cNvGrpSpPr/>
        <p:nvPr/>
      </p:nvGrpSpPr>
      <p:grpSpPr>
        <a:xfrm xmlns:a="http://schemas.openxmlformats.org/drawingml/2006/main"/>
      </p:grpSpPr>
      <p:sp>
        <p:nvSpPr>
          <p:cNvPr id="6" name="Title">
            <a:extLst xmlns:a="http://schemas.openxmlformats.org/drawingml/2006/main">
              <a:ext uri="{FF2B5EF4-FFF2-40B4-BE49-F238E27FC236}">
                <a16:creationId xmlns:a16="http://schemas.microsoft.com/office/drawing/2014/main" id="{3568EDC7-82E8-C0FD-23C9-5E2F85B327A1}"/>
              </a:ext>
            </a:extLst>
          </p:cNvPr>
          <p:cNvSpPr>
            <a:spLocks xmlns:a="http://schemas.openxmlformats.org/drawingml/2006/main" noGrp="1"/>
          </p:cNvSpPr>
          <p:nvPr>
            <p:ph type="ctrTitle" idx="0" hasCustomPrompt="1"/>
          </p:nvPr>
        </p:nvSpPr>
        <p:spPr>
          <a:xfrm xmlns:a="http://schemas.openxmlformats.org/drawingml/2006/main">
            <a:off x="792468" y="2148840"/>
            <a:ext cx="6400800" cy="1280160"/>
          </a:xfrm>
          <a:prstGeom xmlns:a="http://schemas.openxmlformats.org/drawingml/2006/main" prst="rect">
            <a:avLst/>
          </a:prstGeom>
          <a:noFill xmlns:a="http://schemas.openxmlformats.org/drawingml/2006/main"/>
        </p:spPr>
        <p:txBody>
          <a:bodyPr xmlns:a="http://schemas.openxmlformats.org/drawingml/2006/main" vert="horz" wrap="square" lIns="0" tIns="0" rIns="0" bIns="91440" anchor="b">
            <a:noAutofit/>
          </a:bodyPr>
          <a:lstStyle xmlns:a="http://schemas.openxmlformats.org/drawingml/2006/main">
            <a:lvl1pPr>
              <a:lnSpc>
                <a:spcPct val="100000"/>
              </a:lnSpc>
              <a:buNone/>
              <a:defRPr sz="4000" b="1" i="0">
                <a:latin typeface="Oracle Sans Tab"/>
                <a:ea typeface="Oracle Sans Tab"/>
                <a:cs typeface="Oracle Sans Tab"/>
              </a:defRPr>
            </a:lvl1pPr>
          </a:lstStyle>
          <a:p xmlns:a="http://schemas.openxmlformats.org/drawingml/2006/main">
            <a:pPr>
              <a:lnSpc>
                <a:spcPct val="100000"/>
              </a:lnSpc>
              <a:buNone/>
            </a:pPr>
            <a:r>
              <a:t>CX title (up to two lines) </a:t>
            </a:r>
            <a:br/>
            <a:r>
              <a:t>Oracle Sans Tab Bold</a:t>
            </a:r>
          </a:p>
        </p:txBody>
      </p:sp>
      <p:sp>
        <p:nvSpPr>
          <p:cNvPr id="7" name="Subhead">
            <a:extLst xmlns:a="http://schemas.openxmlformats.org/drawingml/2006/main">
              <a:ext uri="{FF2B5EF4-FFF2-40B4-BE49-F238E27FC236}">
                <a16:creationId xmlns:a16="http://schemas.microsoft.com/office/drawing/2014/main" id="{061B9EB2-A1F6-2571-35A5-B192ACB03AE1}"/>
              </a:ext>
            </a:extLst>
          </p:cNvPr>
          <p:cNvSpPr>
            <a:spLocks xmlns:a="http://schemas.openxmlformats.org/drawingml/2006/main" noGrp="1"/>
          </p:cNvSpPr>
          <p:nvPr>
            <p:ph type="body" idx="33" hasCustomPrompt="1"/>
          </p:nvPr>
        </p:nvSpPr>
        <p:spPr>
          <a:xfrm xmlns:a="http://schemas.openxmlformats.org/drawingml/2006/main">
            <a:off x="792468" y="3519553"/>
            <a:ext cx="6400800" cy="341247"/>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marL="0" indent="0" algn="l">
              <a:lnSpc>
                <a:spcPct val="100000"/>
              </a:lnSpc>
              <a:spcBef>
                <a:spcPts val="1000"/>
              </a:spcBef>
              <a:spcAft>
                <a:spcPts val="0"/>
              </a:spcAft>
              <a:buNone/>
              <a:defRPr sz="2400" b="0" i="0">
                <a:solidFill>
                  <a:schemeClr val="tx1"/>
                </a:solidFill>
                <a:latin typeface="Oracle Sans Tab"/>
                <a:ea typeface="Oracle Sans Tab"/>
                <a:cs typeface="Oracle Sans Tab"/>
              </a:defRPr>
            </a:lvl1pPr>
          </a:lstStyle>
          <a:p xmlns:a="http://schemas.openxmlformats.org/drawingml/2006/main">
            <a:pPr marL="0" indent="0" algn="l">
              <a:lnSpc>
                <a:spcPct val="90000"/>
              </a:lnSpc>
              <a:spcBef>
                <a:spcPts val="1000"/>
              </a:spcBef>
              <a:spcAft>
                <a:spcPts val="0"/>
              </a:spcAft>
              <a:buNone/>
            </a:pPr>
            <a:r>
              <a:t>Subhead goes here on one line.</a:t>
            </a:r>
          </a:p>
        </p:txBody>
      </p:sp>
      <p:sp>
        <p:nvSpPr>
          <p:cNvPr id="8" name="Text Field">
            <a:extLst xmlns:a="http://schemas.openxmlformats.org/drawingml/2006/main">
              <a:ext uri="{FF2B5EF4-FFF2-40B4-BE49-F238E27FC236}">
                <a16:creationId xmlns:a16="http://schemas.microsoft.com/office/drawing/2014/main" id="{6F8D591A-4D00-D5F4-4A83-1E71D6FEAED4}"/>
              </a:ext>
            </a:extLst>
          </p:cNvPr>
          <p:cNvSpPr>
            <a:spLocks xmlns:a="http://schemas.openxmlformats.org/drawingml/2006/main" noGrp="1"/>
          </p:cNvSpPr>
          <p:nvPr>
            <p:ph type="body" idx="35" hasCustomPrompt="1"/>
          </p:nvPr>
        </p:nvSpPr>
        <p:spPr>
          <a:xfrm xmlns:a="http://schemas.openxmlformats.org/drawingml/2006/main">
            <a:off x="792468" y="4544568"/>
            <a:ext cx="5077970" cy="26629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pPr>
              <a:buNone/>
            </a:pPr>
            <a:r>
              <a:t>Name</a:t>
            </a:r>
          </a:p>
        </p:txBody>
      </p:sp>
      <p:sp>
        <p:nvSpPr>
          <p:cNvPr id="9" name="Text Field 2">
            <a:extLst xmlns:a="http://schemas.openxmlformats.org/drawingml/2006/main">
              <a:ext uri="{FF2B5EF4-FFF2-40B4-BE49-F238E27FC236}">
                <a16:creationId xmlns:a16="http://schemas.microsoft.com/office/drawing/2014/main" id="{10E9E6D4-F5CC-7C97-90BB-4EDFBE9AA1B7}"/>
              </a:ext>
            </a:extLst>
          </p:cNvPr>
          <p:cNvSpPr>
            <a:spLocks xmlns:a="http://schemas.openxmlformats.org/drawingml/2006/main" noGrp="1"/>
          </p:cNvSpPr>
          <p:nvPr>
            <p:ph type="body" idx="34" hasCustomPrompt="1"/>
          </p:nvPr>
        </p:nvSpPr>
        <p:spPr>
          <a:xfrm xmlns:a="http://schemas.openxmlformats.org/drawingml/2006/main">
            <a:off x="792468" y="4882896"/>
            <a:ext cx="5077970" cy="89518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a:lnSpc>
                <a:spcPct val="100000"/>
              </a:lnSpc>
              <a:buNone/>
              <a:defRPr b="0" i="0">
                <a:latin typeface="Oracle Sans Tab"/>
                <a:ea typeface="Oracle Sans Tab"/>
                <a:cs typeface="Oracle Sans Tab"/>
              </a:defRPr>
            </a:lvl1pPr>
          </a:lstStyle>
          <a:p xmlns:a="http://schemas.openxmlformats.org/drawingml/2006/main">
            <a:pPr>
              <a:buNone/>
            </a:pPr>
            <a:r>
              <a:t>Presenter’s Title</a:t>
            </a:r>
          </a:p>
          <a:p xmlns:a="http://schemas.openxmlformats.org/drawingml/2006/main">
            <a:pPr>
              <a:buNone/>
            </a:pPr>
            <a:r>
              <a:t>Organization, Division or Business Unit</a:t>
            </a:r>
          </a:p>
          <a:p xmlns:a="http://schemas.openxmlformats.org/drawingml/2006/main">
            <a:pPr>
              <a:buNone/>
            </a:pPr>
            <a:r>
              <a:t>Month 00, 2026</a:t>
            </a:r>
          </a:p>
        </p:txBody>
      </p:sp>
      <p:sp>
        <p:nvSpPr>
          <p:cNvPr id="5" name="Slide Number Placeholder 4">
            <a:extLst xmlns:a="http://schemas.openxmlformats.org/drawingml/2006/main">
              <a:ext uri="{FF2B5EF4-FFF2-40B4-BE49-F238E27FC236}">
                <a16:creationId xmlns:a16="http://schemas.microsoft.com/office/drawing/2014/main" id="{350795E3-D122-12B5-7C04-44DCB3D36801}"/>
              </a:ext>
            </a:extLst>
          </p:cNvPr>
          <p:cNvSpPr>
            <a:spLocks xmlns:a="http://schemas.openxmlformats.org/drawingml/2006/main" noGrp="1"/>
          </p:cNvSpPr>
          <p:nvPr>
            <p:ph type="sldNum" idx="12"/>
          </p:nvPr>
        </p:nvSpPr>
        <p:spPr>
          <a:xfrm xmlns:a="http://schemas.openxmlformats.org/drawingml/2006/main">
            <a:off x="762000" y="6995117"/>
            <a:ext cx="365760" cy="365760"/>
          </a:xfrm>
        </p:spPr>
        <p:txBody>
          <a:bodyPr xmlns:a="http://schemas.openxmlformats.org/drawingml/2006/main"/>
          <a:lstStyle xmlns:a="http://schemas.openxmlformats.org/drawingml/2006/main">
            <a:lvl1pPr>
              <a:buNone/>
              <a:defRPr>
                <a:noFill/>
              </a:defRPr>
            </a:lvl1pPr>
          </a:lstStyle>
          <a:p xmlns:a="http://schemas.openxmlformats.org/drawingml/2006/main">
            <a:fld id="{345D60D9-5372-5F40-9443-0F9AE5BDC3C8}" type="slidenum">
              <a:t>‹#›</a:t>
            </a:fld>
          </a:p>
        </p:txBody>
      </p:sp>
      <p:sp>
        <p:nvSpPr>
          <p:cNvPr id="4" name="Footer Placeholder 3">
            <a:extLst xmlns:a="http://schemas.openxmlformats.org/drawingml/2006/main">
              <a:ext uri="{FF2B5EF4-FFF2-40B4-BE49-F238E27FC236}">
                <a16:creationId xmlns:a16="http://schemas.microsoft.com/office/drawing/2014/main" id="{15748CF8-F274-FB47-CAED-F7B6DBFAB058}"/>
              </a:ext>
            </a:extLst>
          </p:cNvPr>
          <p:cNvSpPr>
            <a:spLocks xmlns:a="http://schemas.openxmlformats.org/drawingml/2006/main" noGrp="1"/>
          </p:cNvSpPr>
          <p:nvPr>
            <p:ph type="ftr" idx="36"/>
          </p:nvPr>
        </p:nvSpPr>
        <p:spPr>
          <a:xfrm xmlns:a="http://schemas.openxmlformats.org/drawingml/2006/main">
            <a:off x="1127759" y="6995435"/>
            <a:ext cx="5745379" cy="365125"/>
          </a:xfrm>
        </p:spPr>
        <p:txBody>
          <a:bodyPr xmlns:a="http://schemas.openxmlformats.org/drawingml/2006/main"/>
          <a:lstStyle xmlns:a="http://schemas.openxmlformats.org/drawingml/2006/main">
            <a:lvl1pPr>
              <a:buNone/>
              <a:defRPr>
                <a:noFill/>
              </a:defRPr>
            </a:lvl1pPr>
          </a:lstStyle>
          <a:p xmlns:a="http://schemas.openxmlformats.org/drawingml/2006/main">
            <a:r>
              <a:t>Copyright © 2026, Oracle and/or its affiliates |  Confidential: Internal/Restricted/Highly Restricted</a:t>
            </a:r>
          </a:p>
        </p:txBody>
      </p:sp>
      <p:sp>
        <p:nvSpPr>
          <p:cNvPr id="3" name="Date Placeholder 2">
            <a:extLst xmlns:a="http://schemas.openxmlformats.org/drawingml/2006/main">
              <a:ext uri="{FF2B5EF4-FFF2-40B4-BE49-F238E27FC236}">
                <a16:creationId xmlns:a16="http://schemas.microsoft.com/office/drawing/2014/main" id="{495B2ADA-461A-FD6A-5CF8-C6DF73B366A2}"/>
              </a:ext>
            </a:extLst>
          </p:cNvPr>
          <p:cNvSpPr>
            <a:spLocks xmlns:a="http://schemas.openxmlformats.org/drawingml/2006/main" noGrp="1"/>
          </p:cNvSpPr>
          <p:nvPr>
            <p:ph type="dt" idx="10"/>
          </p:nvPr>
        </p:nvSpPr>
        <p:spPr>
          <a:xfrm xmlns:a="http://schemas.openxmlformats.org/drawingml/2006/main">
            <a:off x="6873138" y="6997061"/>
            <a:ext cx="2743200" cy="363500"/>
          </a:xfrm>
        </p:spPr>
        <p:txBody>
          <a:bodyPr xmlns:a="http://schemas.openxmlformats.org/drawingml/2006/main"/>
          <a:lstStyle xmlns:a="http://schemas.openxmlformats.org/drawingml/2006/main">
            <a:lvl1pPr>
              <a:buNone/>
              <a:defRPr>
                <a:noFill/>
              </a:defRPr>
            </a:lvl1pPr>
          </a:lstStyle>
          <a:p xmlns:a="http://schemas.openxmlformats.org/drawingml/2006/main">
            <a:r>
              <a:t>[Date]</a:t>
            </a:r>
          </a:p>
        </p:txBody>
      </p:sp>
      <p:sp>
        <p:nvSpPr>
          <p:cNvPr id="2" name="Accent mark">
            <a:extLst xmlns:a="http://schemas.openxmlformats.org/drawingml/2006/main">
              <a:ext uri="{FF2B5EF4-FFF2-40B4-BE49-F238E27FC236}">
                <a16:creationId xmlns:a16="http://schemas.microsoft.com/office/drawing/2014/main" id="{7E4F3939-5D2F-6AB9-8C71-5E770E6D42B8}"/>
              </a:ext>
            </a:extLst>
          </p:cNvPr>
          <p:cNvSpPr>
            <a:spLocks xmlns:a="http://schemas.openxmlformats.org/drawingml/2006/main" noGrp="1"/>
          </p:cNvSpPr>
          <p:nvPr/>
        </p:nvSpPr>
        <p:spPr>
          <a:xfrm xmlns:a="http://schemas.openxmlformats.org/drawingml/2006/main">
            <a:off x="793805" y="4166108"/>
            <a:ext cx="365760" cy="36576"/>
          </a:xfrm>
          <a:prstGeom xmlns:a="http://schemas.openxmlformats.org/drawingml/2006/main" prst="rect">
            <a:avLst/>
          </a:prstGeom>
          <a:solidFill xmlns:a="http://schemas.openxmlformats.org/drawingml/2006/main">
            <a:srgbClr val="F0CC7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Tree>
  </p:cSld>
</p:sldLayout>
</file>

<file path=ppt/slideLayouts/slideLayout12.xml><?xml version="1.0" encoding="utf-8"?>
<p:sldLayout xmlns:p="http://schemas.openxmlformats.org/presentationml/2006/main" preserve="1" userDrawn="1">
  <p:cSld name="Title/Cover_9">
    <p:bg>
      <p:bgPr>
        <a:blipFill xmlns:a="http://schemas.openxmlformats.org/drawingml/2006/main" rotWithShape="1">
          <a:blip xmlns:r="http://schemas.openxmlformats.org/officeDocument/2006/relationships" r:embed="R040ebdfcd33b46b9">
            <a:lum/>
          </a:blip>
          <a:srcRect l="0" t="0" r="0" b="0"/>
          <a:stretch>
            <a:fillRect l="0" t="0" r="0" b="0"/>
          </a:stretch>
        </a:blipFill>
      </p:bgPr>
    </p:bg>
    <p:spTree>
      <p:nvGrpSpPr>
        <p:cNvPr id="1" name=""/>
        <p:cNvGrpSpPr/>
        <p:nvPr/>
      </p:nvGrpSpPr>
      <p:grpSpPr>
        <a:xfrm xmlns:a="http://schemas.openxmlformats.org/drawingml/2006/main"/>
      </p:grpSpPr>
      <p:sp>
        <p:nvSpPr>
          <p:cNvPr id="6" name="Title">
            <a:extLst xmlns:a="http://schemas.openxmlformats.org/drawingml/2006/main">
              <a:ext uri="{FF2B5EF4-FFF2-40B4-BE49-F238E27FC236}">
                <a16:creationId xmlns:a16="http://schemas.microsoft.com/office/drawing/2014/main" id="{5888C5F5-89ED-967B-54C7-2A5658D93832}"/>
              </a:ext>
            </a:extLst>
          </p:cNvPr>
          <p:cNvSpPr>
            <a:spLocks xmlns:a="http://schemas.openxmlformats.org/drawingml/2006/main" noGrp="1"/>
          </p:cNvSpPr>
          <p:nvPr>
            <p:ph type="ctrTitle" idx="0" hasCustomPrompt="1"/>
          </p:nvPr>
        </p:nvSpPr>
        <p:spPr>
          <a:xfrm xmlns:a="http://schemas.openxmlformats.org/drawingml/2006/main">
            <a:off x="792538" y="2148840"/>
            <a:ext cx="6400800" cy="1280160"/>
          </a:xfrm>
          <a:prstGeom xmlns:a="http://schemas.openxmlformats.org/drawingml/2006/main" prst="rect">
            <a:avLst/>
          </a:prstGeom>
          <a:noFill xmlns:a="http://schemas.openxmlformats.org/drawingml/2006/main"/>
        </p:spPr>
        <p:txBody>
          <a:bodyPr xmlns:a="http://schemas.openxmlformats.org/drawingml/2006/main" vert="horz" wrap="square" lIns="0" tIns="0" rIns="0" bIns="91440" anchor="b">
            <a:noAutofit/>
          </a:bodyPr>
          <a:lstStyle xmlns:a="http://schemas.openxmlformats.org/drawingml/2006/main">
            <a:lvl1pPr>
              <a:lnSpc>
                <a:spcPct val="100000"/>
              </a:lnSpc>
              <a:buNone/>
              <a:defRPr sz="4000" b="1" i="0">
                <a:latin typeface="Oracle Sans Tab"/>
                <a:ea typeface="Oracle Sans Tab"/>
                <a:cs typeface="Oracle Sans Tab"/>
              </a:defRPr>
            </a:lvl1pPr>
          </a:lstStyle>
          <a:p xmlns:a="http://schemas.openxmlformats.org/drawingml/2006/main">
            <a:pPr>
              <a:lnSpc>
                <a:spcPct val="100000"/>
              </a:lnSpc>
              <a:buNone/>
            </a:pPr>
            <a:r>
              <a:t>OCI and database title</a:t>
            </a:r>
            <a:br/>
            <a:r>
              <a:t>Oracle Sans Tab Bold</a:t>
            </a:r>
          </a:p>
        </p:txBody>
      </p:sp>
      <p:sp>
        <p:nvSpPr>
          <p:cNvPr id="7" name="Subhead">
            <a:extLst xmlns:a="http://schemas.openxmlformats.org/drawingml/2006/main">
              <a:ext uri="{FF2B5EF4-FFF2-40B4-BE49-F238E27FC236}">
                <a16:creationId xmlns:a16="http://schemas.microsoft.com/office/drawing/2014/main" id="{AB3DC633-5D2F-CD08-25C4-AE0E6A2B5A5A}"/>
              </a:ext>
            </a:extLst>
          </p:cNvPr>
          <p:cNvSpPr>
            <a:spLocks xmlns:a="http://schemas.openxmlformats.org/drawingml/2006/main" noGrp="1"/>
          </p:cNvSpPr>
          <p:nvPr>
            <p:ph type="body" idx="33" hasCustomPrompt="1"/>
          </p:nvPr>
        </p:nvSpPr>
        <p:spPr>
          <a:xfrm xmlns:a="http://schemas.openxmlformats.org/drawingml/2006/main">
            <a:off x="792538" y="3519553"/>
            <a:ext cx="6400800" cy="341247"/>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marL="0" indent="0" algn="l">
              <a:lnSpc>
                <a:spcPct val="100000"/>
              </a:lnSpc>
              <a:spcBef>
                <a:spcPts val="1000"/>
              </a:spcBef>
              <a:spcAft>
                <a:spcPts val="0"/>
              </a:spcAft>
              <a:buNone/>
              <a:defRPr sz="2400" b="0" i="0">
                <a:solidFill>
                  <a:schemeClr val="tx1"/>
                </a:solidFill>
                <a:latin typeface="Oracle Sans Tab"/>
                <a:ea typeface="Oracle Sans Tab"/>
                <a:cs typeface="Oracle Sans Tab"/>
              </a:defRPr>
            </a:lvl1pPr>
          </a:lstStyle>
          <a:p xmlns:a="http://schemas.openxmlformats.org/drawingml/2006/main">
            <a:pPr marL="0" indent="0" algn="l">
              <a:lnSpc>
                <a:spcPct val="90000"/>
              </a:lnSpc>
              <a:spcBef>
                <a:spcPts val="1000"/>
              </a:spcBef>
              <a:spcAft>
                <a:spcPts val="0"/>
              </a:spcAft>
              <a:buNone/>
            </a:pPr>
            <a:r>
              <a:t>Subhead goes here on one line.</a:t>
            </a:r>
          </a:p>
        </p:txBody>
      </p:sp>
      <p:sp>
        <p:nvSpPr>
          <p:cNvPr id="8" name="Text Field">
            <a:extLst xmlns:a="http://schemas.openxmlformats.org/drawingml/2006/main">
              <a:ext uri="{FF2B5EF4-FFF2-40B4-BE49-F238E27FC236}">
                <a16:creationId xmlns:a16="http://schemas.microsoft.com/office/drawing/2014/main" id="{20484561-BBEE-F46D-7F67-EB225BA5D346}"/>
              </a:ext>
            </a:extLst>
          </p:cNvPr>
          <p:cNvSpPr>
            <a:spLocks xmlns:a="http://schemas.openxmlformats.org/drawingml/2006/main" noGrp="1"/>
          </p:cNvSpPr>
          <p:nvPr>
            <p:ph type="body" idx="35" hasCustomPrompt="1"/>
          </p:nvPr>
        </p:nvSpPr>
        <p:spPr>
          <a:xfrm xmlns:a="http://schemas.openxmlformats.org/drawingml/2006/main">
            <a:off x="792538" y="4544568"/>
            <a:ext cx="5077970" cy="26629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pPr>
              <a:buNone/>
            </a:pPr>
            <a:r>
              <a:t>Name</a:t>
            </a:r>
          </a:p>
        </p:txBody>
      </p:sp>
      <p:sp>
        <p:nvSpPr>
          <p:cNvPr id="9" name="Text Field 2">
            <a:extLst xmlns:a="http://schemas.openxmlformats.org/drawingml/2006/main">
              <a:ext uri="{FF2B5EF4-FFF2-40B4-BE49-F238E27FC236}">
                <a16:creationId xmlns:a16="http://schemas.microsoft.com/office/drawing/2014/main" id="{5A2D3ACC-958E-B38F-BE81-FBB225FDED02}"/>
              </a:ext>
            </a:extLst>
          </p:cNvPr>
          <p:cNvSpPr>
            <a:spLocks xmlns:a="http://schemas.openxmlformats.org/drawingml/2006/main" noGrp="1"/>
          </p:cNvSpPr>
          <p:nvPr>
            <p:ph type="body" idx="34" hasCustomPrompt="1"/>
          </p:nvPr>
        </p:nvSpPr>
        <p:spPr>
          <a:xfrm xmlns:a="http://schemas.openxmlformats.org/drawingml/2006/main">
            <a:off x="792538" y="4882896"/>
            <a:ext cx="5077970" cy="89518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a:lnSpc>
                <a:spcPct val="100000"/>
              </a:lnSpc>
              <a:buNone/>
              <a:defRPr b="0" i="0">
                <a:latin typeface="Oracle Sans Tab"/>
                <a:ea typeface="Oracle Sans Tab"/>
                <a:cs typeface="Oracle Sans Tab"/>
              </a:defRPr>
            </a:lvl1pPr>
          </a:lstStyle>
          <a:p xmlns:a="http://schemas.openxmlformats.org/drawingml/2006/main">
            <a:pPr>
              <a:buNone/>
            </a:pPr>
            <a:r>
              <a:t>Presenter’s Title</a:t>
            </a:r>
          </a:p>
          <a:p xmlns:a="http://schemas.openxmlformats.org/drawingml/2006/main">
            <a:pPr>
              <a:buNone/>
            </a:pPr>
            <a:r>
              <a:t>Organization, Division or Business Unit</a:t>
            </a:r>
          </a:p>
          <a:p xmlns:a="http://schemas.openxmlformats.org/drawingml/2006/main">
            <a:pPr>
              <a:buNone/>
            </a:pPr>
            <a:r>
              <a:t>Month 00, 2026</a:t>
            </a:r>
          </a:p>
        </p:txBody>
      </p:sp>
      <p:sp>
        <p:nvSpPr>
          <p:cNvPr id="5" name="Slide Number Placeholder 4">
            <a:extLst xmlns:a="http://schemas.openxmlformats.org/drawingml/2006/main">
              <a:ext uri="{FF2B5EF4-FFF2-40B4-BE49-F238E27FC236}">
                <a16:creationId xmlns:a16="http://schemas.microsoft.com/office/drawing/2014/main" id="{E1DF1B72-C1BE-74C1-FB93-E6FBEBCD12EB}"/>
              </a:ext>
            </a:extLst>
          </p:cNvPr>
          <p:cNvSpPr>
            <a:spLocks xmlns:a="http://schemas.openxmlformats.org/drawingml/2006/main" noGrp="1"/>
          </p:cNvSpPr>
          <p:nvPr>
            <p:ph type="sldNum" idx="12"/>
          </p:nvPr>
        </p:nvSpPr>
        <p:spPr>
          <a:xfrm xmlns:a="http://schemas.openxmlformats.org/drawingml/2006/main">
            <a:off x="762000" y="6995117"/>
            <a:ext cx="365760" cy="365760"/>
          </a:xfrm>
        </p:spPr>
        <p:txBody>
          <a:bodyPr xmlns:a="http://schemas.openxmlformats.org/drawingml/2006/main"/>
          <a:lstStyle xmlns:a="http://schemas.openxmlformats.org/drawingml/2006/main">
            <a:lvl1pPr>
              <a:buNone/>
              <a:defRPr>
                <a:noFill/>
              </a:defRPr>
            </a:lvl1pPr>
          </a:lstStyle>
          <a:p xmlns:a="http://schemas.openxmlformats.org/drawingml/2006/main">
            <a:fld id="{345D60D9-5372-5F40-9443-0F9AE5BDC3C8}" type="slidenum">
              <a:t>‹#›</a:t>
            </a:fld>
          </a:p>
        </p:txBody>
      </p:sp>
      <p:sp>
        <p:nvSpPr>
          <p:cNvPr id="4" name="Footer Placeholder 3">
            <a:extLst xmlns:a="http://schemas.openxmlformats.org/drawingml/2006/main">
              <a:ext uri="{FF2B5EF4-FFF2-40B4-BE49-F238E27FC236}">
                <a16:creationId xmlns:a16="http://schemas.microsoft.com/office/drawing/2014/main" id="{642B772F-C699-22CD-0BF9-575EC2076553}"/>
              </a:ext>
            </a:extLst>
          </p:cNvPr>
          <p:cNvSpPr>
            <a:spLocks xmlns:a="http://schemas.openxmlformats.org/drawingml/2006/main" noGrp="1"/>
          </p:cNvSpPr>
          <p:nvPr>
            <p:ph type="ftr" idx="36"/>
          </p:nvPr>
        </p:nvSpPr>
        <p:spPr>
          <a:xfrm xmlns:a="http://schemas.openxmlformats.org/drawingml/2006/main">
            <a:off x="1127759" y="6995435"/>
            <a:ext cx="5745379" cy="365125"/>
          </a:xfrm>
        </p:spPr>
        <p:txBody>
          <a:bodyPr xmlns:a="http://schemas.openxmlformats.org/drawingml/2006/main"/>
          <a:lstStyle xmlns:a="http://schemas.openxmlformats.org/drawingml/2006/main">
            <a:lvl1pPr>
              <a:buNone/>
              <a:defRPr>
                <a:noFill/>
              </a:defRPr>
            </a:lvl1pPr>
          </a:lstStyle>
          <a:p xmlns:a="http://schemas.openxmlformats.org/drawingml/2006/main">
            <a:r>
              <a:t>Copyright © 2026, Oracle and/or its affiliates |  Confidential: Internal/Restricted/Highly Restricted</a:t>
            </a:r>
          </a:p>
        </p:txBody>
      </p:sp>
      <p:sp>
        <p:nvSpPr>
          <p:cNvPr id="3" name="Date Placeholder 2">
            <a:extLst xmlns:a="http://schemas.openxmlformats.org/drawingml/2006/main">
              <a:ext uri="{FF2B5EF4-FFF2-40B4-BE49-F238E27FC236}">
                <a16:creationId xmlns:a16="http://schemas.microsoft.com/office/drawing/2014/main" id="{D739DA1F-4B89-6385-9E78-4753D4109198}"/>
              </a:ext>
            </a:extLst>
          </p:cNvPr>
          <p:cNvSpPr>
            <a:spLocks xmlns:a="http://schemas.openxmlformats.org/drawingml/2006/main" noGrp="1"/>
          </p:cNvSpPr>
          <p:nvPr>
            <p:ph type="dt" idx="10"/>
          </p:nvPr>
        </p:nvSpPr>
        <p:spPr>
          <a:xfrm xmlns:a="http://schemas.openxmlformats.org/drawingml/2006/main">
            <a:off x="6873138" y="6997061"/>
            <a:ext cx="2743200" cy="363500"/>
          </a:xfrm>
        </p:spPr>
        <p:txBody>
          <a:bodyPr xmlns:a="http://schemas.openxmlformats.org/drawingml/2006/main"/>
          <a:lstStyle xmlns:a="http://schemas.openxmlformats.org/drawingml/2006/main">
            <a:lvl1pPr>
              <a:buNone/>
              <a:defRPr>
                <a:noFill/>
              </a:defRPr>
            </a:lvl1pPr>
          </a:lstStyle>
          <a:p xmlns:a="http://schemas.openxmlformats.org/drawingml/2006/main">
            <a:r>
              <a:t>[Date]</a:t>
            </a:r>
          </a:p>
        </p:txBody>
      </p:sp>
      <p:sp>
        <p:nvSpPr>
          <p:cNvPr id="11" name="Accent mark">
            <a:extLst xmlns:a="http://schemas.openxmlformats.org/drawingml/2006/main">
              <a:ext uri="{FF2B5EF4-FFF2-40B4-BE49-F238E27FC236}">
                <a16:creationId xmlns:a16="http://schemas.microsoft.com/office/drawing/2014/main" id="{F974F57F-EE1C-2E13-9B52-D64DDE2DF988}"/>
              </a:ext>
            </a:extLst>
          </p:cNvPr>
          <p:cNvSpPr>
            <a:spLocks xmlns:a="http://schemas.openxmlformats.org/drawingml/2006/main" noGrp="1"/>
          </p:cNvSpPr>
          <p:nvPr/>
        </p:nvSpPr>
        <p:spPr>
          <a:xfrm xmlns:a="http://schemas.openxmlformats.org/drawingml/2006/main">
            <a:off x="793805" y="4166108"/>
            <a:ext cx="365760" cy="36576"/>
          </a:xfrm>
          <a:prstGeom xmlns:a="http://schemas.openxmlformats.org/drawingml/2006/main" prst="rect">
            <a:avLst/>
          </a:prstGeom>
          <a:solidFill xmlns:a="http://schemas.openxmlformats.org/drawingml/2006/main">
            <a:srgbClr val="F0CC7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Tree>
  </p:cSld>
</p:sldLayout>
</file>

<file path=ppt/slideLayouts/slideLayout13.xml><?xml version="1.0" encoding="utf-8"?>
<p:sldLayout xmlns:p="http://schemas.openxmlformats.org/presentationml/2006/main" preserve="1" userDrawn="1">
  <p:cSld name="Title/Cover_10">
    <p:bg>
      <p:bgPr>
        <a:blipFill xmlns:a="http://schemas.openxmlformats.org/drawingml/2006/main" rotWithShape="1">
          <a:blip xmlns:r="http://schemas.openxmlformats.org/officeDocument/2006/relationships" r:embed="R564ee65a43974c59">
            <a:lum/>
          </a:blip>
          <a:srcRect l="0" t="0" r="0" b="0"/>
          <a:stretch>
            <a:fillRect l="0" t="0" r="0" b="0"/>
          </a:stretch>
        </a:blipFill>
      </p:bgPr>
    </p:bg>
    <p:spTree>
      <p:nvGrpSpPr>
        <p:cNvPr id="1" name=""/>
        <p:cNvGrpSpPr/>
        <p:nvPr/>
      </p:nvGrpSpPr>
      <p:grpSpPr>
        <a:xfrm xmlns:a="http://schemas.openxmlformats.org/drawingml/2006/main"/>
      </p:grpSpPr>
      <p:sp>
        <p:nvSpPr>
          <p:cNvPr id="24" name="Title">
            <a:extLst xmlns:a="http://schemas.openxmlformats.org/drawingml/2006/main">
              <a:ext uri="{FF2B5EF4-FFF2-40B4-BE49-F238E27FC236}">
                <a16:creationId xmlns:a16="http://schemas.microsoft.com/office/drawing/2014/main" id="{461BB5F1-8825-7944-96EB-8445317513F5}"/>
              </a:ext>
            </a:extLst>
          </p:cNvPr>
          <p:cNvSpPr>
            <a:spLocks xmlns:a="http://schemas.openxmlformats.org/drawingml/2006/main" noGrp="1"/>
          </p:cNvSpPr>
          <p:nvPr>
            <p:ph type="ctrTitle" idx="0" hasCustomPrompt="1"/>
          </p:nvPr>
        </p:nvSpPr>
        <p:spPr>
          <a:xfrm xmlns:a="http://schemas.openxmlformats.org/drawingml/2006/main">
            <a:off x="792470" y="2148840"/>
            <a:ext cx="6217920" cy="1280160"/>
          </a:xfrm>
          <a:prstGeom xmlns:a="http://schemas.openxmlformats.org/drawingml/2006/main" prst="rect">
            <a:avLst/>
          </a:prstGeom>
          <a:noFill xmlns:a="http://schemas.openxmlformats.org/drawingml/2006/main"/>
        </p:spPr>
        <p:txBody>
          <a:bodyPr xmlns:a="http://schemas.openxmlformats.org/drawingml/2006/main" vert="horz" wrap="square" lIns="0" tIns="0" rIns="0" bIns="91440" anchor="b">
            <a:noAutofit/>
          </a:bodyPr>
          <a:lstStyle xmlns:a="http://schemas.openxmlformats.org/drawingml/2006/main">
            <a:lvl1pPr>
              <a:lnSpc>
                <a:spcPct val="100000"/>
              </a:lnSpc>
              <a:buNone/>
              <a:defRPr sz="4000" b="1">
                <a:latin typeface="+mn-lt"/>
                <a:ea typeface="+mn-lt"/>
                <a:cs typeface="+mn-lt"/>
              </a:defRPr>
            </a:lvl1pPr>
          </a:lstStyle>
          <a:p xmlns:a="http://schemas.openxmlformats.org/drawingml/2006/main">
            <a:pPr>
              <a:lnSpc>
                <a:spcPct val="100000"/>
              </a:lnSpc>
              <a:buNone/>
            </a:pPr>
            <a:r>
              <a:t>Developer Title</a:t>
            </a:r>
            <a:br/>
            <a:r>
              <a:t>Oracle Sans Tab</a:t>
            </a:r>
          </a:p>
        </p:txBody>
      </p:sp>
      <p:sp>
        <p:nvSpPr>
          <p:cNvPr id="25" name="Subhead">
            <a:extLst xmlns:a="http://schemas.openxmlformats.org/drawingml/2006/main">
              <a:ext uri="{FF2B5EF4-FFF2-40B4-BE49-F238E27FC236}">
                <a16:creationId xmlns:a16="http://schemas.microsoft.com/office/drawing/2014/main" id="{DE85AE1C-733D-7244-A6DA-C3ADBC76ED0C}"/>
              </a:ext>
            </a:extLst>
          </p:cNvPr>
          <p:cNvSpPr>
            <a:spLocks xmlns:a="http://schemas.openxmlformats.org/drawingml/2006/main" noGrp="1"/>
          </p:cNvSpPr>
          <p:nvPr>
            <p:ph type="body" idx="33" hasCustomPrompt="1"/>
          </p:nvPr>
        </p:nvSpPr>
        <p:spPr>
          <a:xfrm xmlns:a="http://schemas.openxmlformats.org/drawingml/2006/main">
            <a:off x="792470" y="3519553"/>
            <a:ext cx="6217920" cy="341247"/>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marL="0" indent="0" algn="l">
              <a:lnSpc>
                <a:spcPct val="100000"/>
              </a:lnSpc>
              <a:spcBef>
                <a:spcPts val="1000"/>
              </a:spcBef>
              <a:spcAft>
                <a:spcPts val="0"/>
              </a:spcAft>
              <a:buNone/>
              <a:defRPr sz="2400" b="0">
                <a:solidFill>
                  <a:schemeClr val="tx1"/>
                </a:solidFill>
              </a:defRPr>
            </a:lvl1pPr>
          </a:lstStyle>
          <a:p xmlns:a="http://schemas.openxmlformats.org/drawingml/2006/main">
            <a:pPr marL="0" indent="0" algn="l">
              <a:lnSpc>
                <a:spcPct val="90000"/>
              </a:lnSpc>
              <a:spcBef>
                <a:spcPts val="1000"/>
              </a:spcBef>
              <a:spcAft>
                <a:spcPts val="0"/>
              </a:spcAft>
              <a:buNone/>
            </a:pPr>
            <a:r>
              <a:t>Subhead goes here on one line.</a:t>
            </a:r>
          </a:p>
        </p:txBody>
      </p:sp>
      <p:sp>
        <p:nvSpPr>
          <p:cNvPr id="11" name="Text Field">
            <a:extLst xmlns:a="http://schemas.openxmlformats.org/drawingml/2006/main">
              <a:ext uri="{FF2B5EF4-FFF2-40B4-BE49-F238E27FC236}">
                <a16:creationId xmlns:a16="http://schemas.microsoft.com/office/drawing/2014/main" id="{5096A149-B6C9-A04E-A2B0-54CCFAA42526}"/>
              </a:ext>
            </a:extLst>
          </p:cNvPr>
          <p:cNvSpPr>
            <a:spLocks xmlns:a="http://schemas.openxmlformats.org/drawingml/2006/main" noGrp="1"/>
          </p:cNvSpPr>
          <p:nvPr>
            <p:ph type="body" idx="35" hasCustomPrompt="1"/>
          </p:nvPr>
        </p:nvSpPr>
        <p:spPr>
          <a:xfrm xmlns:a="http://schemas.openxmlformats.org/drawingml/2006/main">
            <a:off x="792470" y="4544568"/>
            <a:ext cx="5077970" cy="26629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a:lnSpc>
                <a:spcPct val="100000"/>
              </a:lnSpc>
              <a:buNone/>
              <a:defRPr b="1"/>
            </a:lvl1pPr>
          </a:lstStyle>
          <a:p xmlns:a="http://schemas.openxmlformats.org/drawingml/2006/main">
            <a:pPr>
              <a:buNone/>
            </a:pPr>
            <a:r>
              <a:t>Name</a:t>
            </a:r>
          </a:p>
        </p:txBody>
      </p:sp>
      <p:sp>
        <p:nvSpPr>
          <p:cNvPr id="10" name="Text Field 2">
            <a:extLst xmlns:a="http://schemas.openxmlformats.org/drawingml/2006/main">
              <a:ext uri="{FF2B5EF4-FFF2-40B4-BE49-F238E27FC236}">
                <a16:creationId xmlns:a16="http://schemas.microsoft.com/office/drawing/2014/main" id="{A57492F9-1AD2-9346-9BB6-C0CF36DEF5ED}"/>
              </a:ext>
            </a:extLst>
          </p:cNvPr>
          <p:cNvSpPr>
            <a:spLocks xmlns:a="http://schemas.openxmlformats.org/drawingml/2006/main" noGrp="1"/>
          </p:cNvSpPr>
          <p:nvPr>
            <p:ph type="body" idx="34" hasCustomPrompt="1"/>
          </p:nvPr>
        </p:nvSpPr>
        <p:spPr>
          <a:xfrm xmlns:a="http://schemas.openxmlformats.org/drawingml/2006/main">
            <a:off x="792470" y="4882896"/>
            <a:ext cx="5077970" cy="89518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a:lnSpc>
                <a:spcPct val="100000"/>
              </a:lnSpc>
              <a:buNone/>
              <a:defRPr/>
            </a:lvl1pPr>
          </a:lstStyle>
          <a:p xmlns:a="http://schemas.openxmlformats.org/drawingml/2006/main">
            <a:pPr>
              <a:buNone/>
            </a:pPr>
            <a:r>
              <a:t>Presenter’s Title</a:t>
            </a:r>
          </a:p>
          <a:p xmlns:a="http://schemas.openxmlformats.org/drawingml/2006/main">
            <a:pPr>
              <a:buNone/>
            </a:pPr>
            <a:r>
              <a:t>Organization, Division or Business Unit</a:t>
            </a:r>
          </a:p>
          <a:p xmlns:a="http://schemas.openxmlformats.org/drawingml/2006/main">
            <a:pPr>
              <a:buNone/>
            </a:pPr>
            <a:r>
              <a:t>Month 00, 2026</a:t>
            </a:r>
          </a:p>
        </p:txBody>
      </p:sp>
      <p:sp>
        <p:nvSpPr>
          <p:cNvPr id="5" name="Slide Number Placeholder 4">
            <a:extLst xmlns:a="http://schemas.openxmlformats.org/drawingml/2006/main">
              <a:ext uri="{FF2B5EF4-FFF2-40B4-BE49-F238E27FC236}">
                <a16:creationId xmlns:a16="http://schemas.microsoft.com/office/drawing/2014/main" id="{3DCCBFFD-1208-DC98-6F83-AD17B21EFDE4}"/>
              </a:ext>
            </a:extLst>
          </p:cNvPr>
          <p:cNvSpPr>
            <a:spLocks xmlns:a="http://schemas.openxmlformats.org/drawingml/2006/main" noGrp="1"/>
          </p:cNvSpPr>
          <p:nvPr>
            <p:ph type="sldNum" idx="12"/>
          </p:nvPr>
        </p:nvSpPr>
        <p:spPr>
          <a:xfrm xmlns:a="http://schemas.openxmlformats.org/drawingml/2006/main">
            <a:off x="762000" y="6995117"/>
            <a:ext cx="365760" cy="365760"/>
          </a:xfrm>
        </p:spPr>
        <p:txBody>
          <a:bodyPr xmlns:a="http://schemas.openxmlformats.org/drawingml/2006/main"/>
          <a:lstStyle xmlns:a="http://schemas.openxmlformats.org/drawingml/2006/main">
            <a:lvl1pPr>
              <a:buNone/>
              <a:defRPr>
                <a:noFill/>
              </a:defRPr>
            </a:lvl1pPr>
          </a:lstStyle>
          <a:p xmlns:a="http://schemas.openxmlformats.org/drawingml/2006/main">
            <a:fld id="{345D60D9-5372-5F40-9443-0F9AE5BDC3C8}" type="slidenum">
              <a:t>‹#›</a:t>
            </a:fld>
          </a:p>
        </p:txBody>
      </p:sp>
      <p:sp>
        <p:nvSpPr>
          <p:cNvPr id="4" name="Footer Placeholder 3">
            <a:extLst xmlns:a="http://schemas.openxmlformats.org/drawingml/2006/main">
              <a:ext uri="{FF2B5EF4-FFF2-40B4-BE49-F238E27FC236}">
                <a16:creationId xmlns:a16="http://schemas.microsoft.com/office/drawing/2014/main" id="{9C95C387-C6B6-B09D-D9C1-A530A566B205}"/>
              </a:ext>
            </a:extLst>
          </p:cNvPr>
          <p:cNvSpPr>
            <a:spLocks xmlns:a="http://schemas.openxmlformats.org/drawingml/2006/main" noGrp="1"/>
          </p:cNvSpPr>
          <p:nvPr>
            <p:ph type="ftr" idx="36"/>
          </p:nvPr>
        </p:nvSpPr>
        <p:spPr>
          <a:xfrm xmlns:a="http://schemas.openxmlformats.org/drawingml/2006/main">
            <a:off x="1127759" y="6995435"/>
            <a:ext cx="5745379" cy="365125"/>
          </a:xfrm>
        </p:spPr>
        <p:txBody>
          <a:bodyPr xmlns:a="http://schemas.openxmlformats.org/drawingml/2006/main"/>
          <a:lstStyle xmlns:a="http://schemas.openxmlformats.org/drawingml/2006/main">
            <a:lvl1pPr>
              <a:buNone/>
              <a:defRPr>
                <a:noFill/>
              </a:defRPr>
            </a:lvl1pPr>
          </a:lstStyle>
          <a:p xmlns:a="http://schemas.openxmlformats.org/drawingml/2006/main">
            <a:r>
              <a:t>Copyright © 2026, Oracle and/or its affiliates |  Confidential: Internal/Restricted/Highly Restricted</a:t>
            </a:r>
          </a:p>
        </p:txBody>
      </p:sp>
      <p:sp>
        <p:nvSpPr>
          <p:cNvPr id="3" name="Date Placeholder 2">
            <a:extLst xmlns:a="http://schemas.openxmlformats.org/drawingml/2006/main">
              <a:ext uri="{FF2B5EF4-FFF2-40B4-BE49-F238E27FC236}">
                <a16:creationId xmlns:a16="http://schemas.microsoft.com/office/drawing/2014/main" id="{81CE87F9-CC9A-B7B1-715A-1FC35C2906A5}"/>
              </a:ext>
            </a:extLst>
          </p:cNvPr>
          <p:cNvSpPr>
            <a:spLocks xmlns:a="http://schemas.openxmlformats.org/drawingml/2006/main" noGrp="1"/>
          </p:cNvSpPr>
          <p:nvPr>
            <p:ph type="dt" idx="10"/>
          </p:nvPr>
        </p:nvSpPr>
        <p:spPr>
          <a:xfrm xmlns:a="http://schemas.openxmlformats.org/drawingml/2006/main">
            <a:off x="6873138" y="6997061"/>
            <a:ext cx="2743200" cy="363500"/>
          </a:xfrm>
        </p:spPr>
        <p:txBody>
          <a:bodyPr xmlns:a="http://schemas.openxmlformats.org/drawingml/2006/main"/>
          <a:lstStyle xmlns:a="http://schemas.openxmlformats.org/drawingml/2006/main">
            <a:lvl1pPr>
              <a:buNone/>
              <a:defRPr>
                <a:noFill/>
              </a:defRPr>
            </a:lvl1pPr>
          </a:lstStyle>
          <a:p xmlns:a="http://schemas.openxmlformats.org/drawingml/2006/main">
            <a:r>
              <a:t>[Date]</a:t>
            </a:r>
          </a:p>
        </p:txBody>
      </p:sp>
      <p:sp>
        <p:nvSpPr>
          <p:cNvPr id="2" name="Accent mark">
            <a:extLst xmlns:a="http://schemas.openxmlformats.org/drawingml/2006/main">
              <a:ext uri="{FF2B5EF4-FFF2-40B4-BE49-F238E27FC236}">
                <a16:creationId xmlns:a16="http://schemas.microsoft.com/office/drawing/2014/main" id="{834756B5-7E88-686B-81C7-9145FA6393AA}"/>
              </a:ext>
            </a:extLst>
          </p:cNvPr>
          <p:cNvSpPr>
            <a:spLocks xmlns:a="http://schemas.openxmlformats.org/drawingml/2006/main" noGrp="1"/>
          </p:cNvSpPr>
          <p:nvPr/>
        </p:nvSpPr>
        <p:spPr>
          <a:xfrm xmlns:a="http://schemas.openxmlformats.org/drawingml/2006/main">
            <a:off x="793805" y="4166108"/>
            <a:ext cx="365760" cy="36576"/>
          </a:xfrm>
          <a:prstGeom xmlns:a="http://schemas.openxmlformats.org/drawingml/2006/main" prst="rect">
            <a:avLst/>
          </a:prstGeom>
          <a:solidFill xmlns:a="http://schemas.openxmlformats.org/drawingml/2006/main">
            <a:srgbClr val="F0CC7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Tree>
  </p:cSld>
</p:sldLayout>
</file>

<file path=ppt/slideLayouts/slideLayout14.xml><?xml version="1.0" encoding="utf-8"?>
<p:sldLayout xmlns:p="http://schemas.openxmlformats.org/presentationml/2006/main" preserve="1" userDrawn="1">
  <p:cSld name="Section-full-image">
    <p:bg>
      <p:bgPr>
        <a:solidFill xmlns:a="http://schemas.openxmlformats.org/drawingml/2006/main">
          <a:schemeClr val="bg2"/>
        </a:solidFill>
      </p:bgPr>
    </p:bg>
    <p:spTree>
      <p:nvGrpSpPr>
        <p:cNvPr id="1" name=""/>
        <p:cNvGrpSpPr/>
        <p:nvPr/>
      </p:nvGrpSpPr>
      <p:grpSpPr>
        <a:xfrm xmlns:a="http://schemas.openxmlformats.org/drawingml/2006/main"/>
      </p:grpSpPr>
      <p:sp>
        <p:nvSpPr>
          <p:cNvPr id="2" name="Gradient overlay">
            <a:extLst xmlns:a="http://schemas.openxmlformats.org/drawingml/2006/main">
              <a:ext uri="{FF2B5EF4-FFF2-40B4-BE49-F238E27FC236}">
                <a16:creationId xmlns:a16="http://schemas.microsoft.com/office/drawing/2014/main" id="{02A90784-90AA-1B27-460D-B876463465E4}"/>
              </a:ext>
            </a:extLst>
          </p:cNvPr>
          <p:cNvSpPr>
            <a:spLocks xmlns:a="http://schemas.openxmlformats.org/drawingml/2006/main" noGrp="1"/>
          </p:cNvSpPr>
          <p:nvPr/>
        </p:nvSpPr>
        <p:spPr>
          <a:xfrm xmlns:a="http://schemas.openxmlformats.org/drawingml/2006/main">
            <a:off x="0" y="0"/>
            <a:ext cx="7467585" cy="6858000"/>
          </a:xfrm>
          <a:prstGeom xmlns:a="http://schemas.openxmlformats.org/drawingml/2006/main" prst="rect">
            <a:avLst/>
          </a:prstGeom>
          <a:gradFill xmlns:a="http://schemas.openxmlformats.org/drawingml/2006/main">
            <a:gsLst>
              <a:gs pos="69000">
                <a:schemeClr val="bg2">
                  <a:alpha val="65000"/>
                </a:schemeClr>
              </a:gs>
              <a:gs pos="0">
                <a:schemeClr val="bg2"/>
              </a:gs>
              <a:gs pos="100000">
                <a:schemeClr val="bg2">
                  <a:alpha val="0"/>
                </a:schemeClr>
              </a:gs>
            </a:gsLst>
            <a:lin ang="0" scaled="0"/>
          </a:gra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itle 5">
            <a:extLst xmlns:a="http://schemas.openxmlformats.org/drawingml/2006/main">
              <a:ext uri="{FF2B5EF4-FFF2-40B4-BE49-F238E27FC236}">
                <a16:creationId xmlns:a16="http://schemas.microsoft.com/office/drawing/2014/main" id="{2A8370DC-7E17-3B48-B968-7FBF1A513E5D}"/>
              </a:ext>
            </a:extLst>
          </p:cNvPr>
          <p:cNvSpPr>
            <a:spLocks xmlns:a="http://schemas.openxmlformats.org/drawingml/2006/main" noGrp="1"/>
          </p:cNvSpPr>
          <p:nvPr>
            <p:ph type="title" idx="0" hasCustomPrompt="1"/>
          </p:nvPr>
        </p:nvSpPr>
        <p:spPr>
          <a:xfrm xmlns:a="http://schemas.openxmlformats.org/drawingml/2006/main">
            <a:off x="768871" y="2337132"/>
            <a:ext cx="6217920" cy="1280160"/>
          </a:xfrm>
          <a:prstGeom xmlns:a="http://schemas.openxmlformats.org/drawingml/2006/main" prst="rect">
            <a:avLst/>
          </a:prstGeom>
          <a:noFill xmlns:a="http://schemas.openxmlformats.org/drawingml/2006/main"/>
        </p:spPr>
        <p:txBody>
          <a:bodyPr xmlns:a="http://schemas.openxmlformats.org/drawingml/2006/main" vert="horz" wrap="square" lIns="0" tIns="0" rIns="0" bIns="0" anchor="b">
            <a:noAutofit/>
          </a:bodyPr>
          <a:lstStyle xmlns:a="http://schemas.openxmlformats.org/drawingml/2006/main">
            <a:lvl1pPr>
              <a:lnSpc>
                <a:spcPct val="100000"/>
              </a:lnSpc>
              <a:buNone/>
              <a:defRPr sz="4000" b="1" i="0">
                <a:solidFill>
                  <a:schemeClr val="tx1"/>
                </a:solidFill>
                <a:latin typeface="Oracle Sans Tab"/>
                <a:ea typeface="Oracle Sans Tab"/>
                <a:cs typeface="Oracle Sans Tab"/>
              </a:defRPr>
            </a:lvl1pPr>
          </a:lstStyle>
          <a:p xmlns:a="http://schemas.openxmlformats.org/drawingml/2006/main">
            <a:pPr>
              <a:lnSpc>
                <a:spcPct val="100000"/>
              </a:lnSpc>
              <a:buNone/>
            </a:pPr>
            <a:r>
              <a:t>Cross-pillar, Industries, and General Divider Title</a:t>
            </a:r>
          </a:p>
        </p:txBody>
      </p:sp>
      <p:sp>
        <p:nvSpPr>
          <p:cNvPr id="11" name="Slide Number Placeholder 7">
            <a:extLst xmlns:a="http://schemas.openxmlformats.org/drawingml/2006/main">
              <a:ext uri="{FF2B5EF4-FFF2-40B4-BE49-F238E27FC236}">
                <a16:creationId xmlns:a16="http://schemas.microsoft.com/office/drawing/2014/main" id="{F080221B-C8EC-00E9-AA2D-F8C154AA3CA5}"/>
              </a:ext>
            </a:extLst>
          </p:cNvPr>
          <p:cNvSpPr>
            <a:spLocks xmlns:a="http://schemas.openxmlformats.org/drawingml/2006/main" noGrp="1"/>
          </p:cNvSpPr>
          <p:nvPr>
            <p:ph type="sldNum" idx="12"/>
          </p:nvPr>
        </p:nvSpPr>
        <p:spPr>
          <a:xfrm xmlns:a="http://schemas.openxmlformats.org/drawingml/2006/main">
            <a:off x="762000" y="6995117"/>
            <a:ext cx="365760" cy="365760"/>
          </a:xfrm>
        </p:spPr>
        <p:txBody>
          <a:bodyPr xmlns:a="http://schemas.openxmlformats.org/drawingml/2006/main"/>
          <a:lstStyle xmlns:a="http://schemas.openxmlformats.org/drawingml/2006/main">
            <a:lvl1pPr>
              <a:buNone/>
              <a:defRPr>
                <a:noFill/>
              </a:defRPr>
            </a:lvl1pPr>
          </a:lstStyle>
          <a:p xmlns:a="http://schemas.openxmlformats.org/drawingml/2006/main">
            <a:fld id="{345D60D9-5372-5F40-9443-0F9AE5BDC3C8}" type="slidenum">
              <a:t>‹#›</a:t>
            </a:fld>
          </a:p>
        </p:txBody>
      </p:sp>
      <p:sp>
        <p:nvSpPr>
          <p:cNvPr id="13" name="Footer Placeholder 4">
            <a:extLst xmlns:a="http://schemas.openxmlformats.org/drawingml/2006/main">
              <a:ext uri="{FF2B5EF4-FFF2-40B4-BE49-F238E27FC236}">
                <a16:creationId xmlns:a16="http://schemas.microsoft.com/office/drawing/2014/main" id="{6C539CEF-A482-43F9-5E0C-FBA849CD6ADB}"/>
              </a:ext>
            </a:extLst>
          </p:cNvPr>
          <p:cNvSpPr>
            <a:spLocks xmlns:a="http://schemas.openxmlformats.org/drawingml/2006/main" noGrp="1"/>
          </p:cNvSpPr>
          <p:nvPr>
            <p:ph type="ftr" idx="11"/>
          </p:nvPr>
        </p:nvSpPr>
        <p:spPr>
          <a:xfrm xmlns:a="http://schemas.openxmlformats.org/drawingml/2006/main">
            <a:off x="1127759" y="6995435"/>
            <a:ext cx="5745379" cy="365125"/>
          </a:xfrm>
        </p:spPr>
        <p:txBody>
          <a:bodyPr xmlns:a="http://schemas.openxmlformats.org/drawingml/2006/main"/>
          <a:lstStyle xmlns:a="http://schemas.openxmlformats.org/drawingml/2006/main">
            <a:lvl1pPr>
              <a:buNone/>
              <a:defRPr>
                <a:noFill/>
              </a:defRPr>
            </a:lvl1pPr>
          </a:lstStyle>
          <a:p xmlns:a="http://schemas.openxmlformats.org/drawingml/2006/main">
            <a:r>
              <a:t>Copyright © 2026, Oracle and/or its affiliates |  Confidential: Internal/Restricted/Highly Restricted</a:t>
            </a:r>
          </a:p>
        </p:txBody>
      </p:sp>
      <p:sp>
        <p:nvSpPr>
          <p:cNvPr id="15" name="Date Placeholder 2">
            <a:extLst xmlns:a="http://schemas.openxmlformats.org/drawingml/2006/main">
              <a:ext uri="{FF2B5EF4-FFF2-40B4-BE49-F238E27FC236}">
                <a16:creationId xmlns:a16="http://schemas.microsoft.com/office/drawing/2014/main" id="{F9083701-4310-37DF-B760-F9C5578E1E79}"/>
              </a:ext>
            </a:extLst>
          </p:cNvPr>
          <p:cNvSpPr>
            <a:spLocks xmlns:a="http://schemas.openxmlformats.org/drawingml/2006/main" noGrp="1"/>
          </p:cNvSpPr>
          <p:nvPr>
            <p:ph type="dt" idx="10"/>
          </p:nvPr>
        </p:nvSpPr>
        <p:spPr>
          <a:xfrm xmlns:a="http://schemas.openxmlformats.org/drawingml/2006/main">
            <a:off x="6873138" y="6997061"/>
            <a:ext cx="2743200" cy="363500"/>
          </a:xfrm>
        </p:spPr>
        <p:txBody>
          <a:bodyPr xmlns:a="http://schemas.openxmlformats.org/drawingml/2006/main"/>
          <a:lstStyle xmlns:a="http://schemas.openxmlformats.org/drawingml/2006/main">
            <a:lvl1pPr>
              <a:buNone/>
              <a:defRPr>
                <a:noFill/>
              </a:defRPr>
            </a:lvl1pPr>
          </a:lstStyle>
          <a:p xmlns:a="http://schemas.openxmlformats.org/drawingml/2006/main">
            <a:r>
              <a:t>[Date]</a:t>
            </a:r>
          </a:p>
        </p:txBody>
      </p:sp>
      <p:sp>
        <p:nvSpPr>
          <p:cNvPr id="4" name="Subhead">
            <a:extLst xmlns:a="http://schemas.openxmlformats.org/drawingml/2006/main">
              <a:ext uri="{FF2B5EF4-FFF2-40B4-BE49-F238E27FC236}">
                <a16:creationId xmlns:a16="http://schemas.microsoft.com/office/drawing/2014/main" id="{AC267B18-559A-5001-F10C-C0FCF070F435}"/>
              </a:ext>
            </a:extLst>
          </p:cNvPr>
          <p:cNvSpPr>
            <a:spLocks xmlns:a="http://schemas.openxmlformats.org/drawingml/2006/main" noGrp="1"/>
          </p:cNvSpPr>
          <p:nvPr>
            <p:ph type="body" idx="33" hasCustomPrompt="1"/>
          </p:nvPr>
        </p:nvSpPr>
        <p:spPr>
          <a:xfrm xmlns:a="http://schemas.openxmlformats.org/drawingml/2006/main">
            <a:off x="776689" y="4135193"/>
            <a:ext cx="6400800" cy="68125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marL="0" indent="0" algn="l">
              <a:lnSpc>
                <a:spcPct val="100000"/>
              </a:lnSpc>
              <a:spcBef>
                <a:spcPts val="600"/>
              </a:spcBef>
              <a:spcAft>
                <a:spcPts val="0"/>
              </a:spcAft>
              <a:buNone/>
              <a:defRPr sz="2000" b="0">
                <a:solidFill>
                  <a:schemeClr val="tx1"/>
                </a:solidFill>
              </a:defRPr>
            </a:lvl1pPr>
          </a:lstStyle>
          <a:p xmlns:a="http://schemas.openxmlformats.org/drawingml/2006/main">
            <a:pPr marL="0" indent="0" algn="l">
              <a:lnSpc>
                <a:spcPct val="90000"/>
              </a:lnSpc>
              <a:spcBef>
                <a:spcPts val="1000"/>
              </a:spcBef>
              <a:spcAft>
                <a:spcPts val="0"/>
              </a:spcAft>
              <a:buNone/>
            </a:pPr>
            <a:r>
              <a:t>Subhead goes here.</a:t>
            </a:r>
          </a:p>
        </p:txBody>
      </p:sp>
    </p:spTree>
  </p:cSld>
</p:sldLayout>
</file>

<file path=ppt/slideLayouts/slideLayout15.xml><?xml version="1.0" encoding="utf-8"?>
<p:sldLayout xmlns:p="http://schemas.openxmlformats.org/presentationml/2006/main" preserve="1" userDrawn="1">
  <p:cSld name="Light - Divider_Image">
    <p:bg>
      <p:bgRef idx="1001">
        <a:schemeClr xmlns:a="http://schemas.openxmlformats.org/drawingml/2006/main" val="bg2"/>
      </p:bgRef>
    </p:bg>
    <p:spTree>
      <p:nvGrpSpPr>
        <p:cNvPr id="1" name=""/>
        <p:cNvGrpSpPr/>
        <p:nvPr/>
      </p:nvGrpSpPr>
      <p:grpSpPr>
        <a:xfrm xmlns:a="http://schemas.openxmlformats.org/drawingml/2006/main"/>
      </p:grpSpPr>
      <p:sp>
        <p:nvSpPr>
          <p:cNvPr id="7" name="Title 5">
            <a:extLst xmlns:a="http://schemas.openxmlformats.org/drawingml/2006/main">
              <a:ext uri="{FF2B5EF4-FFF2-40B4-BE49-F238E27FC236}">
                <a16:creationId xmlns:a16="http://schemas.microsoft.com/office/drawing/2014/main" id="{DE8EE698-DD9E-FCA6-2E7D-4B8B85A548EA}"/>
              </a:ext>
            </a:extLst>
          </p:cNvPr>
          <p:cNvSpPr>
            <a:spLocks xmlns:a="http://schemas.openxmlformats.org/drawingml/2006/main" noGrp="1"/>
          </p:cNvSpPr>
          <p:nvPr>
            <p:ph type="title" idx="0" hasCustomPrompt="1"/>
          </p:nvPr>
        </p:nvSpPr>
        <p:spPr>
          <a:xfrm xmlns:a="http://schemas.openxmlformats.org/drawingml/2006/main">
            <a:off x="768871" y="2337132"/>
            <a:ext cx="4321300" cy="1280160"/>
          </a:xfrm>
          <a:prstGeom xmlns:a="http://schemas.openxmlformats.org/drawingml/2006/main" prst="rect">
            <a:avLst/>
          </a:prstGeom>
          <a:noFill xmlns:a="http://schemas.openxmlformats.org/drawingml/2006/main"/>
        </p:spPr>
        <p:txBody>
          <a:bodyPr xmlns:a="http://schemas.openxmlformats.org/drawingml/2006/main" vert="horz" wrap="square" lIns="0" tIns="0" rIns="0" bIns="0" anchor="b">
            <a:noAutofit/>
          </a:bodyPr>
          <a:lstStyle xmlns:a="http://schemas.openxmlformats.org/drawingml/2006/main">
            <a:lvl1pPr>
              <a:lnSpc>
                <a:spcPct val="100000"/>
              </a:lnSpc>
              <a:buNone/>
              <a:defRPr sz="4000" b="1" i="0">
                <a:latin typeface="Oracle Sans Tab"/>
                <a:ea typeface="Oracle Sans Tab"/>
                <a:cs typeface="Oracle Sans Tab"/>
              </a:defRPr>
            </a:lvl1pPr>
          </a:lstStyle>
          <a:p xmlns:a="http://schemas.openxmlformats.org/drawingml/2006/main">
            <a:pPr>
              <a:lnSpc>
                <a:spcPct val="100000"/>
              </a:lnSpc>
              <a:buNone/>
            </a:pPr>
            <a:r>
              <a:t>General divider with image</a:t>
            </a:r>
          </a:p>
        </p:txBody>
      </p:sp>
      <p:sp>
        <p:nvSpPr>
          <p:cNvPr id="16" name="Picture Placeholder 15">
            <a:extLst xmlns:a="http://schemas.openxmlformats.org/drawingml/2006/main">
              <a:ext uri="{FF2B5EF4-FFF2-40B4-BE49-F238E27FC236}">
                <a16:creationId xmlns:a16="http://schemas.microsoft.com/office/drawing/2014/main" id="{7A66C82B-D6A6-34D6-659C-66E009B70507}"/>
              </a:ext>
            </a:extLst>
          </p:cNvPr>
          <p:cNvSpPr>
            <a:spLocks xmlns:a="http://schemas.openxmlformats.org/drawingml/2006/main" noGrp="1"/>
          </p:cNvSpPr>
          <p:nvPr>
            <p:ph type="pic" idx="34" hasCustomPrompt="1"/>
          </p:nvPr>
        </p:nvSpPr>
        <p:spPr>
          <a:xfrm xmlns:a="http://schemas.openxmlformats.org/drawingml/2006/main">
            <a:off x="6096000" y="0"/>
            <a:ext cx="6096000" cy="6858000"/>
          </a:xfrm>
          <a:custGeom xmlns:a="http://schemas.openxmlformats.org/drawingml/2006/main">
            <a:rect l="l" t="t" r="r" b="b"/>
            <a:pathLst>
              <a:path w="6096000" h="6858000">
                <a:moveTo>
                  <a:pt x="0" y="0"/>
                </a:moveTo>
                <a:lnTo>
                  <a:pt x="6096000" y="0"/>
                </a:lnTo>
                <a:lnTo>
                  <a:pt x="6096000" y="6858000"/>
                </a:lnTo>
                <a:lnTo>
                  <a:pt x="5699731" y="6858000"/>
                </a:lnTo>
                <a:lnTo>
                  <a:pt x="5699731" y="6464808"/>
                </a:lnTo>
                <a:lnTo>
                  <a:pt x="5306539" y="6464808"/>
                </a:lnTo>
                <a:lnTo>
                  <a:pt x="5306539" y="6858000"/>
                </a:lnTo>
                <a:lnTo>
                  <a:pt x="0" y="6858000"/>
                </a:lnTo>
                <a:close/>
              </a:path>
            </a:pathLst>
          </a:custGeom>
          <a:solidFill xmlns:a="http://schemas.openxmlformats.org/drawingml/2006/main">
            <a:srgbClr val="AEA8A2"/>
          </a:solidFill>
        </p:spPr>
        <p:txBody>
          <a:bodyPr xmlns:a="http://schemas.openxmlformats.org/drawingml/2006/main" wrap="square" lIns="72000" tIns="72000" rIns="0">
            <a:noAutofit/>
          </a:bodyPr>
          <a:lstStyle xmlns:a="http://schemas.openxmlformats.org/drawingml/2006/main">
            <a:lvl1pPr algn="ctr">
              <a:buNone/>
              <a:defRPr sz="1400" b="0" i="0">
                <a:solidFill>
                  <a:srgbClr val="2A2F2F"/>
                </a:solidFill>
                <a:latin typeface="Oracle Sans Tab"/>
                <a:ea typeface="Oracle Sans Tab"/>
                <a:cs typeface="Oracle Sans Tab"/>
              </a:defRPr>
            </a:lvl1pPr>
          </a:lstStyle>
          <a:p xmlns:a="http://schemas.openxmlformats.org/drawingml/2006/main">
            <a:r>
              <a:t>Click to add photo or illustration</a:t>
            </a:r>
          </a:p>
        </p:txBody>
      </p:sp>
      <p:sp>
        <p:nvSpPr>
          <p:cNvPr id="8" name="Slide Number Placeholder 7">
            <a:extLst xmlns:a="http://schemas.openxmlformats.org/drawingml/2006/main">
              <a:ext uri="{FF2B5EF4-FFF2-40B4-BE49-F238E27FC236}">
                <a16:creationId xmlns:a16="http://schemas.microsoft.com/office/drawing/2014/main" id="{AC119101-EC6A-4B95-9940-BAB31432AD02}"/>
              </a:ext>
            </a:extLst>
          </p:cNvPr>
          <p:cNvSpPr>
            <a:spLocks xmlns:a="http://schemas.openxmlformats.org/drawingml/2006/main" noGrp="1"/>
          </p:cNvSpPr>
          <p:nvPr>
            <p:ph type="sldNum" idx="12"/>
          </p:nvPr>
        </p:nvSpPr>
        <p:spPr>
          <a:xfrm xmlns:a="http://schemas.openxmlformats.org/drawingml/2006/main">
            <a:off x="762000" y="6995117"/>
            <a:ext cx="365760" cy="365760"/>
          </a:xfrm>
        </p:spPr>
        <p:txBody>
          <a:bodyPr xmlns:a="http://schemas.openxmlformats.org/drawingml/2006/main"/>
          <a:lstStyle xmlns:a="http://schemas.openxmlformats.org/drawingml/2006/main">
            <a:lvl1pPr>
              <a:buNone/>
              <a:defRPr>
                <a:noFill/>
              </a:defRPr>
            </a:lvl1pPr>
          </a:lstStyle>
          <a:p xmlns:a="http://schemas.openxmlformats.org/drawingml/2006/main">
            <a:fld id="{345D60D9-5372-5F40-9443-0F9AE5BDC3C8}" type="slidenum">
              <a:t>‹#›</a:t>
            </a:fld>
          </a:p>
        </p:txBody>
      </p:sp>
      <p:sp>
        <p:nvSpPr>
          <p:cNvPr id="5" name="Footer Placeholder 4">
            <a:extLst xmlns:a="http://schemas.openxmlformats.org/drawingml/2006/main">
              <a:ext uri="{FF2B5EF4-FFF2-40B4-BE49-F238E27FC236}">
                <a16:creationId xmlns:a16="http://schemas.microsoft.com/office/drawing/2014/main" id="{6077CD67-74FC-43EC-912B-8B74B34E5B81}"/>
              </a:ext>
            </a:extLst>
          </p:cNvPr>
          <p:cNvSpPr>
            <a:spLocks xmlns:a="http://schemas.openxmlformats.org/drawingml/2006/main" noGrp="1"/>
          </p:cNvSpPr>
          <p:nvPr>
            <p:ph type="ftr" idx="11"/>
          </p:nvPr>
        </p:nvSpPr>
        <p:spPr>
          <a:xfrm xmlns:a="http://schemas.openxmlformats.org/drawingml/2006/main">
            <a:off x="1127759" y="6995435"/>
            <a:ext cx="5745379" cy="365125"/>
          </a:xfrm>
        </p:spPr>
        <p:txBody>
          <a:bodyPr xmlns:a="http://schemas.openxmlformats.org/drawingml/2006/main"/>
          <a:lstStyle xmlns:a="http://schemas.openxmlformats.org/drawingml/2006/main">
            <a:lvl1pPr>
              <a:buNone/>
              <a:defRPr>
                <a:noFill/>
              </a:defRPr>
            </a:lvl1pPr>
          </a:lstStyle>
          <a:p xmlns:a="http://schemas.openxmlformats.org/drawingml/2006/main">
            <a:r>
              <a:t>Copyright © 2026, Oracle and/or its affiliates |  Confidential: Internal/Restricted/Highly Restricted</a:t>
            </a:r>
          </a:p>
        </p:txBody>
      </p:sp>
      <p:sp>
        <p:nvSpPr>
          <p:cNvPr id="3" name="Date Placeholder 2">
            <a:extLst xmlns:a="http://schemas.openxmlformats.org/drawingml/2006/main">
              <a:ext uri="{FF2B5EF4-FFF2-40B4-BE49-F238E27FC236}">
                <a16:creationId xmlns:a16="http://schemas.microsoft.com/office/drawing/2014/main" id="{F89127AD-303E-4148-925B-F8D854942DC9}"/>
              </a:ext>
            </a:extLst>
          </p:cNvPr>
          <p:cNvSpPr>
            <a:spLocks xmlns:a="http://schemas.openxmlformats.org/drawingml/2006/main" noGrp="1"/>
          </p:cNvSpPr>
          <p:nvPr>
            <p:ph type="dt" idx="10"/>
          </p:nvPr>
        </p:nvSpPr>
        <p:spPr>
          <a:xfrm xmlns:a="http://schemas.openxmlformats.org/drawingml/2006/main">
            <a:off x="6873138" y="6997377"/>
            <a:ext cx="2743200" cy="363500"/>
          </a:xfrm>
        </p:spPr>
        <p:txBody>
          <a:bodyPr xmlns:a="http://schemas.openxmlformats.org/drawingml/2006/main"/>
          <a:lstStyle xmlns:a="http://schemas.openxmlformats.org/drawingml/2006/main"/>
          <a:p xmlns:a="http://schemas.openxmlformats.org/drawingml/2006/main">
            <a:r>
              <a:t>[Date]</a:t>
            </a:r>
          </a:p>
        </p:txBody>
      </p:sp>
      <p:sp>
        <p:nvSpPr>
          <p:cNvPr id="17" name="Rectangle 16">
            <a:extLst xmlns:a="http://schemas.openxmlformats.org/drawingml/2006/main">
              <a:ext uri="{FF2B5EF4-FFF2-40B4-BE49-F238E27FC236}">
                <a16:creationId xmlns:a16="http://schemas.microsoft.com/office/drawing/2014/main" id="{4C4BAD36-D319-E820-410D-209A9A879A6E}"/>
              </a:ext>
            </a:extLst>
          </p:cNvPr>
          <p:cNvSpPr>
            <a:spLocks xmlns:a="http://schemas.openxmlformats.org/drawingml/2006/main" noGrp="1"/>
          </p:cNvSpPr>
          <p:nvPr/>
        </p:nvSpPr>
        <p:spPr>
          <a:xfrm xmlns:a="http://schemas.openxmlformats.org/drawingml/2006/main">
            <a:off x="11399462" y="6450195"/>
            <a:ext cx="411480" cy="411480"/>
          </a:xfrm>
          <a:prstGeom xmlns:a="http://schemas.openxmlformats.org/drawingml/2006/main" prst="rect">
            <a:avLst/>
          </a:prstGeom>
          <a:solidFill xmlns:a="http://schemas.openxmlformats.org/drawingml/2006/main">
            <a:srgbClr val="B74237"/>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pic>
        <p:nvPicPr>
          <p:cNvPr id="21" name="OTag"/>
          <p:cNvPicPr>
            <a:picLocks xmlns:a="http://schemas.openxmlformats.org/drawingml/2006/main" noChangeAspect="1"/>
          </p:cNvPicPr>
          <p:nvPr/>
        </p:nvPicPr>
        <p:blipFill>
          <a:blip xmlns:r="http://schemas.openxmlformats.org/officeDocument/2006/relationships" xmlns:a="http://schemas.openxmlformats.org/drawingml/2006/main" r:embed="Rb77075c0e4704da2"/>
          <a:stretch xmlns:a="http://schemas.openxmlformats.org/drawingml/2006/main">
            <a:fillRect l="0" t="0" r="0" b="0"/>
          </a:stretch>
        </p:blipFill>
        <p:spPr>
          <a:xfrm xmlns:a="http://schemas.openxmlformats.org/drawingml/2006/main">
            <a:off x="11405616" y="6464808"/>
            <a:ext cx="393192" cy="393192"/>
          </a:xfrm>
          <a:prstGeom xmlns:a="http://schemas.openxmlformats.org/drawingml/2006/main" prst="rect">
            <a:avLst/>
          </a:prstGeom>
        </p:spPr>
      </p:pic>
      <p:sp>
        <p:nvSpPr>
          <p:cNvPr id="9" name="Accent mark">
            <a:extLst xmlns:a="http://schemas.openxmlformats.org/drawingml/2006/main">
              <a:ext uri="{FF2B5EF4-FFF2-40B4-BE49-F238E27FC236}">
                <a16:creationId xmlns:a16="http://schemas.microsoft.com/office/drawing/2014/main" id="{EF7E4D86-EF60-0FEC-3E94-F74C96841A9C}"/>
              </a:ext>
            </a:extLst>
          </p:cNvPr>
          <p:cNvSpPr>
            <a:spLocks xmlns:a="http://schemas.openxmlformats.org/drawingml/2006/main" noGrp="1"/>
          </p:cNvSpPr>
          <p:nvPr/>
        </p:nvSpPr>
        <p:spPr>
          <a:xfrm xmlns:a="http://schemas.openxmlformats.org/drawingml/2006/main">
            <a:off x="776689" y="3867907"/>
            <a:ext cx="365760" cy="36576"/>
          </a:xfrm>
          <a:prstGeom xmlns:a="http://schemas.openxmlformats.org/drawingml/2006/main" prst="rect">
            <a:avLst/>
          </a:prstGeom>
          <a:solidFill xmlns:a="http://schemas.openxmlformats.org/drawingml/2006/main">
            <a:srgbClr val="C74634"/>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 name="Subhead">
            <a:extLst xmlns:a="http://schemas.openxmlformats.org/drawingml/2006/main">
              <a:ext uri="{FF2B5EF4-FFF2-40B4-BE49-F238E27FC236}">
                <a16:creationId xmlns:a16="http://schemas.microsoft.com/office/drawing/2014/main" id="{A763B6F6-4DFA-26D0-D8A9-4B0B1409391D}"/>
              </a:ext>
            </a:extLst>
          </p:cNvPr>
          <p:cNvSpPr>
            <a:spLocks xmlns:a="http://schemas.openxmlformats.org/drawingml/2006/main" noGrp="1"/>
          </p:cNvSpPr>
          <p:nvPr>
            <p:ph type="body" idx="33" hasCustomPrompt="1"/>
          </p:nvPr>
        </p:nvSpPr>
        <p:spPr>
          <a:xfrm xmlns:a="http://schemas.openxmlformats.org/drawingml/2006/main">
            <a:off x="776689" y="4135193"/>
            <a:ext cx="4389120" cy="68125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marL="0" indent="0" algn="l">
              <a:lnSpc>
                <a:spcPct val="100000"/>
              </a:lnSpc>
              <a:spcBef>
                <a:spcPts val="600"/>
              </a:spcBef>
              <a:spcAft>
                <a:spcPts val="0"/>
              </a:spcAft>
              <a:buNone/>
              <a:defRPr sz="2000" b="0">
                <a:solidFill>
                  <a:schemeClr val="tx1"/>
                </a:solidFill>
              </a:defRPr>
            </a:lvl1pPr>
          </a:lstStyle>
          <a:p xmlns:a="http://schemas.openxmlformats.org/drawingml/2006/main">
            <a:pPr marL="0" indent="0" algn="l">
              <a:lnSpc>
                <a:spcPct val="90000"/>
              </a:lnSpc>
              <a:spcBef>
                <a:spcPts val="1000"/>
              </a:spcBef>
              <a:spcAft>
                <a:spcPts val="0"/>
              </a:spcAft>
              <a:buNone/>
            </a:pPr>
            <a:r>
              <a:t>Subhead goes here.</a:t>
            </a:r>
          </a:p>
        </p:txBody>
      </p:sp>
    </p:spTree>
  </p:cSld>
</p:sldLayout>
</file>

<file path=ppt/slideLayouts/slideLayout16.xml><?xml version="1.0" encoding="utf-8"?>
<p:sldLayout xmlns:p="http://schemas.openxmlformats.org/presentationml/2006/main" preserve="1" userDrawn="1">
  <p:cSld name="Dark- Divider_Image">
    <p:bg>
      <p:bgRef idx="1001">
        <a:schemeClr xmlns:a="http://schemas.openxmlformats.org/drawingml/2006/main" val="bg2"/>
      </p:bgRef>
    </p:bg>
    <p:spTree>
      <p:nvGrpSpPr>
        <p:cNvPr id="1" name=""/>
        <p:cNvGrpSpPr/>
        <p:nvPr/>
      </p:nvGrpSpPr>
      <p:grpSpPr>
        <a:xfrm xmlns:a="http://schemas.openxmlformats.org/drawingml/2006/main"/>
      </p:grpSpPr>
      <p:sp>
        <p:nvSpPr>
          <p:cNvPr id="16" name="Picture Placeholder 15">
            <a:extLst xmlns:a="http://schemas.openxmlformats.org/drawingml/2006/main">
              <a:ext uri="{FF2B5EF4-FFF2-40B4-BE49-F238E27FC236}">
                <a16:creationId xmlns:a16="http://schemas.microsoft.com/office/drawing/2014/main" id="{7A66C82B-D6A6-34D6-659C-66E009B70507}"/>
              </a:ext>
            </a:extLst>
          </p:cNvPr>
          <p:cNvSpPr>
            <a:spLocks xmlns:a="http://schemas.openxmlformats.org/drawingml/2006/main" noGrp="1"/>
          </p:cNvSpPr>
          <p:nvPr>
            <p:ph type="pic" idx="34" hasCustomPrompt="1"/>
          </p:nvPr>
        </p:nvSpPr>
        <p:spPr>
          <a:xfrm xmlns:a="http://schemas.openxmlformats.org/drawingml/2006/main">
            <a:off x="6096000" y="0"/>
            <a:ext cx="6099048" cy="6858000"/>
          </a:xfrm>
          <a:custGeom xmlns:a="http://schemas.openxmlformats.org/drawingml/2006/main">
            <a:rect l="l" t="t" r="r" b="b"/>
            <a:pathLst>
              <a:path w="6096000" h="6858000">
                <a:moveTo>
                  <a:pt x="0" y="0"/>
                </a:moveTo>
                <a:lnTo>
                  <a:pt x="6096000" y="0"/>
                </a:lnTo>
                <a:lnTo>
                  <a:pt x="6096000" y="6858000"/>
                </a:lnTo>
                <a:lnTo>
                  <a:pt x="5699731" y="6858000"/>
                </a:lnTo>
                <a:lnTo>
                  <a:pt x="5699731" y="6464808"/>
                </a:lnTo>
                <a:lnTo>
                  <a:pt x="5306539" y="6464808"/>
                </a:lnTo>
                <a:lnTo>
                  <a:pt x="5306539" y="6858000"/>
                </a:lnTo>
                <a:lnTo>
                  <a:pt x="0" y="6858000"/>
                </a:lnTo>
                <a:close/>
              </a:path>
            </a:pathLst>
          </a:custGeom>
          <a:solidFill xmlns:a="http://schemas.openxmlformats.org/drawingml/2006/main">
            <a:srgbClr val="AEA8A2"/>
          </a:solidFill>
        </p:spPr>
        <p:txBody>
          <a:bodyPr xmlns:a="http://schemas.openxmlformats.org/drawingml/2006/main" wrap="square" lIns="72000" tIns="72000" rIns="0">
            <a:noAutofit/>
          </a:bodyPr>
          <a:lstStyle xmlns:a="http://schemas.openxmlformats.org/drawingml/2006/main">
            <a:lvl1pPr algn="ctr">
              <a:buNone/>
              <a:defRPr sz="1400" b="0" i="0">
                <a:solidFill>
                  <a:srgbClr val="2A2F2F"/>
                </a:solidFill>
                <a:latin typeface="Oracle Sans Tab"/>
                <a:ea typeface="Oracle Sans Tab"/>
                <a:cs typeface="Oracle Sans Tab"/>
              </a:defRPr>
            </a:lvl1pPr>
          </a:lstStyle>
          <a:p xmlns:a="http://schemas.openxmlformats.org/drawingml/2006/main">
            <a:r>
              <a:t>Click to add photo or illustration</a:t>
            </a:r>
          </a:p>
        </p:txBody>
      </p:sp>
      <p:sp>
        <p:nvSpPr>
          <p:cNvPr id="7" name="Title 5">
            <a:extLst xmlns:a="http://schemas.openxmlformats.org/drawingml/2006/main">
              <a:ext uri="{FF2B5EF4-FFF2-40B4-BE49-F238E27FC236}">
                <a16:creationId xmlns:a16="http://schemas.microsoft.com/office/drawing/2014/main" id="{DE8EE698-DD9E-FCA6-2E7D-4B8B85A548EA}"/>
              </a:ext>
            </a:extLst>
          </p:cNvPr>
          <p:cNvSpPr>
            <a:spLocks xmlns:a="http://schemas.openxmlformats.org/drawingml/2006/main" noGrp="1"/>
          </p:cNvSpPr>
          <p:nvPr>
            <p:ph type="title" idx="0" hasCustomPrompt="1"/>
          </p:nvPr>
        </p:nvSpPr>
        <p:spPr>
          <a:xfrm xmlns:a="http://schemas.openxmlformats.org/drawingml/2006/main">
            <a:off x="768871" y="2337132"/>
            <a:ext cx="4389120" cy="1280160"/>
          </a:xfrm>
          <a:prstGeom xmlns:a="http://schemas.openxmlformats.org/drawingml/2006/main" prst="rect">
            <a:avLst/>
          </a:prstGeom>
          <a:noFill xmlns:a="http://schemas.openxmlformats.org/drawingml/2006/main"/>
        </p:spPr>
        <p:txBody>
          <a:bodyPr xmlns:a="http://schemas.openxmlformats.org/drawingml/2006/main" vert="horz" wrap="square" lIns="0" tIns="0" rIns="0" bIns="0" anchor="b">
            <a:noAutofit/>
          </a:bodyPr>
          <a:lstStyle xmlns:a="http://schemas.openxmlformats.org/drawingml/2006/main">
            <a:lvl1pPr>
              <a:lnSpc>
                <a:spcPct val="95000"/>
              </a:lnSpc>
              <a:buNone/>
              <a:defRPr sz="4000" b="1" i="0">
                <a:latin typeface="Oracle Sans Tab"/>
                <a:ea typeface="Oracle Sans Tab"/>
                <a:cs typeface="Oracle Sans Tab"/>
              </a:defRPr>
            </a:lvl1pPr>
          </a:lstStyle>
          <a:p xmlns:a="http://schemas.openxmlformats.org/drawingml/2006/main">
            <a:pPr>
              <a:lnSpc>
                <a:spcPct val="100000"/>
              </a:lnSpc>
              <a:buNone/>
            </a:pPr>
            <a:r>
              <a:t>General divider with image</a:t>
            </a:r>
          </a:p>
        </p:txBody>
      </p:sp>
      <p:sp>
        <p:nvSpPr>
          <p:cNvPr id="8" name="Slide Number Placeholder 7">
            <a:extLst xmlns:a="http://schemas.openxmlformats.org/drawingml/2006/main">
              <a:ext uri="{FF2B5EF4-FFF2-40B4-BE49-F238E27FC236}">
                <a16:creationId xmlns:a16="http://schemas.microsoft.com/office/drawing/2014/main" id="{AC119101-EC6A-4B95-9940-BAB31432AD02}"/>
              </a:ext>
            </a:extLst>
          </p:cNvPr>
          <p:cNvSpPr>
            <a:spLocks xmlns:a="http://schemas.openxmlformats.org/drawingml/2006/main" noGrp="1"/>
          </p:cNvSpPr>
          <p:nvPr>
            <p:ph type="sldNum" idx="12"/>
          </p:nvPr>
        </p:nvSpPr>
        <p:spPr>
          <a:xfrm xmlns:a="http://schemas.openxmlformats.org/drawingml/2006/main">
            <a:off x="762000" y="6903678"/>
            <a:ext cx="365760" cy="365760"/>
          </a:xfrm>
        </p:spPr>
        <p:txBody>
          <a:bodyPr xmlns:a="http://schemas.openxmlformats.org/drawingml/2006/main"/>
          <a:lstStyle xmlns:a="http://schemas.openxmlformats.org/drawingml/2006/main">
            <a:lvl1pPr>
              <a:buNone/>
              <a:defRPr>
                <a:noFill/>
              </a:defRPr>
            </a:lvl1pPr>
          </a:lstStyle>
          <a:p xmlns:a="http://schemas.openxmlformats.org/drawingml/2006/main">
            <a:fld id="{345D60D9-5372-5F40-9443-0F9AE5BDC3C8}" type="slidenum">
              <a:t>‹#›</a:t>
            </a:fld>
          </a:p>
        </p:txBody>
      </p:sp>
      <p:sp>
        <p:nvSpPr>
          <p:cNvPr id="5" name="Footer Placeholder 4">
            <a:extLst xmlns:a="http://schemas.openxmlformats.org/drawingml/2006/main">
              <a:ext uri="{FF2B5EF4-FFF2-40B4-BE49-F238E27FC236}">
                <a16:creationId xmlns:a16="http://schemas.microsoft.com/office/drawing/2014/main" id="{6077CD67-74FC-43EC-912B-8B74B34E5B81}"/>
              </a:ext>
            </a:extLst>
          </p:cNvPr>
          <p:cNvSpPr>
            <a:spLocks xmlns:a="http://schemas.openxmlformats.org/drawingml/2006/main" noGrp="1"/>
          </p:cNvSpPr>
          <p:nvPr>
            <p:ph type="ftr" idx="11"/>
          </p:nvPr>
        </p:nvSpPr>
        <p:spPr>
          <a:xfrm xmlns:a="http://schemas.openxmlformats.org/drawingml/2006/main">
            <a:off x="1127759" y="6903996"/>
            <a:ext cx="5745379" cy="365125"/>
          </a:xfrm>
        </p:spPr>
        <p:txBody>
          <a:bodyPr xmlns:a="http://schemas.openxmlformats.org/drawingml/2006/main"/>
          <a:lstStyle xmlns:a="http://schemas.openxmlformats.org/drawingml/2006/main">
            <a:lvl1pPr>
              <a:buNone/>
              <a:defRPr>
                <a:noFill/>
              </a:defRPr>
            </a:lvl1pPr>
          </a:lstStyle>
          <a:p xmlns:a="http://schemas.openxmlformats.org/drawingml/2006/main">
            <a:r>
              <a:t>Copyright © 2026, Oracle and/or its affiliates |  Confidential: Internal/Restricted/Highly Restricted</a:t>
            </a:r>
          </a:p>
        </p:txBody>
      </p:sp>
      <p:sp>
        <p:nvSpPr>
          <p:cNvPr id="3" name="Date Placeholder 2">
            <a:extLst xmlns:a="http://schemas.openxmlformats.org/drawingml/2006/main">
              <a:ext uri="{FF2B5EF4-FFF2-40B4-BE49-F238E27FC236}">
                <a16:creationId xmlns:a16="http://schemas.microsoft.com/office/drawing/2014/main" id="{F89127AD-303E-4148-925B-F8D854942DC9}"/>
              </a:ext>
            </a:extLst>
          </p:cNvPr>
          <p:cNvSpPr>
            <a:spLocks xmlns:a="http://schemas.openxmlformats.org/drawingml/2006/main" noGrp="1"/>
          </p:cNvSpPr>
          <p:nvPr>
            <p:ph type="dt" idx="10"/>
          </p:nvPr>
        </p:nvSpPr>
        <p:spPr>
          <a:xfrm xmlns:a="http://schemas.openxmlformats.org/drawingml/2006/main">
            <a:off x="6873138" y="6905938"/>
            <a:ext cx="2743200" cy="363500"/>
          </a:xfrm>
        </p:spPr>
        <p:txBody>
          <a:bodyPr xmlns:a="http://schemas.openxmlformats.org/drawingml/2006/main"/>
          <a:lstStyle xmlns:a="http://schemas.openxmlformats.org/drawingml/2006/main"/>
          <a:p xmlns:a="http://schemas.openxmlformats.org/drawingml/2006/main">
            <a:r>
              <a:t>[Date]</a:t>
            </a:r>
          </a:p>
        </p:txBody>
      </p:sp>
      <p:sp>
        <p:nvSpPr>
          <p:cNvPr id="17" name="Rectangle 16">
            <a:extLst xmlns:a="http://schemas.openxmlformats.org/drawingml/2006/main">
              <a:ext uri="{FF2B5EF4-FFF2-40B4-BE49-F238E27FC236}">
                <a16:creationId xmlns:a16="http://schemas.microsoft.com/office/drawing/2014/main" id="{4C4BAD36-D319-E820-410D-209A9A879A6E}"/>
              </a:ext>
            </a:extLst>
          </p:cNvPr>
          <p:cNvSpPr>
            <a:spLocks xmlns:a="http://schemas.openxmlformats.org/drawingml/2006/main" noGrp="1"/>
          </p:cNvSpPr>
          <p:nvPr/>
        </p:nvSpPr>
        <p:spPr>
          <a:xfrm xmlns:a="http://schemas.openxmlformats.org/drawingml/2006/main">
            <a:off x="11399462" y="6450195"/>
            <a:ext cx="411480" cy="411480"/>
          </a:xfrm>
          <a:prstGeom xmlns:a="http://schemas.openxmlformats.org/drawingml/2006/main" prst="rect">
            <a:avLst/>
          </a:prstGeom>
          <a:solidFill xmlns:a="http://schemas.openxmlformats.org/drawingml/2006/main">
            <a:srgbClr val="B74237"/>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pic>
        <p:nvPicPr>
          <p:cNvPr id="22" name="OTag"/>
          <p:cNvPicPr>
            <a:picLocks xmlns:a="http://schemas.openxmlformats.org/drawingml/2006/main" noChangeAspect="1"/>
          </p:cNvPicPr>
          <p:nvPr/>
        </p:nvPicPr>
        <p:blipFill>
          <a:blip xmlns:r="http://schemas.openxmlformats.org/officeDocument/2006/relationships" xmlns:a="http://schemas.openxmlformats.org/drawingml/2006/main" r:embed="R1086eb936b4747c0"/>
          <a:stretch xmlns:a="http://schemas.openxmlformats.org/drawingml/2006/main">
            <a:fillRect l="0" t="0" r="0" b="0"/>
          </a:stretch>
        </p:blipFill>
        <p:spPr>
          <a:xfrm xmlns:a="http://schemas.openxmlformats.org/drawingml/2006/main">
            <a:off x="11405616" y="6464808"/>
            <a:ext cx="393192" cy="393192"/>
          </a:xfrm>
          <a:prstGeom xmlns:a="http://schemas.openxmlformats.org/drawingml/2006/main" prst="rect">
            <a:avLst/>
          </a:prstGeom>
        </p:spPr>
      </p:pic>
      <p:sp>
        <p:nvSpPr>
          <p:cNvPr id="2" name="Accent mark">
            <a:extLst xmlns:a="http://schemas.openxmlformats.org/drawingml/2006/main">
              <a:ext uri="{FF2B5EF4-FFF2-40B4-BE49-F238E27FC236}">
                <a16:creationId xmlns:a16="http://schemas.microsoft.com/office/drawing/2014/main" id="{D8947E02-814A-79D0-C68B-4A7749394CC0}"/>
              </a:ext>
            </a:extLst>
          </p:cNvPr>
          <p:cNvSpPr>
            <a:spLocks xmlns:a="http://schemas.openxmlformats.org/drawingml/2006/main" noGrp="1"/>
          </p:cNvSpPr>
          <p:nvPr/>
        </p:nvSpPr>
        <p:spPr>
          <a:xfrm xmlns:a="http://schemas.openxmlformats.org/drawingml/2006/main">
            <a:off x="776689" y="3867907"/>
            <a:ext cx="365760" cy="36576"/>
          </a:xfrm>
          <a:prstGeom xmlns:a="http://schemas.openxmlformats.org/drawingml/2006/main" prst="rect">
            <a:avLst/>
          </a:prstGeom>
          <a:solidFill xmlns:a="http://schemas.openxmlformats.org/drawingml/2006/main">
            <a:srgbClr val="F0CC7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Subhead">
            <a:extLst xmlns:a="http://schemas.openxmlformats.org/drawingml/2006/main">
              <a:ext uri="{FF2B5EF4-FFF2-40B4-BE49-F238E27FC236}">
                <a16:creationId xmlns:a16="http://schemas.microsoft.com/office/drawing/2014/main" id="{C91DD99A-805D-7654-58A3-D6532DB17964}"/>
              </a:ext>
            </a:extLst>
          </p:cNvPr>
          <p:cNvSpPr>
            <a:spLocks xmlns:a="http://schemas.openxmlformats.org/drawingml/2006/main" noGrp="1"/>
          </p:cNvSpPr>
          <p:nvPr>
            <p:ph type="body" idx="33" hasCustomPrompt="1"/>
          </p:nvPr>
        </p:nvSpPr>
        <p:spPr>
          <a:xfrm xmlns:a="http://schemas.openxmlformats.org/drawingml/2006/main">
            <a:off x="776689" y="4135193"/>
            <a:ext cx="4389120" cy="68125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marL="0" indent="0" algn="l">
              <a:lnSpc>
                <a:spcPct val="100000"/>
              </a:lnSpc>
              <a:spcBef>
                <a:spcPts val="600"/>
              </a:spcBef>
              <a:spcAft>
                <a:spcPts val="0"/>
              </a:spcAft>
              <a:buNone/>
              <a:defRPr sz="2000" b="0">
                <a:solidFill>
                  <a:schemeClr val="tx1"/>
                </a:solidFill>
              </a:defRPr>
            </a:lvl1pPr>
          </a:lstStyle>
          <a:p xmlns:a="http://schemas.openxmlformats.org/drawingml/2006/main">
            <a:pPr marL="0" indent="0" algn="l">
              <a:lnSpc>
                <a:spcPct val="90000"/>
              </a:lnSpc>
              <a:spcBef>
                <a:spcPts val="1000"/>
              </a:spcBef>
              <a:spcAft>
                <a:spcPts val="0"/>
              </a:spcAft>
              <a:buNone/>
            </a:pPr>
            <a:r>
              <a:t>Subhead goes here.</a:t>
            </a:r>
          </a:p>
        </p:txBody>
      </p:sp>
    </p:spTree>
  </p:cSld>
</p:sldLayout>
</file>

<file path=ppt/slideLayouts/slideLayout17.xml><?xml version="1.0" encoding="utf-8"?>
<p:sldLayout xmlns:p="http://schemas.openxmlformats.org/presentationml/2006/main" preserve="1" userDrawn="1">
  <p:cSld name="Light - Divider">
    <p:bg>
      <p:bgPr>
        <a:blipFill xmlns:a="http://schemas.openxmlformats.org/drawingml/2006/main" rotWithShape="1">
          <a:blip xmlns:r="http://schemas.openxmlformats.org/officeDocument/2006/relationships" r:embed="Ra5d419af7b81463a">
            <a:lum/>
          </a:blip>
          <a:srcRect l="0" t="0" r="0" b="0"/>
          <a:stretch>
            <a:fillRect l="0" t="0" r="0" b="0"/>
          </a:stretch>
        </a:blipFill>
      </p:bgPr>
    </p:bg>
    <p:spTree>
      <p:nvGrpSpPr>
        <p:cNvPr id="1" name=""/>
        <p:cNvGrpSpPr/>
        <p:nvPr/>
      </p:nvGrpSpPr>
      <p:grpSpPr>
        <a:xfrm xmlns:a="http://schemas.openxmlformats.org/drawingml/2006/main"/>
      </p:grpSpPr>
      <p:sp>
        <p:nvSpPr>
          <p:cNvPr id="4" name="Title 5">
            <a:extLst xmlns:a="http://schemas.openxmlformats.org/drawingml/2006/main">
              <a:ext uri="{FF2B5EF4-FFF2-40B4-BE49-F238E27FC236}">
                <a16:creationId xmlns:a16="http://schemas.microsoft.com/office/drawing/2014/main" id="{1789F089-C8C8-AD9E-8C9E-E12DE8E679BF}"/>
              </a:ext>
            </a:extLst>
          </p:cNvPr>
          <p:cNvSpPr>
            <a:spLocks xmlns:a="http://schemas.openxmlformats.org/drawingml/2006/main" noGrp="1"/>
          </p:cNvSpPr>
          <p:nvPr>
            <p:ph type="title" idx="0" hasCustomPrompt="1"/>
          </p:nvPr>
        </p:nvSpPr>
        <p:spPr>
          <a:xfrm xmlns:a="http://schemas.openxmlformats.org/drawingml/2006/main">
            <a:off x="768871" y="2337132"/>
            <a:ext cx="6400800" cy="1280160"/>
          </a:xfrm>
          <a:prstGeom xmlns:a="http://schemas.openxmlformats.org/drawingml/2006/main" prst="rect">
            <a:avLst/>
          </a:prstGeom>
          <a:noFill xmlns:a="http://schemas.openxmlformats.org/drawingml/2006/main"/>
        </p:spPr>
        <p:txBody>
          <a:bodyPr xmlns:a="http://schemas.openxmlformats.org/drawingml/2006/main" vert="horz" wrap="square" lIns="0" tIns="0" rIns="0" bIns="0" anchor="b">
            <a:noAutofit/>
          </a:bodyPr>
          <a:lstStyle xmlns:a="http://schemas.openxmlformats.org/drawingml/2006/main">
            <a:lvl1pPr>
              <a:lnSpc>
                <a:spcPct val="100000"/>
              </a:lnSpc>
              <a:buNone/>
              <a:defRPr sz="4000" b="1" i="0">
                <a:latin typeface="Oracle Sans Tab"/>
                <a:ea typeface="Oracle Sans Tab"/>
                <a:cs typeface="Oracle Sans Tab"/>
              </a:defRPr>
            </a:lvl1pPr>
          </a:lstStyle>
          <a:p xmlns:a="http://schemas.openxmlformats.org/drawingml/2006/main">
            <a:pPr>
              <a:lnSpc>
                <a:spcPct val="100000"/>
              </a:lnSpc>
              <a:buNone/>
            </a:pPr>
            <a:r>
              <a:t>Cross-pillar, Industries, and General Divider Title</a:t>
            </a:r>
          </a:p>
        </p:txBody>
      </p:sp>
      <p:sp>
        <p:nvSpPr>
          <p:cNvPr id="10" name="Subhead">
            <a:extLst xmlns:a="http://schemas.openxmlformats.org/drawingml/2006/main">
              <a:ext uri="{FF2B5EF4-FFF2-40B4-BE49-F238E27FC236}">
                <a16:creationId xmlns:a16="http://schemas.microsoft.com/office/drawing/2014/main" id="{7698EDA6-BDA7-E689-E9CF-BD4E37893702}"/>
              </a:ext>
            </a:extLst>
          </p:cNvPr>
          <p:cNvSpPr>
            <a:spLocks xmlns:a="http://schemas.openxmlformats.org/drawingml/2006/main" noGrp="1"/>
          </p:cNvSpPr>
          <p:nvPr>
            <p:ph type="body" idx="33" hasCustomPrompt="1"/>
          </p:nvPr>
        </p:nvSpPr>
        <p:spPr>
          <a:xfrm xmlns:a="http://schemas.openxmlformats.org/drawingml/2006/main">
            <a:off x="776689" y="4135193"/>
            <a:ext cx="6217920" cy="68125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marL="0" indent="0" algn="l">
              <a:lnSpc>
                <a:spcPct val="100000"/>
              </a:lnSpc>
              <a:spcBef>
                <a:spcPts val="600"/>
              </a:spcBef>
              <a:spcAft>
                <a:spcPts val="0"/>
              </a:spcAft>
              <a:buNone/>
              <a:defRPr sz="2000" b="0">
                <a:solidFill>
                  <a:schemeClr val="tx1"/>
                </a:solidFill>
              </a:defRPr>
            </a:lvl1pPr>
          </a:lstStyle>
          <a:p xmlns:a="http://schemas.openxmlformats.org/drawingml/2006/main">
            <a:pPr marL="0" indent="0" algn="l">
              <a:lnSpc>
                <a:spcPct val="90000"/>
              </a:lnSpc>
              <a:spcBef>
                <a:spcPts val="1000"/>
              </a:spcBef>
              <a:spcAft>
                <a:spcPts val="0"/>
              </a:spcAft>
              <a:buNone/>
            </a:pPr>
            <a:r>
              <a:t>Subhead goes here.</a:t>
            </a:r>
          </a:p>
        </p:txBody>
      </p:sp>
      <p:sp>
        <p:nvSpPr>
          <p:cNvPr id="8" name="Slide Number Placeholder 7">
            <a:extLst xmlns:a="http://schemas.openxmlformats.org/drawingml/2006/main">
              <a:ext uri="{FF2B5EF4-FFF2-40B4-BE49-F238E27FC236}">
                <a16:creationId xmlns:a16="http://schemas.microsoft.com/office/drawing/2014/main" id="{AC119101-EC6A-4B95-9940-BAB31432AD02}"/>
              </a:ext>
            </a:extLst>
          </p:cNvPr>
          <p:cNvSpPr>
            <a:spLocks xmlns:a="http://schemas.openxmlformats.org/drawingml/2006/main" noGrp="1"/>
          </p:cNvSpPr>
          <p:nvPr>
            <p:ph type="sldNum" idx="12"/>
          </p:nvPr>
        </p:nvSpPr>
        <p:spPr>
          <a:xfrm xmlns:a="http://schemas.openxmlformats.org/drawingml/2006/main">
            <a:off x="762000" y="6903678"/>
            <a:ext cx="365760" cy="365760"/>
          </a:xfrm>
        </p:spPr>
        <p:txBody>
          <a:bodyPr xmlns:a="http://schemas.openxmlformats.org/drawingml/2006/main"/>
          <a:lstStyle xmlns:a="http://schemas.openxmlformats.org/drawingml/2006/main">
            <a:lvl1pPr>
              <a:buNone/>
              <a:defRPr>
                <a:noFill/>
              </a:defRPr>
            </a:lvl1pPr>
          </a:lstStyle>
          <a:p xmlns:a="http://schemas.openxmlformats.org/drawingml/2006/main">
            <a:fld id="{345D60D9-5372-5F40-9443-0F9AE5BDC3C8}" type="slidenum">
              <a:t>‹#›</a:t>
            </a:fld>
          </a:p>
        </p:txBody>
      </p:sp>
      <p:sp>
        <p:nvSpPr>
          <p:cNvPr id="5" name="Footer Placeholder 4">
            <a:extLst xmlns:a="http://schemas.openxmlformats.org/drawingml/2006/main">
              <a:ext uri="{FF2B5EF4-FFF2-40B4-BE49-F238E27FC236}">
                <a16:creationId xmlns:a16="http://schemas.microsoft.com/office/drawing/2014/main" id="{6077CD67-74FC-43EC-912B-8B74B34E5B81}"/>
              </a:ext>
            </a:extLst>
          </p:cNvPr>
          <p:cNvSpPr>
            <a:spLocks xmlns:a="http://schemas.openxmlformats.org/drawingml/2006/main" noGrp="1"/>
          </p:cNvSpPr>
          <p:nvPr>
            <p:ph type="ftr" idx="11"/>
          </p:nvPr>
        </p:nvSpPr>
        <p:spPr>
          <a:xfrm xmlns:a="http://schemas.openxmlformats.org/drawingml/2006/main">
            <a:off x="1127759" y="6903996"/>
            <a:ext cx="5745379" cy="365125"/>
          </a:xfrm>
        </p:spPr>
        <p:txBody>
          <a:bodyPr xmlns:a="http://schemas.openxmlformats.org/drawingml/2006/main"/>
          <a:lstStyle xmlns:a="http://schemas.openxmlformats.org/drawingml/2006/main">
            <a:lvl1pPr>
              <a:buNone/>
              <a:defRPr>
                <a:noFill/>
              </a:defRPr>
            </a:lvl1pPr>
          </a:lstStyle>
          <a:p xmlns:a="http://schemas.openxmlformats.org/drawingml/2006/main">
            <a:r>
              <a:t>Copyright © 2026, Oracle and/or its affiliates |  Confidential: Internal/Restricted/Highly Restricted</a:t>
            </a:r>
          </a:p>
        </p:txBody>
      </p:sp>
      <p:sp>
        <p:nvSpPr>
          <p:cNvPr id="3" name="Date Placeholder 2">
            <a:extLst xmlns:a="http://schemas.openxmlformats.org/drawingml/2006/main">
              <a:ext uri="{FF2B5EF4-FFF2-40B4-BE49-F238E27FC236}">
                <a16:creationId xmlns:a16="http://schemas.microsoft.com/office/drawing/2014/main" id="{F89127AD-303E-4148-925B-F8D854942DC9}"/>
              </a:ext>
            </a:extLst>
          </p:cNvPr>
          <p:cNvSpPr>
            <a:spLocks xmlns:a="http://schemas.openxmlformats.org/drawingml/2006/main" noGrp="1"/>
          </p:cNvSpPr>
          <p:nvPr>
            <p:ph type="dt" idx="10"/>
          </p:nvPr>
        </p:nvSpPr>
        <p:spPr>
          <a:xfrm xmlns:a="http://schemas.openxmlformats.org/drawingml/2006/main">
            <a:off x="6873138" y="6905622"/>
            <a:ext cx="2743200" cy="363500"/>
          </a:xfrm>
        </p:spPr>
        <p:txBody>
          <a:bodyPr xmlns:a="http://schemas.openxmlformats.org/drawingml/2006/main"/>
          <a:lstStyle xmlns:a="http://schemas.openxmlformats.org/drawingml/2006/main">
            <a:lvl1pPr>
              <a:buNone/>
              <a:defRPr>
                <a:noFill/>
              </a:defRPr>
            </a:lvl1pPr>
          </a:lstStyle>
          <a:p xmlns:a="http://schemas.openxmlformats.org/drawingml/2006/main">
            <a:r>
              <a:t>[Date]</a:t>
            </a:r>
          </a:p>
        </p:txBody>
      </p:sp>
      <p:sp>
        <p:nvSpPr>
          <p:cNvPr id="2" name="Accent mark">
            <a:extLst xmlns:a="http://schemas.openxmlformats.org/drawingml/2006/main">
              <a:ext uri="{FF2B5EF4-FFF2-40B4-BE49-F238E27FC236}">
                <a16:creationId xmlns:a16="http://schemas.microsoft.com/office/drawing/2014/main" id="{93FBA7AF-1061-9E4C-9196-2D8F59748DFB}"/>
              </a:ext>
            </a:extLst>
          </p:cNvPr>
          <p:cNvSpPr>
            <a:spLocks xmlns:a="http://schemas.openxmlformats.org/drawingml/2006/main" noGrp="1"/>
          </p:cNvSpPr>
          <p:nvPr/>
        </p:nvSpPr>
        <p:spPr>
          <a:xfrm xmlns:a="http://schemas.openxmlformats.org/drawingml/2006/main">
            <a:off x="776689" y="3867907"/>
            <a:ext cx="365760" cy="36576"/>
          </a:xfrm>
          <a:prstGeom xmlns:a="http://schemas.openxmlformats.org/drawingml/2006/main" prst="rect">
            <a:avLst/>
          </a:prstGeom>
          <a:solidFill xmlns:a="http://schemas.openxmlformats.org/drawingml/2006/main">
            <a:srgbClr val="C74634"/>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Tree>
  </p:cSld>
</p:sldLayout>
</file>

<file path=ppt/slideLayouts/slideLayout18.xml><?xml version="1.0" encoding="utf-8"?>
<p:sldLayout xmlns:p="http://schemas.openxmlformats.org/presentationml/2006/main" preserve="1" userDrawn="1">
  <p:cSld name="Dark - Divider">
    <p:bg>
      <p:bgPr>
        <a:blipFill xmlns:a="http://schemas.openxmlformats.org/drawingml/2006/main" rotWithShape="1">
          <a:blip xmlns:r="http://schemas.openxmlformats.org/officeDocument/2006/relationships" r:embed="R163ff69f1f744c25">
            <a:lum/>
          </a:blip>
          <a:srcRect l="0" t="0" r="0" b="0"/>
          <a:stretch>
            <a:fillRect l="0" t="0" r="0" b="0"/>
          </a:stretch>
        </a:blipFill>
      </p:bgPr>
    </p:bg>
    <p:spTree>
      <p:nvGrpSpPr>
        <p:cNvPr id="1" name=""/>
        <p:cNvGrpSpPr/>
        <p:nvPr/>
      </p:nvGrpSpPr>
      <p:grpSpPr>
        <a:xfrm xmlns:a="http://schemas.openxmlformats.org/drawingml/2006/main"/>
      </p:grpSpPr>
      <p:sp>
        <p:nvSpPr>
          <p:cNvPr id="4" name="Title 5">
            <a:extLst xmlns:a="http://schemas.openxmlformats.org/drawingml/2006/main">
              <a:ext uri="{FF2B5EF4-FFF2-40B4-BE49-F238E27FC236}">
                <a16:creationId xmlns:a16="http://schemas.microsoft.com/office/drawing/2014/main" id="{1232B6FB-CB36-8E10-0171-4DD434FB37AC}"/>
              </a:ext>
            </a:extLst>
          </p:cNvPr>
          <p:cNvSpPr>
            <a:spLocks xmlns:a="http://schemas.openxmlformats.org/drawingml/2006/main" noGrp="1"/>
          </p:cNvSpPr>
          <p:nvPr>
            <p:ph type="title" idx="0" hasCustomPrompt="1"/>
          </p:nvPr>
        </p:nvSpPr>
        <p:spPr>
          <a:xfrm xmlns:a="http://schemas.openxmlformats.org/drawingml/2006/main">
            <a:off x="768871" y="2337132"/>
            <a:ext cx="6400800" cy="1280160"/>
          </a:xfrm>
          <a:prstGeom xmlns:a="http://schemas.openxmlformats.org/drawingml/2006/main" prst="rect">
            <a:avLst/>
          </a:prstGeom>
          <a:noFill xmlns:a="http://schemas.openxmlformats.org/drawingml/2006/main"/>
        </p:spPr>
        <p:txBody>
          <a:bodyPr xmlns:a="http://schemas.openxmlformats.org/drawingml/2006/main" vert="horz" wrap="square" lIns="0" tIns="0" rIns="0" bIns="0" anchor="b">
            <a:noAutofit/>
          </a:bodyPr>
          <a:lstStyle xmlns:a="http://schemas.openxmlformats.org/drawingml/2006/main">
            <a:lvl1pPr>
              <a:lnSpc>
                <a:spcPct val="100000"/>
              </a:lnSpc>
              <a:buNone/>
              <a:defRPr sz="4000" b="1" i="0">
                <a:latin typeface="Oracle Sans Tab"/>
                <a:ea typeface="Oracle Sans Tab"/>
                <a:cs typeface="Oracle Sans Tab"/>
              </a:defRPr>
            </a:lvl1pPr>
          </a:lstStyle>
          <a:p xmlns:a="http://schemas.openxmlformats.org/drawingml/2006/main">
            <a:pPr>
              <a:lnSpc>
                <a:spcPct val="100000"/>
              </a:lnSpc>
              <a:buNone/>
            </a:pPr>
            <a:r>
              <a:t>Cross-pillar, Industries, and General Divider Title</a:t>
            </a:r>
          </a:p>
        </p:txBody>
      </p:sp>
      <p:sp>
        <p:nvSpPr>
          <p:cNvPr id="10" name="Subhead">
            <a:extLst xmlns:a="http://schemas.openxmlformats.org/drawingml/2006/main">
              <a:ext uri="{FF2B5EF4-FFF2-40B4-BE49-F238E27FC236}">
                <a16:creationId xmlns:a16="http://schemas.microsoft.com/office/drawing/2014/main" id="{E9558DCD-9619-43EF-806C-010C13A11164}"/>
              </a:ext>
            </a:extLst>
          </p:cNvPr>
          <p:cNvSpPr>
            <a:spLocks xmlns:a="http://schemas.openxmlformats.org/drawingml/2006/main" noGrp="1"/>
          </p:cNvSpPr>
          <p:nvPr>
            <p:ph type="body" idx="33" hasCustomPrompt="1"/>
          </p:nvPr>
        </p:nvSpPr>
        <p:spPr>
          <a:xfrm xmlns:a="http://schemas.openxmlformats.org/drawingml/2006/main">
            <a:off x="776689" y="4135193"/>
            <a:ext cx="6400800" cy="68125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marL="0" indent="0" algn="l">
              <a:lnSpc>
                <a:spcPct val="100000"/>
              </a:lnSpc>
              <a:spcBef>
                <a:spcPts val="600"/>
              </a:spcBef>
              <a:spcAft>
                <a:spcPts val="0"/>
              </a:spcAft>
              <a:buNone/>
              <a:defRPr sz="2000" b="0">
                <a:solidFill>
                  <a:schemeClr val="tx1"/>
                </a:solidFill>
              </a:defRPr>
            </a:lvl1pPr>
          </a:lstStyle>
          <a:p xmlns:a="http://schemas.openxmlformats.org/drawingml/2006/main">
            <a:pPr marL="0" indent="0" algn="l">
              <a:lnSpc>
                <a:spcPct val="90000"/>
              </a:lnSpc>
              <a:spcBef>
                <a:spcPts val="1000"/>
              </a:spcBef>
              <a:spcAft>
                <a:spcPts val="0"/>
              </a:spcAft>
              <a:buNone/>
            </a:pPr>
            <a:r>
              <a:t>Subhead goes here.</a:t>
            </a:r>
          </a:p>
        </p:txBody>
      </p:sp>
      <p:sp>
        <p:nvSpPr>
          <p:cNvPr id="8" name="Slide Number Placeholder 7">
            <a:extLst xmlns:a="http://schemas.openxmlformats.org/drawingml/2006/main">
              <a:ext uri="{FF2B5EF4-FFF2-40B4-BE49-F238E27FC236}">
                <a16:creationId xmlns:a16="http://schemas.microsoft.com/office/drawing/2014/main" id="{848B57A4-1EA3-47FA-AD37-31BB82676BA8}"/>
              </a:ext>
            </a:extLst>
          </p:cNvPr>
          <p:cNvSpPr>
            <a:spLocks xmlns:a="http://schemas.openxmlformats.org/drawingml/2006/main" noGrp="1"/>
          </p:cNvSpPr>
          <p:nvPr>
            <p:ph type="sldNum" idx="12"/>
          </p:nvPr>
        </p:nvSpPr>
        <p:spPr>
          <a:xfrm xmlns:a="http://schemas.openxmlformats.org/drawingml/2006/main">
            <a:off x="762000" y="6903682"/>
            <a:ext cx="365760" cy="365760"/>
          </a:xfrm>
        </p:spPr>
        <p:txBody>
          <a:bodyPr xmlns:a="http://schemas.openxmlformats.org/drawingml/2006/main"/>
          <a:lstStyle xmlns:a="http://schemas.openxmlformats.org/drawingml/2006/main">
            <a:lvl1pPr>
              <a:buNone/>
              <a:defRPr>
                <a:noFill/>
              </a:defRPr>
            </a:lvl1pPr>
          </a:lstStyle>
          <a:p xmlns:a="http://schemas.openxmlformats.org/drawingml/2006/main">
            <a:fld id="{345D60D9-5372-5F40-9443-0F9AE5BDC3C8}" type="slidenum">
              <a:t>‹#›</a:t>
            </a:fld>
          </a:p>
        </p:txBody>
      </p:sp>
      <p:sp>
        <p:nvSpPr>
          <p:cNvPr id="5" name="Footer Placeholder 4">
            <a:extLst xmlns:a="http://schemas.openxmlformats.org/drawingml/2006/main">
              <a:ext uri="{FF2B5EF4-FFF2-40B4-BE49-F238E27FC236}">
                <a16:creationId xmlns:a16="http://schemas.microsoft.com/office/drawing/2014/main" id="{E8638588-07BC-4F98-97FA-975AE1443B66}"/>
              </a:ext>
            </a:extLst>
          </p:cNvPr>
          <p:cNvSpPr>
            <a:spLocks xmlns:a="http://schemas.openxmlformats.org/drawingml/2006/main" noGrp="1"/>
          </p:cNvSpPr>
          <p:nvPr>
            <p:ph type="ftr" idx="11"/>
          </p:nvPr>
        </p:nvSpPr>
        <p:spPr>
          <a:xfrm xmlns:a="http://schemas.openxmlformats.org/drawingml/2006/main">
            <a:off x="1127759" y="6904000"/>
            <a:ext cx="5745379" cy="365125"/>
          </a:xfrm>
        </p:spPr>
        <p:txBody>
          <a:bodyPr xmlns:a="http://schemas.openxmlformats.org/drawingml/2006/main"/>
          <a:lstStyle xmlns:a="http://schemas.openxmlformats.org/drawingml/2006/main">
            <a:lvl1pPr>
              <a:buNone/>
              <a:defRPr>
                <a:noFill/>
              </a:defRPr>
            </a:lvl1pPr>
          </a:lstStyle>
          <a:p xmlns:a="http://schemas.openxmlformats.org/drawingml/2006/main">
            <a:r>
              <a:t>Copyright © 2026, Oracle and/or its affiliates |  Confidential: Internal/Restricted/Highly Restricted</a:t>
            </a:r>
          </a:p>
        </p:txBody>
      </p:sp>
      <p:sp>
        <p:nvSpPr>
          <p:cNvPr id="3" name="Date Placeholder 2">
            <a:extLst xmlns:a="http://schemas.openxmlformats.org/drawingml/2006/main">
              <a:ext uri="{FF2B5EF4-FFF2-40B4-BE49-F238E27FC236}">
                <a16:creationId xmlns:a16="http://schemas.microsoft.com/office/drawing/2014/main" id="{DBAE7266-CBC0-47D9-85A0-91E011093819}"/>
              </a:ext>
            </a:extLst>
          </p:cNvPr>
          <p:cNvSpPr>
            <a:spLocks xmlns:a="http://schemas.openxmlformats.org/drawingml/2006/main" noGrp="1"/>
          </p:cNvSpPr>
          <p:nvPr>
            <p:ph type="dt" idx="10"/>
          </p:nvPr>
        </p:nvSpPr>
        <p:spPr>
          <a:xfrm xmlns:a="http://schemas.openxmlformats.org/drawingml/2006/main">
            <a:off x="6873138" y="6905626"/>
            <a:ext cx="2743200" cy="363500"/>
          </a:xfrm>
        </p:spPr>
        <p:txBody>
          <a:bodyPr xmlns:a="http://schemas.openxmlformats.org/drawingml/2006/main"/>
          <a:lstStyle xmlns:a="http://schemas.openxmlformats.org/drawingml/2006/main">
            <a:lvl1pPr>
              <a:buNone/>
              <a:defRPr>
                <a:noFill/>
              </a:defRPr>
            </a:lvl1pPr>
          </a:lstStyle>
          <a:p xmlns:a="http://schemas.openxmlformats.org/drawingml/2006/main">
            <a:r>
              <a:t>[Date]</a:t>
            </a:r>
          </a:p>
        </p:txBody>
      </p:sp>
      <p:sp>
        <p:nvSpPr>
          <p:cNvPr id="2" name="Accent mark">
            <a:extLst xmlns:a="http://schemas.openxmlformats.org/drawingml/2006/main">
              <a:ext uri="{FF2B5EF4-FFF2-40B4-BE49-F238E27FC236}">
                <a16:creationId xmlns:a16="http://schemas.microsoft.com/office/drawing/2014/main" id="{FCC5560E-F594-D1CD-5CDD-54514D4DAED9}"/>
              </a:ext>
            </a:extLst>
          </p:cNvPr>
          <p:cNvSpPr>
            <a:spLocks xmlns:a="http://schemas.openxmlformats.org/drawingml/2006/main" noGrp="1"/>
          </p:cNvSpPr>
          <p:nvPr/>
        </p:nvSpPr>
        <p:spPr>
          <a:xfrm xmlns:a="http://schemas.openxmlformats.org/drawingml/2006/main">
            <a:off x="776689" y="3867907"/>
            <a:ext cx="365760" cy="36576"/>
          </a:xfrm>
          <a:prstGeom xmlns:a="http://schemas.openxmlformats.org/drawingml/2006/main" prst="rect">
            <a:avLst/>
          </a:prstGeom>
          <a:solidFill xmlns:a="http://schemas.openxmlformats.org/drawingml/2006/main">
            <a:srgbClr val="F0CC7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Tree>
  </p:cSld>
</p:sldLayout>
</file>

<file path=ppt/slideLayouts/slideLayout19.xml><?xml version="1.0" encoding="utf-8"?>
<p:sldLayout xmlns:p="http://schemas.openxmlformats.org/presentationml/2006/main" preserve="1" userDrawn="1">
  <p:cSld name="Light - Divider - 2">
    <p:bg>
      <p:bgPr>
        <a:blipFill xmlns:a="http://schemas.openxmlformats.org/drawingml/2006/main" rotWithShape="1">
          <a:blip xmlns:r="http://schemas.openxmlformats.org/officeDocument/2006/relationships" r:embed="R024f062d0c074892">
            <a:lum/>
          </a:blip>
          <a:srcRect l="0" t="0" r="0" b="0"/>
          <a:stretch>
            <a:fillRect l="0" t="0" r="0" b="0"/>
          </a:stretch>
        </a:blipFill>
      </p:bgPr>
    </p:bg>
    <p:spTree>
      <p:nvGrpSpPr>
        <p:cNvPr id="1" name=""/>
        <p:cNvGrpSpPr/>
        <p:nvPr/>
      </p:nvGrpSpPr>
      <p:grpSpPr>
        <a:xfrm xmlns:a="http://schemas.openxmlformats.org/drawingml/2006/main"/>
      </p:grpSpPr>
      <p:sp>
        <p:nvSpPr>
          <p:cNvPr id="4" name="Title 5">
            <a:extLst xmlns:a="http://schemas.openxmlformats.org/drawingml/2006/main">
              <a:ext uri="{FF2B5EF4-FFF2-40B4-BE49-F238E27FC236}">
                <a16:creationId xmlns:a16="http://schemas.microsoft.com/office/drawing/2014/main" id="{1789F089-C8C8-AD9E-8C9E-E12DE8E679BF}"/>
              </a:ext>
            </a:extLst>
          </p:cNvPr>
          <p:cNvSpPr>
            <a:spLocks xmlns:a="http://schemas.openxmlformats.org/drawingml/2006/main" noGrp="1"/>
          </p:cNvSpPr>
          <p:nvPr>
            <p:ph type="title" idx="0" hasCustomPrompt="1"/>
          </p:nvPr>
        </p:nvSpPr>
        <p:spPr>
          <a:xfrm xmlns:a="http://schemas.openxmlformats.org/drawingml/2006/main">
            <a:off x="768871" y="2337132"/>
            <a:ext cx="6400800" cy="1280160"/>
          </a:xfrm>
          <a:prstGeom xmlns:a="http://schemas.openxmlformats.org/drawingml/2006/main" prst="rect">
            <a:avLst/>
          </a:prstGeom>
          <a:noFill xmlns:a="http://schemas.openxmlformats.org/drawingml/2006/main"/>
        </p:spPr>
        <p:txBody>
          <a:bodyPr xmlns:a="http://schemas.openxmlformats.org/drawingml/2006/main" vert="horz" wrap="square" lIns="0" tIns="0" rIns="0" bIns="0" anchor="b">
            <a:noAutofit/>
          </a:bodyPr>
          <a:lstStyle xmlns:a="http://schemas.openxmlformats.org/drawingml/2006/main">
            <a:lvl1pPr>
              <a:lnSpc>
                <a:spcPct val="100000"/>
              </a:lnSpc>
              <a:buNone/>
              <a:defRPr sz="4000" b="1" i="0">
                <a:latin typeface="Oracle Sans Tab"/>
                <a:ea typeface="Oracle Sans Tab"/>
                <a:cs typeface="Oracle Sans Tab"/>
              </a:defRPr>
            </a:lvl1pPr>
          </a:lstStyle>
          <a:p xmlns:a="http://schemas.openxmlformats.org/drawingml/2006/main">
            <a:pPr>
              <a:lnSpc>
                <a:spcPct val="100000"/>
              </a:lnSpc>
              <a:buNone/>
            </a:pPr>
            <a:r>
              <a:t>Cross-pillar, Industries, and General Divider Title</a:t>
            </a:r>
          </a:p>
        </p:txBody>
      </p:sp>
      <p:sp>
        <p:nvSpPr>
          <p:cNvPr id="10" name="Subhead">
            <a:extLst xmlns:a="http://schemas.openxmlformats.org/drawingml/2006/main">
              <a:ext uri="{FF2B5EF4-FFF2-40B4-BE49-F238E27FC236}">
                <a16:creationId xmlns:a16="http://schemas.microsoft.com/office/drawing/2014/main" id="{7698EDA6-BDA7-E689-E9CF-BD4E37893702}"/>
              </a:ext>
            </a:extLst>
          </p:cNvPr>
          <p:cNvSpPr>
            <a:spLocks xmlns:a="http://schemas.openxmlformats.org/drawingml/2006/main" noGrp="1"/>
          </p:cNvSpPr>
          <p:nvPr>
            <p:ph type="body" idx="33" hasCustomPrompt="1"/>
          </p:nvPr>
        </p:nvSpPr>
        <p:spPr>
          <a:xfrm xmlns:a="http://schemas.openxmlformats.org/drawingml/2006/main">
            <a:off x="776689" y="4135193"/>
            <a:ext cx="6217920" cy="68125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marL="0" indent="0" algn="l">
              <a:lnSpc>
                <a:spcPct val="100000"/>
              </a:lnSpc>
              <a:spcBef>
                <a:spcPts val="600"/>
              </a:spcBef>
              <a:spcAft>
                <a:spcPts val="0"/>
              </a:spcAft>
              <a:buNone/>
              <a:defRPr sz="2000" b="0">
                <a:solidFill>
                  <a:schemeClr val="tx1"/>
                </a:solidFill>
              </a:defRPr>
            </a:lvl1pPr>
          </a:lstStyle>
          <a:p xmlns:a="http://schemas.openxmlformats.org/drawingml/2006/main">
            <a:pPr marL="0" indent="0" algn="l">
              <a:lnSpc>
                <a:spcPct val="90000"/>
              </a:lnSpc>
              <a:spcBef>
                <a:spcPts val="1000"/>
              </a:spcBef>
              <a:spcAft>
                <a:spcPts val="0"/>
              </a:spcAft>
              <a:buNone/>
            </a:pPr>
            <a:r>
              <a:t>Subhead goes here.</a:t>
            </a:r>
          </a:p>
        </p:txBody>
      </p:sp>
      <p:sp>
        <p:nvSpPr>
          <p:cNvPr id="8" name="Slide Number Placeholder 7">
            <a:extLst xmlns:a="http://schemas.openxmlformats.org/drawingml/2006/main">
              <a:ext uri="{FF2B5EF4-FFF2-40B4-BE49-F238E27FC236}">
                <a16:creationId xmlns:a16="http://schemas.microsoft.com/office/drawing/2014/main" id="{AC119101-EC6A-4B95-9940-BAB31432AD02}"/>
              </a:ext>
            </a:extLst>
          </p:cNvPr>
          <p:cNvSpPr>
            <a:spLocks xmlns:a="http://schemas.openxmlformats.org/drawingml/2006/main" noGrp="1"/>
          </p:cNvSpPr>
          <p:nvPr>
            <p:ph type="sldNum" idx="12"/>
          </p:nvPr>
        </p:nvSpPr>
        <p:spPr>
          <a:xfrm xmlns:a="http://schemas.openxmlformats.org/drawingml/2006/main">
            <a:off x="762000" y="6903678"/>
            <a:ext cx="365760" cy="365760"/>
          </a:xfrm>
        </p:spPr>
        <p:txBody>
          <a:bodyPr xmlns:a="http://schemas.openxmlformats.org/drawingml/2006/main"/>
          <a:lstStyle xmlns:a="http://schemas.openxmlformats.org/drawingml/2006/main">
            <a:lvl1pPr>
              <a:buNone/>
              <a:defRPr>
                <a:noFill/>
              </a:defRPr>
            </a:lvl1pPr>
          </a:lstStyle>
          <a:p xmlns:a="http://schemas.openxmlformats.org/drawingml/2006/main">
            <a:fld id="{345D60D9-5372-5F40-9443-0F9AE5BDC3C8}" type="slidenum">
              <a:t>‹#›</a:t>
            </a:fld>
          </a:p>
        </p:txBody>
      </p:sp>
      <p:sp>
        <p:nvSpPr>
          <p:cNvPr id="5" name="Footer Placeholder 4">
            <a:extLst xmlns:a="http://schemas.openxmlformats.org/drawingml/2006/main">
              <a:ext uri="{FF2B5EF4-FFF2-40B4-BE49-F238E27FC236}">
                <a16:creationId xmlns:a16="http://schemas.microsoft.com/office/drawing/2014/main" id="{6077CD67-74FC-43EC-912B-8B74B34E5B81}"/>
              </a:ext>
            </a:extLst>
          </p:cNvPr>
          <p:cNvSpPr>
            <a:spLocks xmlns:a="http://schemas.openxmlformats.org/drawingml/2006/main" noGrp="1"/>
          </p:cNvSpPr>
          <p:nvPr>
            <p:ph type="ftr" idx="11"/>
          </p:nvPr>
        </p:nvSpPr>
        <p:spPr>
          <a:xfrm xmlns:a="http://schemas.openxmlformats.org/drawingml/2006/main">
            <a:off x="1127759" y="6903996"/>
            <a:ext cx="5745379" cy="365125"/>
          </a:xfrm>
        </p:spPr>
        <p:txBody>
          <a:bodyPr xmlns:a="http://schemas.openxmlformats.org/drawingml/2006/main"/>
          <a:lstStyle xmlns:a="http://schemas.openxmlformats.org/drawingml/2006/main">
            <a:lvl1pPr>
              <a:buNone/>
              <a:defRPr>
                <a:noFill/>
              </a:defRPr>
            </a:lvl1pPr>
          </a:lstStyle>
          <a:p xmlns:a="http://schemas.openxmlformats.org/drawingml/2006/main">
            <a:r>
              <a:t>Copyright © 2026, Oracle and/or its affiliates |  Confidential: Internal/Restricted/Highly Restricted</a:t>
            </a:r>
          </a:p>
        </p:txBody>
      </p:sp>
      <p:sp>
        <p:nvSpPr>
          <p:cNvPr id="3" name="Date Placeholder 2">
            <a:extLst xmlns:a="http://schemas.openxmlformats.org/drawingml/2006/main">
              <a:ext uri="{FF2B5EF4-FFF2-40B4-BE49-F238E27FC236}">
                <a16:creationId xmlns:a16="http://schemas.microsoft.com/office/drawing/2014/main" id="{F89127AD-303E-4148-925B-F8D854942DC9}"/>
              </a:ext>
            </a:extLst>
          </p:cNvPr>
          <p:cNvSpPr>
            <a:spLocks xmlns:a="http://schemas.openxmlformats.org/drawingml/2006/main" noGrp="1"/>
          </p:cNvSpPr>
          <p:nvPr>
            <p:ph type="dt" idx="10"/>
          </p:nvPr>
        </p:nvSpPr>
        <p:spPr>
          <a:xfrm xmlns:a="http://schemas.openxmlformats.org/drawingml/2006/main">
            <a:off x="6873138" y="6905622"/>
            <a:ext cx="2743200" cy="363500"/>
          </a:xfrm>
        </p:spPr>
        <p:txBody>
          <a:bodyPr xmlns:a="http://schemas.openxmlformats.org/drawingml/2006/main"/>
          <a:lstStyle xmlns:a="http://schemas.openxmlformats.org/drawingml/2006/main">
            <a:lvl1pPr>
              <a:buNone/>
              <a:defRPr>
                <a:noFill/>
              </a:defRPr>
            </a:lvl1pPr>
          </a:lstStyle>
          <a:p xmlns:a="http://schemas.openxmlformats.org/drawingml/2006/main">
            <a:r>
              <a:t>[Date]</a:t>
            </a:r>
          </a:p>
        </p:txBody>
      </p:sp>
      <p:sp>
        <p:nvSpPr>
          <p:cNvPr id="2" name="Accent mark">
            <a:extLst xmlns:a="http://schemas.openxmlformats.org/drawingml/2006/main">
              <a:ext uri="{FF2B5EF4-FFF2-40B4-BE49-F238E27FC236}">
                <a16:creationId xmlns:a16="http://schemas.microsoft.com/office/drawing/2014/main" id="{93FBA7AF-1061-9E4C-9196-2D8F59748DFB}"/>
              </a:ext>
            </a:extLst>
          </p:cNvPr>
          <p:cNvSpPr>
            <a:spLocks xmlns:a="http://schemas.openxmlformats.org/drawingml/2006/main" noGrp="1"/>
          </p:cNvSpPr>
          <p:nvPr/>
        </p:nvSpPr>
        <p:spPr>
          <a:xfrm xmlns:a="http://schemas.openxmlformats.org/drawingml/2006/main">
            <a:off x="776689" y="3867907"/>
            <a:ext cx="365760" cy="36576"/>
          </a:xfrm>
          <a:prstGeom xmlns:a="http://schemas.openxmlformats.org/drawingml/2006/main" prst="rect">
            <a:avLst/>
          </a:prstGeom>
          <a:solidFill xmlns:a="http://schemas.openxmlformats.org/drawingml/2006/main">
            <a:srgbClr val="C74634"/>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Tree>
  </p:cSld>
</p:sldLayout>
</file>

<file path=ppt/slideLayouts/slideLayout20.xml><?xml version="1.0" encoding="utf-8"?>
<p:sldLayout xmlns:p="http://schemas.openxmlformats.org/presentationml/2006/main" preserve="1" userDrawn="1">
  <p:cSld name="Dark - Divider - 2">
    <p:bg>
      <p:bgPr>
        <a:blipFill xmlns:a="http://schemas.openxmlformats.org/drawingml/2006/main" rotWithShape="1">
          <a:blip xmlns:r="http://schemas.openxmlformats.org/officeDocument/2006/relationships" r:embed="R1bab75785d7d47bd">
            <a:lum/>
          </a:blip>
          <a:srcRect l="0" t="0" r="0" b="0"/>
          <a:stretch>
            <a:fillRect l="0" t="0" r="0" b="0"/>
          </a:stretch>
        </a:blipFill>
      </p:bgPr>
    </p:bg>
    <p:spTree>
      <p:nvGrpSpPr>
        <p:cNvPr id="1" name=""/>
        <p:cNvGrpSpPr/>
        <p:nvPr/>
      </p:nvGrpSpPr>
      <p:grpSpPr>
        <a:xfrm xmlns:a="http://schemas.openxmlformats.org/drawingml/2006/main"/>
      </p:grpSpPr>
      <p:sp>
        <p:nvSpPr>
          <p:cNvPr id="4" name="Title 5">
            <a:extLst xmlns:a="http://schemas.openxmlformats.org/drawingml/2006/main">
              <a:ext uri="{FF2B5EF4-FFF2-40B4-BE49-F238E27FC236}">
                <a16:creationId xmlns:a16="http://schemas.microsoft.com/office/drawing/2014/main" id="{1232B6FB-CB36-8E10-0171-4DD434FB37AC}"/>
              </a:ext>
            </a:extLst>
          </p:cNvPr>
          <p:cNvSpPr>
            <a:spLocks xmlns:a="http://schemas.openxmlformats.org/drawingml/2006/main" noGrp="1"/>
          </p:cNvSpPr>
          <p:nvPr>
            <p:ph type="title" idx="0" hasCustomPrompt="1"/>
          </p:nvPr>
        </p:nvSpPr>
        <p:spPr>
          <a:xfrm xmlns:a="http://schemas.openxmlformats.org/drawingml/2006/main">
            <a:off x="768871" y="2337132"/>
            <a:ext cx="6400800" cy="1280160"/>
          </a:xfrm>
          <a:prstGeom xmlns:a="http://schemas.openxmlformats.org/drawingml/2006/main" prst="rect">
            <a:avLst/>
          </a:prstGeom>
          <a:noFill xmlns:a="http://schemas.openxmlformats.org/drawingml/2006/main"/>
        </p:spPr>
        <p:txBody>
          <a:bodyPr xmlns:a="http://schemas.openxmlformats.org/drawingml/2006/main" vert="horz" wrap="square" lIns="0" tIns="0" rIns="0" bIns="0" anchor="b">
            <a:noAutofit/>
          </a:bodyPr>
          <a:lstStyle xmlns:a="http://schemas.openxmlformats.org/drawingml/2006/main">
            <a:lvl1pPr>
              <a:lnSpc>
                <a:spcPct val="100000"/>
              </a:lnSpc>
              <a:buNone/>
              <a:defRPr sz="4000" b="1" i="0">
                <a:latin typeface="Oracle Sans Tab"/>
                <a:ea typeface="Oracle Sans Tab"/>
                <a:cs typeface="Oracle Sans Tab"/>
              </a:defRPr>
            </a:lvl1pPr>
          </a:lstStyle>
          <a:p xmlns:a="http://schemas.openxmlformats.org/drawingml/2006/main">
            <a:pPr>
              <a:lnSpc>
                <a:spcPct val="100000"/>
              </a:lnSpc>
              <a:buNone/>
            </a:pPr>
            <a:r>
              <a:t>Cross-pillar, Industries, and General Divider Title</a:t>
            </a:r>
          </a:p>
        </p:txBody>
      </p:sp>
      <p:sp>
        <p:nvSpPr>
          <p:cNvPr id="10" name="Subhead">
            <a:extLst xmlns:a="http://schemas.openxmlformats.org/drawingml/2006/main">
              <a:ext uri="{FF2B5EF4-FFF2-40B4-BE49-F238E27FC236}">
                <a16:creationId xmlns:a16="http://schemas.microsoft.com/office/drawing/2014/main" id="{E9558DCD-9619-43EF-806C-010C13A11164}"/>
              </a:ext>
            </a:extLst>
          </p:cNvPr>
          <p:cNvSpPr>
            <a:spLocks xmlns:a="http://schemas.openxmlformats.org/drawingml/2006/main" noGrp="1"/>
          </p:cNvSpPr>
          <p:nvPr>
            <p:ph type="body" idx="33" hasCustomPrompt="1"/>
          </p:nvPr>
        </p:nvSpPr>
        <p:spPr>
          <a:xfrm xmlns:a="http://schemas.openxmlformats.org/drawingml/2006/main">
            <a:off x="776689" y="4135193"/>
            <a:ext cx="6400800" cy="68125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marL="0" indent="0" algn="l">
              <a:lnSpc>
                <a:spcPct val="100000"/>
              </a:lnSpc>
              <a:spcBef>
                <a:spcPts val="600"/>
              </a:spcBef>
              <a:spcAft>
                <a:spcPts val="0"/>
              </a:spcAft>
              <a:buNone/>
              <a:defRPr sz="2000" b="0">
                <a:solidFill>
                  <a:schemeClr val="tx1"/>
                </a:solidFill>
              </a:defRPr>
            </a:lvl1pPr>
          </a:lstStyle>
          <a:p xmlns:a="http://schemas.openxmlformats.org/drawingml/2006/main">
            <a:pPr marL="0" indent="0" algn="l">
              <a:lnSpc>
                <a:spcPct val="90000"/>
              </a:lnSpc>
              <a:spcBef>
                <a:spcPts val="1000"/>
              </a:spcBef>
              <a:spcAft>
                <a:spcPts val="0"/>
              </a:spcAft>
              <a:buNone/>
            </a:pPr>
            <a:r>
              <a:t>Subhead goes here.</a:t>
            </a:r>
          </a:p>
        </p:txBody>
      </p:sp>
      <p:sp>
        <p:nvSpPr>
          <p:cNvPr id="8" name="Slide Number Placeholder 7">
            <a:extLst xmlns:a="http://schemas.openxmlformats.org/drawingml/2006/main">
              <a:ext uri="{FF2B5EF4-FFF2-40B4-BE49-F238E27FC236}">
                <a16:creationId xmlns:a16="http://schemas.microsoft.com/office/drawing/2014/main" id="{848B57A4-1EA3-47FA-AD37-31BB82676BA8}"/>
              </a:ext>
            </a:extLst>
          </p:cNvPr>
          <p:cNvSpPr>
            <a:spLocks xmlns:a="http://schemas.openxmlformats.org/drawingml/2006/main" noGrp="1"/>
          </p:cNvSpPr>
          <p:nvPr>
            <p:ph type="sldNum" idx="12"/>
          </p:nvPr>
        </p:nvSpPr>
        <p:spPr>
          <a:xfrm xmlns:a="http://schemas.openxmlformats.org/drawingml/2006/main">
            <a:off x="762000" y="6903682"/>
            <a:ext cx="365760" cy="365760"/>
          </a:xfrm>
        </p:spPr>
        <p:txBody>
          <a:bodyPr xmlns:a="http://schemas.openxmlformats.org/drawingml/2006/main"/>
          <a:lstStyle xmlns:a="http://schemas.openxmlformats.org/drawingml/2006/main">
            <a:lvl1pPr>
              <a:buNone/>
              <a:defRPr>
                <a:noFill/>
              </a:defRPr>
            </a:lvl1pPr>
          </a:lstStyle>
          <a:p xmlns:a="http://schemas.openxmlformats.org/drawingml/2006/main">
            <a:fld id="{345D60D9-5372-5F40-9443-0F9AE5BDC3C8}" type="slidenum">
              <a:t>‹#›</a:t>
            </a:fld>
          </a:p>
        </p:txBody>
      </p:sp>
      <p:sp>
        <p:nvSpPr>
          <p:cNvPr id="5" name="Footer Placeholder 4">
            <a:extLst xmlns:a="http://schemas.openxmlformats.org/drawingml/2006/main">
              <a:ext uri="{FF2B5EF4-FFF2-40B4-BE49-F238E27FC236}">
                <a16:creationId xmlns:a16="http://schemas.microsoft.com/office/drawing/2014/main" id="{E8638588-07BC-4F98-97FA-975AE1443B66}"/>
              </a:ext>
            </a:extLst>
          </p:cNvPr>
          <p:cNvSpPr>
            <a:spLocks xmlns:a="http://schemas.openxmlformats.org/drawingml/2006/main" noGrp="1"/>
          </p:cNvSpPr>
          <p:nvPr>
            <p:ph type="ftr" idx="11"/>
          </p:nvPr>
        </p:nvSpPr>
        <p:spPr>
          <a:xfrm xmlns:a="http://schemas.openxmlformats.org/drawingml/2006/main">
            <a:off x="1127759" y="6904000"/>
            <a:ext cx="5745379" cy="365125"/>
          </a:xfrm>
        </p:spPr>
        <p:txBody>
          <a:bodyPr xmlns:a="http://schemas.openxmlformats.org/drawingml/2006/main"/>
          <a:lstStyle xmlns:a="http://schemas.openxmlformats.org/drawingml/2006/main">
            <a:lvl1pPr>
              <a:buNone/>
              <a:defRPr>
                <a:noFill/>
              </a:defRPr>
            </a:lvl1pPr>
          </a:lstStyle>
          <a:p xmlns:a="http://schemas.openxmlformats.org/drawingml/2006/main">
            <a:r>
              <a:t>Copyright © 2026, Oracle and/or its affiliates |  Confidential: Internal/Restricted/Highly Restricted</a:t>
            </a:r>
          </a:p>
        </p:txBody>
      </p:sp>
      <p:sp>
        <p:nvSpPr>
          <p:cNvPr id="3" name="Date Placeholder 2">
            <a:extLst xmlns:a="http://schemas.openxmlformats.org/drawingml/2006/main">
              <a:ext uri="{FF2B5EF4-FFF2-40B4-BE49-F238E27FC236}">
                <a16:creationId xmlns:a16="http://schemas.microsoft.com/office/drawing/2014/main" id="{DBAE7266-CBC0-47D9-85A0-91E011093819}"/>
              </a:ext>
            </a:extLst>
          </p:cNvPr>
          <p:cNvSpPr>
            <a:spLocks xmlns:a="http://schemas.openxmlformats.org/drawingml/2006/main" noGrp="1"/>
          </p:cNvSpPr>
          <p:nvPr>
            <p:ph type="dt" idx="10"/>
          </p:nvPr>
        </p:nvSpPr>
        <p:spPr>
          <a:xfrm xmlns:a="http://schemas.openxmlformats.org/drawingml/2006/main">
            <a:off x="6873138" y="6905626"/>
            <a:ext cx="2743200" cy="363500"/>
          </a:xfrm>
        </p:spPr>
        <p:txBody>
          <a:bodyPr xmlns:a="http://schemas.openxmlformats.org/drawingml/2006/main"/>
          <a:lstStyle xmlns:a="http://schemas.openxmlformats.org/drawingml/2006/main">
            <a:lvl1pPr>
              <a:buNone/>
              <a:defRPr>
                <a:noFill/>
              </a:defRPr>
            </a:lvl1pPr>
          </a:lstStyle>
          <a:p xmlns:a="http://schemas.openxmlformats.org/drawingml/2006/main">
            <a:r>
              <a:t>[Date]</a:t>
            </a:r>
          </a:p>
        </p:txBody>
      </p:sp>
      <p:sp>
        <p:nvSpPr>
          <p:cNvPr id="2" name="Accent mark">
            <a:extLst xmlns:a="http://schemas.openxmlformats.org/drawingml/2006/main">
              <a:ext uri="{FF2B5EF4-FFF2-40B4-BE49-F238E27FC236}">
                <a16:creationId xmlns:a16="http://schemas.microsoft.com/office/drawing/2014/main" id="{FCC5560E-F594-D1CD-5CDD-54514D4DAED9}"/>
              </a:ext>
            </a:extLst>
          </p:cNvPr>
          <p:cNvSpPr>
            <a:spLocks xmlns:a="http://schemas.openxmlformats.org/drawingml/2006/main" noGrp="1"/>
          </p:cNvSpPr>
          <p:nvPr/>
        </p:nvSpPr>
        <p:spPr>
          <a:xfrm xmlns:a="http://schemas.openxmlformats.org/drawingml/2006/main">
            <a:off x="776689" y="3867907"/>
            <a:ext cx="365760" cy="36576"/>
          </a:xfrm>
          <a:prstGeom xmlns:a="http://schemas.openxmlformats.org/drawingml/2006/main" prst="rect">
            <a:avLst/>
          </a:prstGeom>
          <a:solidFill xmlns:a="http://schemas.openxmlformats.org/drawingml/2006/main">
            <a:srgbClr val="F0CC7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Tree>
  </p:cSld>
</p:sldLayout>
</file>

<file path=ppt/slideLayouts/slideLayout21.xml><?xml version="1.0" encoding="utf-8"?>
<p:sldLayout xmlns:p="http://schemas.openxmlformats.org/presentationml/2006/main" preserve="1" userDrawn="1">
  <p:cSld name="Divider_3">
    <p:bg>
      <p:bgPr>
        <a:blipFill xmlns:a="http://schemas.openxmlformats.org/drawingml/2006/main" rotWithShape="1">
          <a:blip xmlns:r="http://schemas.openxmlformats.org/officeDocument/2006/relationships" r:embed="Rf172ca26c560427d">
            <a:lum/>
          </a:blip>
          <a:srcRect l="0" t="0" r="0" b="0"/>
          <a:stretch>
            <a:fillRect l="0" t="0" r="0" b="0"/>
          </a:stretch>
        </a:blipFill>
      </p:bgPr>
    </p:bg>
    <p:spTree>
      <p:nvGrpSpPr>
        <p:cNvPr id="1" name=""/>
        <p:cNvGrpSpPr/>
        <p:nvPr/>
      </p:nvGrpSpPr>
      <p:grpSpPr>
        <a:xfrm xmlns:a="http://schemas.openxmlformats.org/drawingml/2006/main"/>
      </p:grpSpPr>
      <p:sp>
        <p:nvSpPr>
          <p:cNvPr id="9" name="Title 5">
            <a:extLst xmlns:a="http://schemas.openxmlformats.org/drawingml/2006/main">
              <a:ext uri="{FF2B5EF4-FFF2-40B4-BE49-F238E27FC236}">
                <a16:creationId xmlns:a16="http://schemas.microsoft.com/office/drawing/2014/main" id="{7856B97A-8557-4DB6-9175-7EBD0C8937DD}"/>
              </a:ext>
            </a:extLst>
          </p:cNvPr>
          <p:cNvSpPr>
            <a:spLocks xmlns:a="http://schemas.openxmlformats.org/drawingml/2006/main" noGrp="1"/>
          </p:cNvSpPr>
          <p:nvPr>
            <p:ph type="title" idx="0" hasCustomPrompt="1"/>
          </p:nvPr>
        </p:nvSpPr>
        <p:spPr>
          <a:xfrm xmlns:a="http://schemas.openxmlformats.org/drawingml/2006/main">
            <a:off x="768871" y="2337132"/>
            <a:ext cx="6400800" cy="1280160"/>
          </a:xfrm>
          <a:prstGeom xmlns:a="http://schemas.openxmlformats.org/drawingml/2006/main" prst="rect">
            <a:avLst/>
          </a:prstGeom>
          <a:noFill xmlns:a="http://schemas.openxmlformats.org/drawingml/2006/main"/>
        </p:spPr>
        <p:txBody>
          <a:bodyPr xmlns:a="http://schemas.openxmlformats.org/drawingml/2006/main" vert="horz" wrap="square" lIns="0" tIns="0" rIns="0" bIns="0" anchor="b">
            <a:noAutofit/>
          </a:bodyPr>
          <a:lstStyle xmlns:a="http://schemas.openxmlformats.org/drawingml/2006/main">
            <a:lvl1pPr>
              <a:lnSpc>
                <a:spcPct val="100000"/>
              </a:lnSpc>
              <a:buNone/>
              <a:defRPr sz="4000" b="1" i="0">
                <a:latin typeface="Oracle Sans Tab"/>
                <a:ea typeface="Oracle Sans Tab"/>
                <a:cs typeface="Oracle Sans Tab"/>
              </a:defRPr>
            </a:lvl1pPr>
          </a:lstStyle>
          <a:p xmlns:a="http://schemas.openxmlformats.org/drawingml/2006/main">
            <a:pPr>
              <a:lnSpc>
                <a:spcPct val="100000"/>
              </a:lnSpc>
              <a:buNone/>
            </a:pPr>
            <a:r>
              <a:t>Health &amp; Life Sciences </a:t>
            </a:r>
            <a:br/>
            <a:r>
              <a:t>section title</a:t>
            </a:r>
          </a:p>
        </p:txBody>
      </p:sp>
      <p:sp>
        <p:nvSpPr>
          <p:cNvPr id="10" name="Subhead">
            <a:extLst xmlns:a="http://schemas.openxmlformats.org/drawingml/2006/main">
              <a:ext uri="{FF2B5EF4-FFF2-40B4-BE49-F238E27FC236}">
                <a16:creationId xmlns:a16="http://schemas.microsoft.com/office/drawing/2014/main" id="{E9558DCD-9619-43EF-806C-010C13A11164}"/>
              </a:ext>
            </a:extLst>
          </p:cNvPr>
          <p:cNvSpPr>
            <a:spLocks xmlns:a="http://schemas.openxmlformats.org/drawingml/2006/main" noGrp="1"/>
          </p:cNvSpPr>
          <p:nvPr>
            <p:ph type="body" idx="33" hasCustomPrompt="1"/>
          </p:nvPr>
        </p:nvSpPr>
        <p:spPr>
          <a:xfrm xmlns:a="http://schemas.openxmlformats.org/drawingml/2006/main">
            <a:off x="776689" y="4135193"/>
            <a:ext cx="6400800" cy="68125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marL="0" indent="0" algn="l">
              <a:lnSpc>
                <a:spcPct val="100000"/>
              </a:lnSpc>
              <a:spcBef>
                <a:spcPts val="600"/>
              </a:spcBef>
              <a:spcAft>
                <a:spcPts val="0"/>
              </a:spcAft>
              <a:buNone/>
              <a:defRPr sz="2000" b="0">
                <a:solidFill>
                  <a:schemeClr val="tx1"/>
                </a:solidFill>
              </a:defRPr>
            </a:lvl1pPr>
          </a:lstStyle>
          <a:p xmlns:a="http://schemas.openxmlformats.org/drawingml/2006/main">
            <a:pPr marL="0" indent="0" algn="l">
              <a:lnSpc>
                <a:spcPct val="90000"/>
              </a:lnSpc>
              <a:spcBef>
                <a:spcPts val="1000"/>
              </a:spcBef>
              <a:spcAft>
                <a:spcPts val="0"/>
              </a:spcAft>
              <a:buNone/>
            </a:pPr>
            <a:r>
              <a:t>Subhead goes here.</a:t>
            </a:r>
          </a:p>
        </p:txBody>
      </p:sp>
      <p:sp>
        <p:nvSpPr>
          <p:cNvPr id="8" name="Slide Number Placeholder 7">
            <a:extLst xmlns:a="http://schemas.openxmlformats.org/drawingml/2006/main">
              <a:ext uri="{FF2B5EF4-FFF2-40B4-BE49-F238E27FC236}">
                <a16:creationId xmlns:a16="http://schemas.microsoft.com/office/drawing/2014/main" id="{848B57A4-1EA3-47FA-AD37-31BB82676BA8}"/>
              </a:ext>
            </a:extLst>
          </p:cNvPr>
          <p:cNvSpPr>
            <a:spLocks xmlns:a="http://schemas.openxmlformats.org/drawingml/2006/main" noGrp="1"/>
          </p:cNvSpPr>
          <p:nvPr>
            <p:ph type="sldNum" idx="12"/>
          </p:nvPr>
        </p:nvSpPr>
        <p:spPr>
          <a:xfrm xmlns:a="http://schemas.openxmlformats.org/drawingml/2006/main">
            <a:off x="762000" y="6903678"/>
            <a:ext cx="365760" cy="365760"/>
          </a:xfrm>
        </p:spPr>
        <p:txBody>
          <a:bodyPr xmlns:a="http://schemas.openxmlformats.org/drawingml/2006/main"/>
          <a:lstStyle xmlns:a="http://schemas.openxmlformats.org/drawingml/2006/main">
            <a:lvl1pPr>
              <a:buNone/>
              <a:defRPr>
                <a:noFill/>
              </a:defRPr>
            </a:lvl1pPr>
          </a:lstStyle>
          <a:p xmlns:a="http://schemas.openxmlformats.org/drawingml/2006/main">
            <a:fld id="{345D60D9-5372-5F40-9443-0F9AE5BDC3C8}" type="slidenum">
              <a:t>‹#›</a:t>
            </a:fld>
          </a:p>
        </p:txBody>
      </p:sp>
      <p:sp>
        <p:nvSpPr>
          <p:cNvPr id="5" name="Footer Placeholder 4">
            <a:extLst xmlns:a="http://schemas.openxmlformats.org/drawingml/2006/main">
              <a:ext uri="{FF2B5EF4-FFF2-40B4-BE49-F238E27FC236}">
                <a16:creationId xmlns:a16="http://schemas.microsoft.com/office/drawing/2014/main" id="{E8638588-07BC-4F98-97FA-975AE1443B66}"/>
              </a:ext>
            </a:extLst>
          </p:cNvPr>
          <p:cNvSpPr>
            <a:spLocks xmlns:a="http://schemas.openxmlformats.org/drawingml/2006/main" noGrp="1"/>
          </p:cNvSpPr>
          <p:nvPr>
            <p:ph type="ftr" idx="11"/>
          </p:nvPr>
        </p:nvSpPr>
        <p:spPr>
          <a:xfrm xmlns:a="http://schemas.openxmlformats.org/drawingml/2006/main">
            <a:off x="1127759" y="6903996"/>
            <a:ext cx="5745379" cy="365125"/>
          </a:xfrm>
        </p:spPr>
        <p:txBody>
          <a:bodyPr xmlns:a="http://schemas.openxmlformats.org/drawingml/2006/main"/>
          <a:lstStyle xmlns:a="http://schemas.openxmlformats.org/drawingml/2006/main">
            <a:lvl1pPr>
              <a:buNone/>
              <a:defRPr>
                <a:noFill/>
              </a:defRPr>
            </a:lvl1pPr>
          </a:lstStyle>
          <a:p xmlns:a="http://schemas.openxmlformats.org/drawingml/2006/main">
            <a:r>
              <a:t>Copyright © 2026, Oracle and/or its affiliates |  Confidential: Internal/Restricted/Highly Restricted</a:t>
            </a:r>
          </a:p>
        </p:txBody>
      </p:sp>
      <p:sp>
        <p:nvSpPr>
          <p:cNvPr id="3" name="Date Placeholder 2">
            <a:extLst xmlns:a="http://schemas.openxmlformats.org/drawingml/2006/main">
              <a:ext uri="{FF2B5EF4-FFF2-40B4-BE49-F238E27FC236}">
                <a16:creationId xmlns:a16="http://schemas.microsoft.com/office/drawing/2014/main" id="{DBAE7266-CBC0-47D9-85A0-91E011093819}"/>
              </a:ext>
            </a:extLst>
          </p:cNvPr>
          <p:cNvSpPr>
            <a:spLocks xmlns:a="http://schemas.openxmlformats.org/drawingml/2006/main" noGrp="1"/>
          </p:cNvSpPr>
          <p:nvPr>
            <p:ph type="dt" idx="10"/>
          </p:nvPr>
        </p:nvSpPr>
        <p:spPr>
          <a:xfrm xmlns:a="http://schemas.openxmlformats.org/drawingml/2006/main">
            <a:off x="6873138" y="6905622"/>
            <a:ext cx="2743200" cy="363500"/>
          </a:xfrm>
        </p:spPr>
        <p:txBody>
          <a:bodyPr xmlns:a="http://schemas.openxmlformats.org/drawingml/2006/main"/>
          <a:lstStyle xmlns:a="http://schemas.openxmlformats.org/drawingml/2006/main">
            <a:lvl1pPr>
              <a:buNone/>
              <a:defRPr>
                <a:noFill/>
              </a:defRPr>
            </a:lvl1pPr>
          </a:lstStyle>
          <a:p xmlns:a="http://schemas.openxmlformats.org/drawingml/2006/main">
            <a:r>
              <a:t>[Date]</a:t>
            </a:r>
          </a:p>
        </p:txBody>
      </p:sp>
      <p:sp>
        <p:nvSpPr>
          <p:cNvPr id="2" name="Accent mark">
            <a:extLst xmlns:a="http://schemas.openxmlformats.org/drawingml/2006/main">
              <a:ext uri="{FF2B5EF4-FFF2-40B4-BE49-F238E27FC236}">
                <a16:creationId xmlns:a16="http://schemas.microsoft.com/office/drawing/2014/main" id="{B4CEE7C3-7EA8-C568-7AA2-03C7BCB4D729}"/>
              </a:ext>
            </a:extLst>
          </p:cNvPr>
          <p:cNvSpPr>
            <a:spLocks xmlns:a="http://schemas.openxmlformats.org/drawingml/2006/main" noGrp="1"/>
          </p:cNvSpPr>
          <p:nvPr/>
        </p:nvSpPr>
        <p:spPr>
          <a:xfrm xmlns:a="http://schemas.openxmlformats.org/drawingml/2006/main">
            <a:off x="776689" y="3867907"/>
            <a:ext cx="365760" cy="36576"/>
          </a:xfrm>
          <a:prstGeom xmlns:a="http://schemas.openxmlformats.org/drawingml/2006/main" prst="rect">
            <a:avLst/>
          </a:prstGeom>
          <a:solidFill xmlns:a="http://schemas.openxmlformats.org/drawingml/2006/main">
            <a:srgbClr val="F0CC7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Tree>
  </p:cSld>
</p:sldLayout>
</file>

<file path=ppt/slideLayouts/slideLayout22.xml><?xml version="1.0" encoding="utf-8"?>
<p:sldLayout xmlns:p="http://schemas.openxmlformats.org/presentationml/2006/main" preserve="1" userDrawn="1">
  <p:cSld name="Divider_4">
    <p:bg>
      <p:bgPr>
        <a:blipFill xmlns:a="http://schemas.openxmlformats.org/drawingml/2006/main" rotWithShape="1">
          <a:blip xmlns:r="http://schemas.openxmlformats.org/officeDocument/2006/relationships" r:embed="R1d7c2b3a11a748dc">
            <a:lum/>
          </a:blip>
          <a:srcRect l="0" t="0" r="0" b="0"/>
          <a:stretch>
            <a:fillRect l="0" t="0" r="0" b="0"/>
          </a:stretch>
        </a:blipFill>
      </p:bgPr>
    </p:bg>
    <p:spTree>
      <p:nvGrpSpPr>
        <p:cNvPr id="1" name=""/>
        <p:cNvGrpSpPr/>
        <p:nvPr/>
      </p:nvGrpSpPr>
      <p:grpSpPr>
        <a:xfrm xmlns:a="http://schemas.openxmlformats.org/drawingml/2006/main"/>
      </p:grpSpPr>
      <p:sp>
        <p:nvSpPr>
          <p:cNvPr id="9" name="Title 5">
            <a:extLst xmlns:a="http://schemas.openxmlformats.org/drawingml/2006/main">
              <a:ext uri="{FF2B5EF4-FFF2-40B4-BE49-F238E27FC236}">
                <a16:creationId xmlns:a16="http://schemas.microsoft.com/office/drawing/2014/main" id="{7856B97A-8557-4DB6-9175-7EBD0C8937DD}"/>
              </a:ext>
            </a:extLst>
          </p:cNvPr>
          <p:cNvSpPr>
            <a:spLocks xmlns:a="http://schemas.openxmlformats.org/drawingml/2006/main" noGrp="1"/>
          </p:cNvSpPr>
          <p:nvPr>
            <p:ph type="title" idx="0" hasCustomPrompt="1"/>
          </p:nvPr>
        </p:nvSpPr>
        <p:spPr>
          <a:xfrm xmlns:a="http://schemas.openxmlformats.org/drawingml/2006/main">
            <a:off x="768871" y="2337132"/>
            <a:ext cx="6400800" cy="1280160"/>
          </a:xfrm>
          <a:prstGeom xmlns:a="http://schemas.openxmlformats.org/drawingml/2006/main" prst="rect">
            <a:avLst/>
          </a:prstGeom>
          <a:noFill xmlns:a="http://schemas.openxmlformats.org/drawingml/2006/main"/>
        </p:spPr>
        <p:txBody>
          <a:bodyPr xmlns:a="http://schemas.openxmlformats.org/drawingml/2006/main" vert="horz" wrap="square" lIns="0" tIns="0" rIns="0" bIns="0" anchor="b">
            <a:noAutofit/>
          </a:bodyPr>
          <a:lstStyle xmlns:a="http://schemas.openxmlformats.org/drawingml/2006/main">
            <a:lvl1pPr>
              <a:lnSpc>
                <a:spcPct val="100000"/>
              </a:lnSpc>
              <a:buNone/>
              <a:defRPr sz="4000" b="1" i="0">
                <a:latin typeface="Oracle Sans Tab"/>
                <a:ea typeface="Oracle Sans Tab"/>
                <a:cs typeface="Oracle Sans Tab"/>
              </a:defRPr>
            </a:lvl1pPr>
          </a:lstStyle>
          <a:p xmlns:a="http://schemas.openxmlformats.org/drawingml/2006/main">
            <a:pPr>
              <a:lnSpc>
                <a:spcPct val="100000"/>
              </a:lnSpc>
              <a:buNone/>
            </a:pPr>
            <a:r>
              <a:t>Fusion Suite section</a:t>
            </a:r>
            <a:br/>
            <a:r>
              <a:t>Oracle Sans Tab Bold</a:t>
            </a:r>
          </a:p>
        </p:txBody>
      </p:sp>
      <p:sp>
        <p:nvSpPr>
          <p:cNvPr id="10" name="Subhead">
            <a:extLst xmlns:a="http://schemas.openxmlformats.org/drawingml/2006/main">
              <a:ext uri="{FF2B5EF4-FFF2-40B4-BE49-F238E27FC236}">
                <a16:creationId xmlns:a16="http://schemas.microsoft.com/office/drawing/2014/main" id="{E9558DCD-9619-43EF-806C-010C13A11164}"/>
              </a:ext>
            </a:extLst>
          </p:cNvPr>
          <p:cNvSpPr>
            <a:spLocks xmlns:a="http://schemas.openxmlformats.org/drawingml/2006/main" noGrp="1"/>
          </p:cNvSpPr>
          <p:nvPr>
            <p:ph type="body" idx="33" hasCustomPrompt="1"/>
          </p:nvPr>
        </p:nvSpPr>
        <p:spPr>
          <a:xfrm xmlns:a="http://schemas.openxmlformats.org/drawingml/2006/main">
            <a:off x="776689" y="4135193"/>
            <a:ext cx="6400800" cy="68125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marL="0" indent="0" algn="l">
              <a:lnSpc>
                <a:spcPct val="100000"/>
              </a:lnSpc>
              <a:spcBef>
                <a:spcPts val="600"/>
              </a:spcBef>
              <a:spcAft>
                <a:spcPts val="0"/>
              </a:spcAft>
              <a:buNone/>
              <a:defRPr sz="2000" b="0">
                <a:solidFill>
                  <a:schemeClr val="tx1"/>
                </a:solidFill>
              </a:defRPr>
            </a:lvl1pPr>
          </a:lstStyle>
          <a:p xmlns:a="http://schemas.openxmlformats.org/drawingml/2006/main">
            <a:pPr marL="0" indent="0" algn="l">
              <a:lnSpc>
                <a:spcPct val="90000"/>
              </a:lnSpc>
              <a:spcBef>
                <a:spcPts val="1000"/>
              </a:spcBef>
              <a:spcAft>
                <a:spcPts val="0"/>
              </a:spcAft>
              <a:buNone/>
            </a:pPr>
            <a:r>
              <a:t>Subhead goes here.</a:t>
            </a:r>
          </a:p>
        </p:txBody>
      </p:sp>
      <p:sp>
        <p:nvSpPr>
          <p:cNvPr id="8" name="Slide Number Placeholder 7">
            <a:extLst xmlns:a="http://schemas.openxmlformats.org/drawingml/2006/main">
              <a:ext uri="{FF2B5EF4-FFF2-40B4-BE49-F238E27FC236}">
                <a16:creationId xmlns:a16="http://schemas.microsoft.com/office/drawing/2014/main" id="{848B57A4-1EA3-47FA-AD37-31BB82676BA8}"/>
              </a:ext>
            </a:extLst>
          </p:cNvPr>
          <p:cNvSpPr>
            <a:spLocks xmlns:a="http://schemas.openxmlformats.org/drawingml/2006/main" noGrp="1"/>
          </p:cNvSpPr>
          <p:nvPr>
            <p:ph type="sldNum" idx="12"/>
          </p:nvPr>
        </p:nvSpPr>
        <p:spPr>
          <a:xfrm xmlns:a="http://schemas.openxmlformats.org/drawingml/2006/main">
            <a:off x="762000" y="6903678"/>
            <a:ext cx="365760" cy="365760"/>
          </a:xfrm>
        </p:spPr>
        <p:txBody>
          <a:bodyPr xmlns:a="http://schemas.openxmlformats.org/drawingml/2006/main"/>
          <a:lstStyle xmlns:a="http://schemas.openxmlformats.org/drawingml/2006/main">
            <a:lvl1pPr>
              <a:buNone/>
              <a:defRPr>
                <a:noFill/>
              </a:defRPr>
            </a:lvl1pPr>
          </a:lstStyle>
          <a:p xmlns:a="http://schemas.openxmlformats.org/drawingml/2006/main">
            <a:fld id="{345D60D9-5372-5F40-9443-0F9AE5BDC3C8}" type="slidenum">
              <a:t>‹#›</a:t>
            </a:fld>
          </a:p>
        </p:txBody>
      </p:sp>
      <p:sp>
        <p:nvSpPr>
          <p:cNvPr id="5" name="Footer Placeholder 4">
            <a:extLst xmlns:a="http://schemas.openxmlformats.org/drawingml/2006/main">
              <a:ext uri="{FF2B5EF4-FFF2-40B4-BE49-F238E27FC236}">
                <a16:creationId xmlns:a16="http://schemas.microsoft.com/office/drawing/2014/main" id="{E8638588-07BC-4F98-97FA-975AE1443B66}"/>
              </a:ext>
            </a:extLst>
          </p:cNvPr>
          <p:cNvSpPr>
            <a:spLocks xmlns:a="http://schemas.openxmlformats.org/drawingml/2006/main" noGrp="1"/>
          </p:cNvSpPr>
          <p:nvPr>
            <p:ph type="ftr" idx="11"/>
          </p:nvPr>
        </p:nvSpPr>
        <p:spPr>
          <a:xfrm xmlns:a="http://schemas.openxmlformats.org/drawingml/2006/main">
            <a:off x="1127759" y="6903996"/>
            <a:ext cx="5745379" cy="365125"/>
          </a:xfrm>
        </p:spPr>
        <p:txBody>
          <a:bodyPr xmlns:a="http://schemas.openxmlformats.org/drawingml/2006/main"/>
          <a:lstStyle xmlns:a="http://schemas.openxmlformats.org/drawingml/2006/main">
            <a:lvl1pPr>
              <a:buNone/>
              <a:defRPr>
                <a:noFill/>
              </a:defRPr>
            </a:lvl1pPr>
          </a:lstStyle>
          <a:p xmlns:a="http://schemas.openxmlformats.org/drawingml/2006/main">
            <a:r>
              <a:t>Copyright © 2026, Oracle and/or its affiliates |  Confidential: Internal/Restricted/Highly Restricted</a:t>
            </a:r>
          </a:p>
        </p:txBody>
      </p:sp>
      <p:sp>
        <p:nvSpPr>
          <p:cNvPr id="3" name="Date Placeholder 2">
            <a:extLst xmlns:a="http://schemas.openxmlformats.org/drawingml/2006/main">
              <a:ext uri="{FF2B5EF4-FFF2-40B4-BE49-F238E27FC236}">
                <a16:creationId xmlns:a16="http://schemas.microsoft.com/office/drawing/2014/main" id="{DBAE7266-CBC0-47D9-85A0-91E011093819}"/>
              </a:ext>
            </a:extLst>
          </p:cNvPr>
          <p:cNvSpPr>
            <a:spLocks xmlns:a="http://schemas.openxmlformats.org/drawingml/2006/main" noGrp="1"/>
          </p:cNvSpPr>
          <p:nvPr>
            <p:ph type="dt" idx="10"/>
          </p:nvPr>
        </p:nvSpPr>
        <p:spPr>
          <a:xfrm xmlns:a="http://schemas.openxmlformats.org/drawingml/2006/main">
            <a:off x="6873138" y="6905622"/>
            <a:ext cx="2743200" cy="363500"/>
          </a:xfrm>
        </p:spPr>
        <p:txBody>
          <a:bodyPr xmlns:a="http://schemas.openxmlformats.org/drawingml/2006/main"/>
          <a:lstStyle xmlns:a="http://schemas.openxmlformats.org/drawingml/2006/main">
            <a:lvl1pPr>
              <a:buNone/>
              <a:defRPr>
                <a:noFill/>
              </a:defRPr>
            </a:lvl1pPr>
          </a:lstStyle>
          <a:p xmlns:a="http://schemas.openxmlformats.org/drawingml/2006/main">
            <a:r>
              <a:t>[Date]</a:t>
            </a:r>
          </a:p>
        </p:txBody>
      </p:sp>
      <p:sp>
        <p:nvSpPr>
          <p:cNvPr id="2" name="Accent mark">
            <a:extLst xmlns:a="http://schemas.openxmlformats.org/drawingml/2006/main">
              <a:ext uri="{FF2B5EF4-FFF2-40B4-BE49-F238E27FC236}">
                <a16:creationId xmlns:a16="http://schemas.microsoft.com/office/drawing/2014/main" id="{C6A04EFB-5851-0CBD-D5AD-B20EA6137C7E}"/>
              </a:ext>
            </a:extLst>
          </p:cNvPr>
          <p:cNvSpPr>
            <a:spLocks xmlns:a="http://schemas.openxmlformats.org/drawingml/2006/main" noGrp="1"/>
          </p:cNvSpPr>
          <p:nvPr/>
        </p:nvSpPr>
        <p:spPr>
          <a:xfrm xmlns:a="http://schemas.openxmlformats.org/drawingml/2006/main">
            <a:off x="776689" y="3867907"/>
            <a:ext cx="365760" cy="36576"/>
          </a:xfrm>
          <a:prstGeom xmlns:a="http://schemas.openxmlformats.org/drawingml/2006/main" prst="rect">
            <a:avLst/>
          </a:prstGeom>
          <a:solidFill xmlns:a="http://schemas.openxmlformats.org/drawingml/2006/main">
            <a:srgbClr val="F0CC7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Tree>
  </p:cSld>
</p:sldLayout>
</file>

<file path=ppt/slideLayouts/slideLayout23.xml><?xml version="1.0" encoding="utf-8"?>
<p:sldLayout xmlns:p="http://schemas.openxmlformats.org/presentationml/2006/main" preserve="1" userDrawn="1">
  <p:cSld name="Divider_5">
    <p:bg>
      <p:bgPr>
        <a:blipFill xmlns:a="http://schemas.openxmlformats.org/drawingml/2006/main" rotWithShape="1">
          <a:blip xmlns:r="http://schemas.openxmlformats.org/officeDocument/2006/relationships" r:embed="R34e5a99f7b3f4794">
            <a:lum/>
          </a:blip>
          <a:srcRect l="0" t="0" r="0" b="0"/>
          <a:stretch>
            <a:fillRect l="0" t="0" r="0" b="0"/>
          </a:stretch>
        </a:blipFill>
      </p:bgPr>
    </p:bg>
    <p:spTree>
      <p:nvGrpSpPr>
        <p:cNvPr id="1" name=""/>
        <p:cNvGrpSpPr/>
        <p:nvPr/>
      </p:nvGrpSpPr>
      <p:grpSpPr>
        <a:xfrm xmlns:a="http://schemas.openxmlformats.org/drawingml/2006/main"/>
      </p:grpSpPr>
      <p:sp>
        <p:nvSpPr>
          <p:cNvPr id="9" name="Title 5">
            <a:extLst xmlns:a="http://schemas.openxmlformats.org/drawingml/2006/main">
              <a:ext uri="{FF2B5EF4-FFF2-40B4-BE49-F238E27FC236}">
                <a16:creationId xmlns:a16="http://schemas.microsoft.com/office/drawing/2014/main" id="{7856B97A-8557-4DB6-9175-7EBD0C8937DD}"/>
              </a:ext>
            </a:extLst>
          </p:cNvPr>
          <p:cNvSpPr>
            <a:spLocks xmlns:a="http://schemas.openxmlformats.org/drawingml/2006/main" noGrp="1"/>
          </p:cNvSpPr>
          <p:nvPr>
            <p:ph type="title" idx="0" hasCustomPrompt="1"/>
          </p:nvPr>
        </p:nvSpPr>
        <p:spPr>
          <a:xfrm xmlns:a="http://schemas.openxmlformats.org/drawingml/2006/main">
            <a:off x="768871" y="2337132"/>
            <a:ext cx="6400800" cy="1280160"/>
          </a:xfrm>
          <a:prstGeom xmlns:a="http://schemas.openxmlformats.org/drawingml/2006/main" prst="rect">
            <a:avLst/>
          </a:prstGeom>
          <a:noFill xmlns:a="http://schemas.openxmlformats.org/drawingml/2006/main"/>
        </p:spPr>
        <p:txBody>
          <a:bodyPr xmlns:a="http://schemas.openxmlformats.org/drawingml/2006/main" vert="horz" wrap="square" lIns="0" tIns="0" rIns="0" bIns="0" anchor="b">
            <a:noAutofit/>
          </a:bodyPr>
          <a:lstStyle xmlns:a="http://schemas.openxmlformats.org/drawingml/2006/main">
            <a:lvl1pPr>
              <a:lnSpc>
                <a:spcPct val="95000"/>
              </a:lnSpc>
              <a:buNone/>
              <a:defRPr sz="4000" b="1" i="0">
                <a:latin typeface="Oracle Sans Tab"/>
                <a:ea typeface="Oracle Sans Tab"/>
                <a:cs typeface="Oracle Sans Tab"/>
              </a:defRPr>
            </a:lvl1pPr>
          </a:lstStyle>
          <a:p xmlns:a="http://schemas.openxmlformats.org/drawingml/2006/main">
            <a:pPr>
              <a:lnSpc>
                <a:spcPct val="100000"/>
              </a:lnSpc>
              <a:buNone/>
            </a:pPr>
            <a:r>
              <a:t>SCM Section</a:t>
            </a:r>
            <a:br/>
            <a:r>
              <a:t>Oracle Sans Tab Bold</a:t>
            </a:r>
          </a:p>
        </p:txBody>
      </p:sp>
      <p:sp>
        <p:nvSpPr>
          <p:cNvPr id="10" name="Subhead">
            <a:extLst xmlns:a="http://schemas.openxmlformats.org/drawingml/2006/main">
              <a:ext uri="{FF2B5EF4-FFF2-40B4-BE49-F238E27FC236}">
                <a16:creationId xmlns:a16="http://schemas.microsoft.com/office/drawing/2014/main" id="{E9558DCD-9619-43EF-806C-010C13A11164}"/>
              </a:ext>
            </a:extLst>
          </p:cNvPr>
          <p:cNvSpPr>
            <a:spLocks xmlns:a="http://schemas.openxmlformats.org/drawingml/2006/main" noGrp="1"/>
          </p:cNvSpPr>
          <p:nvPr>
            <p:ph type="body" idx="33" hasCustomPrompt="1"/>
          </p:nvPr>
        </p:nvSpPr>
        <p:spPr>
          <a:xfrm xmlns:a="http://schemas.openxmlformats.org/drawingml/2006/main">
            <a:off x="776689" y="4135193"/>
            <a:ext cx="6400800" cy="68125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marL="0" indent="0" algn="l">
              <a:lnSpc>
                <a:spcPct val="100000"/>
              </a:lnSpc>
              <a:spcBef>
                <a:spcPts val="600"/>
              </a:spcBef>
              <a:spcAft>
                <a:spcPts val="0"/>
              </a:spcAft>
              <a:buNone/>
              <a:defRPr sz="2000" b="0">
                <a:solidFill>
                  <a:schemeClr val="tx1"/>
                </a:solidFill>
              </a:defRPr>
            </a:lvl1pPr>
          </a:lstStyle>
          <a:p xmlns:a="http://schemas.openxmlformats.org/drawingml/2006/main">
            <a:pPr marL="0" indent="0" algn="l">
              <a:lnSpc>
                <a:spcPct val="90000"/>
              </a:lnSpc>
              <a:spcBef>
                <a:spcPts val="1000"/>
              </a:spcBef>
              <a:spcAft>
                <a:spcPts val="0"/>
              </a:spcAft>
              <a:buNone/>
            </a:pPr>
            <a:r>
              <a:t>Subhead goes here.</a:t>
            </a:r>
          </a:p>
        </p:txBody>
      </p:sp>
      <p:sp>
        <p:nvSpPr>
          <p:cNvPr id="8" name="Slide Number Placeholder 7">
            <a:extLst xmlns:a="http://schemas.openxmlformats.org/drawingml/2006/main">
              <a:ext uri="{FF2B5EF4-FFF2-40B4-BE49-F238E27FC236}">
                <a16:creationId xmlns:a16="http://schemas.microsoft.com/office/drawing/2014/main" id="{848B57A4-1EA3-47FA-AD37-31BB82676BA8}"/>
              </a:ext>
            </a:extLst>
          </p:cNvPr>
          <p:cNvSpPr>
            <a:spLocks xmlns:a="http://schemas.openxmlformats.org/drawingml/2006/main" noGrp="1"/>
          </p:cNvSpPr>
          <p:nvPr>
            <p:ph type="sldNum" idx="12"/>
          </p:nvPr>
        </p:nvSpPr>
        <p:spPr>
          <a:xfrm xmlns:a="http://schemas.openxmlformats.org/drawingml/2006/main">
            <a:off x="762000" y="6903678"/>
            <a:ext cx="365760" cy="365760"/>
          </a:xfrm>
        </p:spPr>
        <p:txBody>
          <a:bodyPr xmlns:a="http://schemas.openxmlformats.org/drawingml/2006/main"/>
          <a:lstStyle xmlns:a="http://schemas.openxmlformats.org/drawingml/2006/main">
            <a:lvl1pPr>
              <a:buNone/>
              <a:defRPr>
                <a:noFill/>
              </a:defRPr>
            </a:lvl1pPr>
          </a:lstStyle>
          <a:p xmlns:a="http://schemas.openxmlformats.org/drawingml/2006/main">
            <a:fld id="{345D60D9-5372-5F40-9443-0F9AE5BDC3C8}" type="slidenum">
              <a:t>‹#›</a:t>
            </a:fld>
          </a:p>
        </p:txBody>
      </p:sp>
      <p:sp>
        <p:nvSpPr>
          <p:cNvPr id="5" name="Footer Placeholder 4">
            <a:extLst xmlns:a="http://schemas.openxmlformats.org/drawingml/2006/main">
              <a:ext uri="{FF2B5EF4-FFF2-40B4-BE49-F238E27FC236}">
                <a16:creationId xmlns:a16="http://schemas.microsoft.com/office/drawing/2014/main" id="{E8638588-07BC-4F98-97FA-975AE1443B66}"/>
              </a:ext>
            </a:extLst>
          </p:cNvPr>
          <p:cNvSpPr>
            <a:spLocks xmlns:a="http://schemas.openxmlformats.org/drawingml/2006/main" noGrp="1"/>
          </p:cNvSpPr>
          <p:nvPr>
            <p:ph type="ftr" idx="11"/>
          </p:nvPr>
        </p:nvSpPr>
        <p:spPr>
          <a:xfrm xmlns:a="http://schemas.openxmlformats.org/drawingml/2006/main">
            <a:off x="1127759" y="6903996"/>
            <a:ext cx="5745379" cy="365125"/>
          </a:xfrm>
        </p:spPr>
        <p:txBody>
          <a:bodyPr xmlns:a="http://schemas.openxmlformats.org/drawingml/2006/main"/>
          <a:lstStyle xmlns:a="http://schemas.openxmlformats.org/drawingml/2006/main">
            <a:lvl1pPr>
              <a:buNone/>
              <a:defRPr>
                <a:noFill/>
              </a:defRPr>
            </a:lvl1pPr>
          </a:lstStyle>
          <a:p xmlns:a="http://schemas.openxmlformats.org/drawingml/2006/main">
            <a:r>
              <a:t>Copyright © 2026, Oracle and/or its affiliates |  Confidential: Internal/Restricted/Highly Restricted</a:t>
            </a:r>
          </a:p>
        </p:txBody>
      </p:sp>
      <p:sp>
        <p:nvSpPr>
          <p:cNvPr id="3" name="Date Placeholder 2">
            <a:extLst xmlns:a="http://schemas.openxmlformats.org/drawingml/2006/main">
              <a:ext uri="{FF2B5EF4-FFF2-40B4-BE49-F238E27FC236}">
                <a16:creationId xmlns:a16="http://schemas.microsoft.com/office/drawing/2014/main" id="{DBAE7266-CBC0-47D9-85A0-91E011093819}"/>
              </a:ext>
            </a:extLst>
          </p:cNvPr>
          <p:cNvSpPr>
            <a:spLocks xmlns:a="http://schemas.openxmlformats.org/drawingml/2006/main" noGrp="1"/>
          </p:cNvSpPr>
          <p:nvPr>
            <p:ph type="dt" idx="10"/>
          </p:nvPr>
        </p:nvSpPr>
        <p:spPr>
          <a:xfrm xmlns:a="http://schemas.openxmlformats.org/drawingml/2006/main">
            <a:off x="6873138" y="6905622"/>
            <a:ext cx="2743200" cy="363500"/>
          </a:xfrm>
        </p:spPr>
        <p:txBody>
          <a:bodyPr xmlns:a="http://schemas.openxmlformats.org/drawingml/2006/main"/>
          <a:lstStyle xmlns:a="http://schemas.openxmlformats.org/drawingml/2006/main">
            <a:lvl1pPr>
              <a:buNone/>
              <a:defRPr>
                <a:noFill/>
              </a:defRPr>
            </a:lvl1pPr>
          </a:lstStyle>
          <a:p xmlns:a="http://schemas.openxmlformats.org/drawingml/2006/main">
            <a:r>
              <a:t>[Date]</a:t>
            </a:r>
          </a:p>
        </p:txBody>
      </p:sp>
      <p:sp>
        <p:nvSpPr>
          <p:cNvPr id="2" name="Accent mark">
            <a:extLst xmlns:a="http://schemas.openxmlformats.org/drawingml/2006/main">
              <a:ext uri="{FF2B5EF4-FFF2-40B4-BE49-F238E27FC236}">
                <a16:creationId xmlns:a16="http://schemas.microsoft.com/office/drawing/2014/main" id="{61CB4AAC-156D-8F42-3B43-592451DF558D}"/>
              </a:ext>
            </a:extLst>
          </p:cNvPr>
          <p:cNvSpPr>
            <a:spLocks xmlns:a="http://schemas.openxmlformats.org/drawingml/2006/main" noGrp="1"/>
          </p:cNvSpPr>
          <p:nvPr/>
        </p:nvSpPr>
        <p:spPr>
          <a:xfrm xmlns:a="http://schemas.openxmlformats.org/drawingml/2006/main">
            <a:off x="776689" y="3867907"/>
            <a:ext cx="365760" cy="36576"/>
          </a:xfrm>
          <a:prstGeom xmlns:a="http://schemas.openxmlformats.org/drawingml/2006/main" prst="rect">
            <a:avLst/>
          </a:prstGeom>
          <a:solidFill xmlns:a="http://schemas.openxmlformats.org/drawingml/2006/main">
            <a:srgbClr val="F0CC7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Tree>
  </p:cSld>
</p:sldLayout>
</file>

<file path=ppt/slideLayouts/slideLayout24.xml><?xml version="1.0" encoding="utf-8"?>
<p:sldLayout xmlns:p="http://schemas.openxmlformats.org/presentationml/2006/main" preserve="1" userDrawn="1">
  <p:cSld name="Divider_6">
    <p:bg>
      <p:bgPr>
        <a:blipFill xmlns:a="http://schemas.openxmlformats.org/drawingml/2006/main" rotWithShape="1">
          <a:blip xmlns:r="http://schemas.openxmlformats.org/officeDocument/2006/relationships" r:embed="R7a2796fafb0b42ee">
            <a:lum/>
          </a:blip>
          <a:srcRect l="0" t="0" r="0" b="0"/>
          <a:stretch>
            <a:fillRect l="0" t="0" r="0" b="0"/>
          </a:stretch>
        </a:blipFill>
      </p:bgPr>
    </p:bg>
    <p:spTree>
      <p:nvGrpSpPr>
        <p:cNvPr id="1" name=""/>
        <p:cNvGrpSpPr/>
        <p:nvPr/>
      </p:nvGrpSpPr>
      <p:grpSpPr>
        <a:xfrm xmlns:a="http://schemas.openxmlformats.org/drawingml/2006/main"/>
      </p:grpSpPr>
      <p:sp>
        <p:nvSpPr>
          <p:cNvPr id="9" name="Title 5">
            <a:extLst xmlns:a="http://schemas.openxmlformats.org/drawingml/2006/main">
              <a:ext uri="{FF2B5EF4-FFF2-40B4-BE49-F238E27FC236}">
                <a16:creationId xmlns:a16="http://schemas.microsoft.com/office/drawing/2014/main" id="{7856B97A-8557-4DB6-9175-7EBD0C8937DD}"/>
              </a:ext>
            </a:extLst>
          </p:cNvPr>
          <p:cNvSpPr>
            <a:spLocks xmlns:a="http://schemas.openxmlformats.org/drawingml/2006/main" noGrp="1"/>
          </p:cNvSpPr>
          <p:nvPr>
            <p:ph type="title" idx="0" hasCustomPrompt="1"/>
          </p:nvPr>
        </p:nvSpPr>
        <p:spPr>
          <a:xfrm xmlns:a="http://schemas.openxmlformats.org/drawingml/2006/main">
            <a:off x="768871" y="2337132"/>
            <a:ext cx="6400800" cy="1280160"/>
          </a:xfrm>
          <a:prstGeom xmlns:a="http://schemas.openxmlformats.org/drawingml/2006/main" prst="rect">
            <a:avLst/>
          </a:prstGeom>
          <a:noFill xmlns:a="http://schemas.openxmlformats.org/drawingml/2006/main"/>
        </p:spPr>
        <p:txBody>
          <a:bodyPr xmlns:a="http://schemas.openxmlformats.org/drawingml/2006/main" vert="horz" wrap="square" lIns="0" tIns="0" rIns="0" bIns="0" anchor="b">
            <a:noAutofit/>
          </a:bodyPr>
          <a:lstStyle xmlns:a="http://schemas.openxmlformats.org/drawingml/2006/main">
            <a:lvl1pPr>
              <a:lnSpc>
                <a:spcPct val="95000"/>
              </a:lnSpc>
              <a:buNone/>
              <a:defRPr sz="4000" b="1" i="0">
                <a:latin typeface="Oracle Sans Tab"/>
                <a:ea typeface="Oracle Sans Tab"/>
                <a:cs typeface="Oracle Sans Tab"/>
              </a:defRPr>
            </a:lvl1pPr>
          </a:lstStyle>
          <a:p xmlns:a="http://schemas.openxmlformats.org/drawingml/2006/main">
            <a:pPr>
              <a:lnSpc>
                <a:spcPct val="100000"/>
              </a:lnSpc>
              <a:buNone/>
            </a:pPr>
            <a:r>
              <a:t>ERP Section</a:t>
            </a:r>
            <a:br/>
            <a:r>
              <a:t>Oracle Sans Tab Bold</a:t>
            </a:r>
          </a:p>
        </p:txBody>
      </p:sp>
      <p:sp>
        <p:nvSpPr>
          <p:cNvPr id="10" name="Subhead">
            <a:extLst xmlns:a="http://schemas.openxmlformats.org/drawingml/2006/main">
              <a:ext uri="{FF2B5EF4-FFF2-40B4-BE49-F238E27FC236}">
                <a16:creationId xmlns:a16="http://schemas.microsoft.com/office/drawing/2014/main" id="{E9558DCD-9619-43EF-806C-010C13A11164}"/>
              </a:ext>
            </a:extLst>
          </p:cNvPr>
          <p:cNvSpPr>
            <a:spLocks xmlns:a="http://schemas.openxmlformats.org/drawingml/2006/main" noGrp="1"/>
          </p:cNvSpPr>
          <p:nvPr>
            <p:ph type="body" idx="33" hasCustomPrompt="1"/>
          </p:nvPr>
        </p:nvSpPr>
        <p:spPr>
          <a:xfrm xmlns:a="http://schemas.openxmlformats.org/drawingml/2006/main">
            <a:off x="776689" y="4135193"/>
            <a:ext cx="6400800" cy="68125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marL="0" indent="0" algn="l">
              <a:lnSpc>
                <a:spcPct val="100000"/>
              </a:lnSpc>
              <a:spcBef>
                <a:spcPts val="600"/>
              </a:spcBef>
              <a:spcAft>
                <a:spcPts val="0"/>
              </a:spcAft>
              <a:buNone/>
              <a:defRPr sz="2000" b="0">
                <a:solidFill>
                  <a:schemeClr val="tx1"/>
                </a:solidFill>
              </a:defRPr>
            </a:lvl1pPr>
          </a:lstStyle>
          <a:p xmlns:a="http://schemas.openxmlformats.org/drawingml/2006/main">
            <a:pPr marL="0" indent="0" algn="l">
              <a:lnSpc>
                <a:spcPct val="90000"/>
              </a:lnSpc>
              <a:spcBef>
                <a:spcPts val="1000"/>
              </a:spcBef>
              <a:spcAft>
                <a:spcPts val="0"/>
              </a:spcAft>
              <a:buNone/>
            </a:pPr>
            <a:r>
              <a:t>Subhead goes here.</a:t>
            </a:r>
          </a:p>
        </p:txBody>
      </p:sp>
      <p:sp>
        <p:nvSpPr>
          <p:cNvPr id="8" name="Slide Number Placeholder 7">
            <a:extLst xmlns:a="http://schemas.openxmlformats.org/drawingml/2006/main">
              <a:ext uri="{FF2B5EF4-FFF2-40B4-BE49-F238E27FC236}">
                <a16:creationId xmlns:a16="http://schemas.microsoft.com/office/drawing/2014/main" id="{848B57A4-1EA3-47FA-AD37-31BB82676BA8}"/>
              </a:ext>
            </a:extLst>
          </p:cNvPr>
          <p:cNvSpPr>
            <a:spLocks xmlns:a="http://schemas.openxmlformats.org/drawingml/2006/main" noGrp="1"/>
          </p:cNvSpPr>
          <p:nvPr>
            <p:ph type="sldNum" idx="12"/>
          </p:nvPr>
        </p:nvSpPr>
        <p:spPr>
          <a:xfrm xmlns:a="http://schemas.openxmlformats.org/drawingml/2006/main">
            <a:off x="762000" y="6903682"/>
            <a:ext cx="365760" cy="365760"/>
          </a:xfrm>
        </p:spPr>
        <p:txBody>
          <a:bodyPr xmlns:a="http://schemas.openxmlformats.org/drawingml/2006/main"/>
          <a:lstStyle xmlns:a="http://schemas.openxmlformats.org/drawingml/2006/main">
            <a:lvl1pPr>
              <a:buNone/>
              <a:defRPr>
                <a:noFill/>
              </a:defRPr>
            </a:lvl1pPr>
          </a:lstStyle>
          <a:p xmlns:a="http://schemas.openxmlformats.org/drawingml/2006/main">
            <a:fld id="{345D60D9-5372-5F40-9443-0F9AE5BDC3C8}" type="slidenum">
              <a:t>‹#›</a:t>
            </a:fld>
          </a:p>
        </p:txBody>
      </p:sp>
      <p:sp>
        <p:nvSpPr>
          <p:cNvPr id="5" name="Footer Placeholder 4">
            <a:extLst xmlns:a="http://schemas.openxmlformats.org/drawingml/2006/main">
              <a:ext uri="{FF2B5EF4-FFF2-40B4-BE49-F238E27FC236}">
                <a16:creationId xmlns:a16="http://schemas.microsoft.com/office/drawing/2014/main" id="{E8638588-07BC-4F98-97FA-975AE1443B66}"/>
              </a:ext>
            </a:extLst>
          </p:cNvPr>
          <p:cNvSpPr>
            <a:spLocks xmlns:a="http://schemas.openxmlformats.org/drawingml/2006/main" noGrp="1"/>
          </p:cNvSpPr>
          <p:nvPr>
            <p:ph type="ftr" idx="11"/>
          </p:nvPr>
        </p:nvSpPr>
        <p:spPr>
          <a:xfrm xmlns:a="http://schemas.openxmlformats.org/drawingml/2006/main">
            <a:off x="1127759" y="6904000"/>
            <a:ext cx="5745379" cy="365125"/>
          </a:xfrm>
        </p:spPr>
        <p:txBody>
          <a:bodyPr xmlns:a="http://schemas.openxmlformats.org/drawingml/2006/main"/>
          <a:lstStyle xmlns:a="http://schemas.openxmlformats.org/drawingml/2006/main">
            <a:lvl1pPr>
              <a:buNone/>
              <a:defRPr>
                <a:noFill/>
              </a:defRPr>
            </a:lvl1pPr>
          </a:lstStyle>
          <a:p xmlns:a="http://schemas.openxmlformats.org/drawingml/2006/main">
            <a:r>
              <a:t>Copyright © 2026, Oracle and/or its affiliates |  Confidential: Internal/Restricted/Highly Restricted</a:t>
            </a:r>
          </a:p>
        </p:txBody>
      </p:sp>
      <p:sp>
        <p:nvSpPr>
          <p:cNvPr id="3" name="Date Placeholder 2">
            <a:extLst xmlns:a="http://schemas.openxmlformats.org/drawingml/2006/main">
              <a:ext uri="{FF2B5EF4-FFF2-40B4-BE49-F238E27FC236}">
                <a16:creationId xmlns:a16="http://schemas.microsoft.com/office/drawing/2014/main" id="{DBAE7266-CBC0-47D9-85A0-91E011093819}"/>
              </a:ext>
            </a:extLst>
          </p:cNvPr>
          <p:cNvSpPr>
            <a:spLocks xmlns:a="http://schemas.openxmlformats.org/drawingml/2006/main" noGrp="1"/>
          </p:cNvSpPr>
          <p:nvPr>
            <p:ph type="dt" idx="10"/>
          </p:nvPr>
        </p:nvSpPr>
        <p:spPr>
          <a:xfrm xmlns:a="http://schemas.openxmlformats.org/drawingml/2006/main">
            <a:off x="6873138" y="6905626"/>
            <a:ext cx="2743200" cy="363500"/>
          </a:xfrm>
        </p:spPr>
        <p:txBody>
          <a:bodyPr xmlns:a="http://schemas.openxmlformats.org/drawingml/2006/main"/>
          <a:lstStyle xmlns:a="http://schemas.openxmlformats.org/drawingml/2006/main">
            <a:lvl1pPr>
              <a:buNone/>
              <a:defRPr>
                <a:noFill/>
              </a:defRPr>
            </a:lvl1pPr>
          </a:lstStyle>
          <a:p xmlns:a="http://schemas.openxmlformats.org/drawingml/2006/main">
            <a:r>
              <a:t>[Date]</a:t>
            </a:r>
          </a:p>
        </p:txBody>
      </p:sp>
      <p:sp>
        <p:nvSpPr>
          <p:cNvPr id="2" name="Accent mark">
            <a:extLst xmlns:a="http://schemas.openxmlformats.org/drawingml/2006/main">
              <a:ext uri="{FF2B5EF4-FFF2-40B4-BE49-F238E27FC236}">
                <a16:creationId xmlns:a16="http://schemas.microsoft.com/office/drawing/2014/main" id="{BADA839C-E71A-1637-3B8E-ADCB8BC4BE79}"/>
              </a:ext>
            </a:extLst>
          </p:cNvPr>
          <p:cNvSpPr>
            <a:spLocks xmlns:a="http://schemas.openxmlformats.org/drawingml/2006/main" noGrp="1"/>
          </p:cNvSpPr>
          <p:nvPr/>
        </p:nvSpPr>
        <p:spPr>
          <a:xfrm xmlns:a="http://schemas.openxmlformats.org/drawingml/2006/main">
            <a:off x="776689" y="3867907"/>
            <a:ext cx="365760" cy="36576"/>
          </a:xfrm>
          <a:prstGeom xmlns:a="http://schemas.openxmlformats.org/drawingml/2006/main" prst="rect">
            <a:avLst/>
          </a:prstGeom>
          <a:solidFill xmlns:a="http://schemas.openxmlformats.org/drawingml/2006/main">
            <a:srgbClr val="F0CC7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Tree>
  </p:cSld>
</p:sldLayout>
</file>

<file path=ppt/slideLayouts/slideLayout25.xml><?xml version="1.0" encoding="utf-8"?>
<p:sldLayout xmlns:p="http://schemas.openxmlformats.org/presentationml/2006/main" preserve="1" userDrawn="1">
  <p:cSld name="Divider_7">
    <p:bg>
      <p:bgPr>
        <a:blipFill xmlns:a="http://schemas.openxmlformats.org/drawingml/2006/main" rotWithShape="1">
          <a:blip xmlns:r="http://schemas.openxmlformats.org/officeDocument/2006/relationships" r:embed="Rd7da5b2c91c24714">
            <a:lum/>
          </a:blip>
          <a:srcRect l="0" t="0" r="0" b="0"/>
          <a:stretch>
            <a:fillRect l="0" t="0" r="0" b="0"/>
          </a:stretch>
        </a:blipFill>
      </p:bgPr>
    </p:bg>
    <p:spTree>
      <p:nvGrpSpPr>
        <p:cNvPr id="1" name=""/>
        <p:cNvGrpSpPr/>
        <p:nvPr/>
      </p:nvGrpSpPr>
      <p:grpSpPr>
        <a:xfrm xmlns:a="http://schemas.openxmlformats.org/drawingml/2006/main"/>
      </p:grpSpPr>
      <p:sp>
        <p:nvSpPr>
          <p:cNvPr id="9" name="Title 5">
            <a:extLst xmlns:a="http://schemas.openxmlformats.org/drawingml/2006/main">
              <a:ext uri="{FF2B5EF4-FFF2-40B4-BE49-F238E27FC236}">
                <a16:creationId xmlns:a16="http://schemas.microsoft.com/office/drawing/2014/main" id="{7856B97A-8557-4DB6-9175-7EBD0C8937DD}"/>
              </a:ext>
            </a:extLst>
          </p:cNvPr>
          <p:cNvSpPr>
            <a:spLocks xmlns:a="http://schemas.openxmlformats.org/drawingml/2006/main" noGrp="1"/>
          </p:cNvSpPr>
          <p:nvPr>
            <p:ph type="title" idx="0" hasCustomPrompt="1"/>
          </p:nvPr>
        </p:nvSpPr>
        <p:spPr>
          <a:xfrm xmlns:a="http://schemas.openxmlformats.org/drawingml/2006/main">
            <a:off x="768871" y="2337132"/>
            <a:ext cx="6400800" cy="1280160"/>
          </a:xfrm>
          <a:prstGeom xmlns:a="http://schemas.openxmlformats.org/drawingml/2006/main" prst="rect">
            <a:avLst/>
          </a:prstGeom>
          <a:noFill xmlns:a="http://schemas.openxmlformats.org/drawingml/2006/main"/>
        </p:spPr>
        <p:txBody>
          <a:bodyPr xmlns:a="http://schemas.openxmlformats.org/drawingml/2006/main" vert="horz" wrap="square" lIns="0" tIns="0" rIns="0" bIns="0" anchor="b">
            <a:noAutofit/>
          </a:bodyPr>
          <a:lstStyle xmlns:a="http://schemas.openxmlformats.org/drawingml/2006/main">
            <a:lvl1pPr>
              <a:lnSpc>
                <a:spcPct val="100000"/>
              </a:lnSpc>
              <a:buNone/>
              <a:defRPr sz="4000" b="1" i="0">
                <a:latin typeface="Oracle Sans Tab"/>
                <a:ea typeface="Oracle Sans Tab"/>
                <a:cs typeface="Oracle Sans Tab"/>
              </a:defRPr>
            </a:lvl1pPr>
          </a:lstStyle>
          <a:p xmlns:a="http://schemas.openxmlformats.org/drawingml/2006/main">
            <a:pPr>
              <a:lnSpc>
                <a:spcPct val="100000"/>
              </a:lnSpc>
              <a:buNone/>
            </a:pPr>
            <a:r>
              <a:t>HCM Section </a:t>
            </a:r>
            <a:br/>
            <a:r>
              <a:t>Oracle Sans Tab Bold</a:t>
            </a:r>
          </a:p>
        </p:txBody>
      </p:sp>
      <p:sp>
        <p:nvSpPr>
          <p:cNvPr id="10" name="Subhead">
            <a:extLst xmlns:a="http://schemas.openxmlformats.org/drawingml/2006/main">
              <a:ext uri="{FF2B5EF4-FFF2-40B4-BE49-F238E27FC236}">
                <a16:creationId xmlns:a16="http://schemas.microsoft.com/office/drawing/2014/main" id="{E9558DCD-9619-43EF-806C-010C13A11164}"/>
              </a:ext>
            </a:extLst>
          </p:cNvPr>
          <p:cNvSpPr>
            <a:spLocks xmlns:a="http://schemas.openxmlformats.org/drawingml/2006/main" noGrp="1"/>
          </p:cNvSpPr>
          <p:nvPr>
            <p:ph type="body" idx="33" hasCustomPrompt="1"/>
          </p:nvPr>
        </p:nvSpPr>
        <p:spPr>
          <a:xfrm xmlns:a="http://schemas.openxmlformats.org/drawingml/2006/main">
            <a:off x="776689" y="4135193"/>
            <a:ext cx="6400800" cy="68125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marL="0" indent="0" algn="l">
              <a:lnSpc>
                <a:spcPct val="100000"/>
              </a:lnSpc>
              <a:spcBef>
                <a:spcPts val="600"/>
              </a:spcBef>
              <a:spcAft>
                <a:spcPts val="0"/>
              </a:spcAft>
              <a:buNone/>
              <a:defRPr sz="2000" b="0">
                <a:solidFill>
                  <a:schemeClr val="tx1"/>
                </a:solidFill>
              </a:defRPr>
            </a:lvl1pPr>
          </a:lstStyle>
          <a:p xmlns:a="http://schemas.openxmlformats.org/drawingml/2006/main">
            <a:pPr marL="0" indent="0" algn="l">
              <a:lnSpc>
                <a:spcPct val="90000"/>
              </a:lnSpc>
              <a:spcBef>
                <a:spcPts val="1000"/>
              </a:spcBef>
              <a:spcAft>
                <a:spcPts val="0"/>
              </a:spcAft>
              <a:buNone/>
            </a:pPr>
            <a:r>
              <a:t>Subhead goes here.</a:t>
            </a:r>
          </a:p>
        </p:txBody>
      </p:sp>
      <p:sp>
        <p:nvSpPr>
          <p:cNvPr id="8" name="Slide Number Placeholder 7">
            <a:extLst xmlns:a="http://schemas.openxmlformats.org/drawingml/2006/main">
              <a:ext uri="{FF2B5EF4-FFF2-40B4-BE49-F238E27FC236}">
                <a16:creationId xmlns:a16="http://schemas.microsoft.com/office/drawing/2014/main" id="{848B57A4-1EA3-47FA-AD37-31BB82676BA8}"/>
              </a:ext>
            </a:extLst>
          </p:cNvPr>
          <p:cNvSpPr>
            <a:spLocks xmlns:a="http://schemas.openxmlformats.org/drawingml/2006/main" noGrp="1"/>
          </p:cNvSpPr>
          <p:nvPr>
            <p:ph type="sldNum" idx="12"/>
          </p:nvPr>
        </p:nvSpPr>
        <p:spPr>
          <a:xfrm xmlns:a="http://schemas.openxmlformats.org/drawingml/2006/main">
            <a:off x="762000" y="6903682"/>
            <a:ext cx="365760" cy="365760"/>
          </a:xfrm>
        </p:spPr>
        <p:txBody>
          <a:bodyPr xmlns:a="http://schemas.openxmlformats.org/drawingml/2006/main"/>
          <a:lstStyle xmlns:a="http://schemas.openxmlformats.org/drawingml/2006/main">
            <a:lvl1pPr>
              <a:buNone/>
              <a:defRPr>
                <a:noFill/>
              </a:defRPr>
            </a:lvl1pPr>
          </a:lstStyle>
          <a:p xmlns:a="http://schemas.openxmlformats.org/drawingml/2006/main">
            <a:fld id="{345D60D9-5372-5F40-9443-0F9AE5BDC3C8}" type="slidenum">
              <a:t>‹#›</a:t>
            </a:fld>
          </a:p>
        </p:txBody>
      </p:sp>
      <p:sp>
        <p:nvSpPr>
          <p:cNvPr id="5" name="Footer Placeholder 4">
            <a:extLst xmlns:a="http://schemas.openxmlformats.org/drawingml/2006/main">
              <a:ext uri="{FF2B5EF4-FFF2-40B4-BE49-F238E27FC236}">
                <a16:creationId xmlns:a16="http://schemas.microsoft.com/office/drawing/2014/main" id="{E8638588-07BC-4F98-97FA-975AE1443B66}"/>
              </a:ext>
            </a:extLst>
          </p:cNvPr>
          <p:cNvSpPr>
            <a:spLocks xmlns:a="http://schemas.openxmlformats.org/drawingml/2006/main" noGrp="1"/>
          </p:cNvSpPr>
          <p:nvPr>
            <p:ph type="ftr" idx="11"/>
          </p:nvPr>
        </p:nvSpPr>
        <p:spPr>
          <a:xfrm xmlns:a="http://schemas.openxmlformats.org/drawingml/2006/main">
            <a:off x="1127759" y="6904000"/>
            <a:ext cx="5745379" cy="365125"/>
          </a:xfrm>
        </p:spPr>
        <p:txBody>
          <a:bodyPr xmlns:a="http://schemas.openxmlformats.org/drawingml/2006/main"/>
          <a:lstStyle xmlns:a="http://schemas.openxmlformats.org/drawingml/2006/main">
            <a:lvl1pPr>
              <a:buNone/>
              <a:defRPr>
                <a:noFill/>
              </a:defRPr>
            </a:lvl1pPr>
          </a:lstStyle>
          <a:p xmlns:a="http://schemas.openxmlformats.org/drawingml/2006/main">
            <a:r>
              <a:t>Copyright © 2026, Oracle and/or its affiliates |  Confidential: Internal/Restricted/Highly Restricted</a:t>
            </a:r>
          </a:p>
        </p:txBody>
      </p:sp>
      <p:sp>
        <p:nvSpPr>
          <p:cNvPr id="3" name="Date Placeholder 2">
            <a:extLst xmlns:a="http://schemas.openxmlformats.org/drawingml/2006/main">
              <a:ext uri="{FF2B5EF4-FFF2-40B4-BE49-F238E27FC236}">
                <a16:creationId xmlns:a16="http://schemas.microsoft.com/office/drawing/2014/main" id="{DBAE7266-CBC0-47D9-85A0-91E011093819}"/>
              </a:ext>
            </a:extLst>
          </p:cNvPr>
          <p:cNvSpPr>
            <a:spLocks xmlns:a="http://schemas.openxmlformats.org/drawingml/2006/main" noGrp="1"/>
          </p:cNvSpPr>
          <p:nvPr>
            <p:ph type="dt" idx="10"/>
          </p:nvPr>
        </p:nvSpPr>
        <p:spPr>
          <a:xfrm xmlns:a="http://schemas.openxmlformats.org/drawingml/2006/main">
            <a:off x="6873138" y="6905626"/>
            <a:ext cx="2743200" cy="363500"/>
          </a:xfrm>
        </p:spPr>
        <p:txBody>
          <a:bodyPr xmlns:a="http://schemas.openxmlformats.org/drawingml/2006/main"/>
          <a:lstStyle xmlns:a="http://schemas.openxmlformats.org/drawingml/2006/main">
            <a:lvl1pPr>
              <a:buNone/>
              <a:defRPr>
                <a:noFill/>
              </a:defRPr>
            </a:lvl1pPr>
          </a:lstStyle>
          <a:p xmlns:a="http://schemas.openxmlformats.org/drawingml/2006/main">
            <a:r>
              <a:t>[Date]</a:t>
            </a:r>
          </a:p>
        </p:txBody>
      </p:sp>
      <p:sp>
        <p:nvSpPr>
          <p:cNvPr id="2" name="Accent mark">
            <a:extLst xmlns:a="http://schemas.openxmlformats.org/drawingml/2006/main">
              <a:ext uri="{FF2B5EF4-FFF2-40B4-BE49-F238E27FC236}">
                <a16:creationId xmlns:a16="http://schemas.microsoft.com/office/drawing/2014/main" id="{AD2D13D9-5F9B-66C0-EF23-46B9931F9314}"/>
              </a:ext>
            </a:extLst>
          </p:cNvPr>
          <p:cNvSpPr>
            <a:spLocks xmlns:a="http://schemas.openxmlformats.org/drawingml/2006/main" noGrp="1"/>
          </p:cNvSpPr>
          <p:nvPr/>
        </p:nvSpPr>
        <p:spPr>
          <a:xfrm xmlns:a="http://schemas.openxmlformats.org/drawingml/2006/main">
            <a:off x="776689" y="3867907"/>
            <a:ext cx="365760" cy="36576"/>
          </a:xfrm>
          <a:prstGeom xmlns:a="http://schemas.openxmlformats.org/drawingml/2006/main" prst="rect">
            <a:avLst/>
          </a:prstGeom>
          <a:solidFill xmlns:a="http://schemas.openxmlformats.org/drawingml/2006/main">
            <a:srgbClr val="F0CC7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Tree>
  </p:cSld>
</p:sldLayout>
</file>

<file path=ppt/slideLayouts/slideLayout26.xml><?xml version="1.0" encoding="utf-8"?>
<p:sldLayout xmlns:p="http://schemas.openxmlformats.org/presentationml/2006/main" preserve="1" userDrawn="1">
  <p:cSld name="Divider_8">
    <p:bg>
      <p:bgPr>
        <a:blipFill xmlns:a="http://schemas.openxmlformats.org/drawingml/2006/main" rotWithShape="1">
          <a:blip xmlns:r="http://schemas.openxmlformats.org/officeDocument/2006/relationships" r:embed="R15bc28544d8d4b2b">
            <a:lum/>
          </a:blip>
          <a:srcRect l="0" t="0" r="0" b="0"/>
          <a:stretch>
            <a:fillRect l="0" t="0" r="0" b="0"/>
          </a:stretch>
        </a:blipFill>
      </p:bgPr>
    </p:bg>
    <p:spTree>
      <p:nvGrpSpPr>
        <p:cNvPr id="1" name=""/>
        <p:cNvGrpSpPr/>
        <p:nvPr/>
      </p:nvGrpSpPr>
      <p:grpSpPr>
        <a:xfrm xmlns:a="http://schemas.openxmlformats.org/drawingml/2006/main"/>
      </p:grpSpPr>
      <p:sp>
        <p:nvSpPr>
          <p:cNvPr id="9" name="Title 5">
            <a:extLst xmlns:a="http://schemas.openxmlformats.org/drawingml/2006/main">
              <a:ext uri="{FF2B5EF4-FFF2-40B4-BE49-F238E27FC236}">
                <a16:creationId xmlns:a16="http://schemas.microsoft.com/office/drawing/2014/main" id="{7856B97A-8557-4DB6-9175-7EBD0C8937DD}"/>
              </a:ext>
            </a:extLst>
          </p:cNvPr>
          <p:cNvSpPr>
            <a:spLocks xmlns:a="http://schemas.openxmlformats.org/drawingml/2006/main" noGrp="1"/>
          </p:cNvSpPr>
          <p:nvPr>
            <p:ph type="title" idx="0" hasCustomPrompt="1"/>
          </p:nvPr>
        </p:nvSpPr>
        <p:spPr>
          <a:xfrm xmlns:a="http://schemas.openxmlformats.org/drawingml/2006/main">
            <a:off x="768871" y="2337132"/>
            <a:ext cx="6400800" cy="1280160"/>
          </a:xfrm>
          <a:prstGeom xmlns:a="http://schemas.openxmlformats.org/drawingml/2006/main" prst="rect">
            <a:avLst/>
          </a:prstGeom>
          <a:noFill xmlns:a="http://schemas.openxmlformats.org/drawingml/2006/main"/>
        </p:spPr>
        <p:txBody>
          <a:bodyPr xmlns:a="http://schemas.openxmlformats.org/drawingml/2006/main" vert="horz" wrap="square" lIns="0" tIns="0" rIns="0" bIns="0" anchor="b">
            <a:noAutofit/>
          </a:bodyPr>
          <a:lstStyle xmlns:a="http://schemas.openxmlformats.org/drawingml/2006/main">
            <a:lvl1pPr>
              <a:lnSpc>
                <a:spcPct val="100000"/>
              </a:lnSpc>
              <a:buNone/>
              <a:defRPr sz="4000" b="1" i="0">
                <a:latin typeface="Oracle Sans Tab"/>
                <a:ea typeface="Oracle Sans Tab"/>
                <a:cs typeface="Oracle Sans Tab"/>
              </a:defRPr>
            </a:lvl1pPr>
          </a:lstStyle>
          <a:p xmlns:a="http://schemas.openxmlformats.org/drawingml/2006/main">
            <a:pPr>
              <a:lnSpc>
                <a:spcPct val="100000"/>
              </a:lnSpc>
              <a:buNone/>
            </a:pPr>
            <a:r>
              <a:t>CX Section</a:t>
            </a:r>
            <a:br/>
            <a:r>
              <a:t>Oracle Sans Tab Bold</a:t>
            </a:r>
          </a:p>
        </p:txBody>
      </p:sp>
      <p:sp>
        <p:nvSpPr>
          <p:cNvPr id="10" name="Subhead">
            <a:extLst xmlns:a="http://schemas.openxmlformats.org/drawingml/2006/main">
              <a:ext uri="{FF2B5EF4-FFF2-40B4-BE49-F238E27FC236}">
                <a16:creationId xmlns:a16="http://schemas.microsoft.com/office/drawing/2014/main" id="{E9558DCD-9619-43EF-806C-010C13A11164}"/>
              </a:ext>
            </a:extLst>
          </p:cNvPr>
          <p:cNvSpPr>
            <a:spLocks xmlns:a="http://schemas.openxmlformats.org/drawingml/2006/main" noGrp="1"/>
          </p:cNvSpPr>
          <p:nvPr>
            <p:ph type="body" idx="33" hasCustomPrompt="1"/>
          </p:nvPr>
        </p:nvSpPr>
        <p:spPr>
          <a:xfrm xmlns:a="http://schemas.openxmlformats.org/drawingml/2006/main">
            <a:off x="776689" y="4135193"/>
            <a:ext cx="6400800" cy="68125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marL="0" indent="0" algn="l">
              <a:lnSpc>
                <a:spcPct val="100000"/>
              </a:lnSpc>
              <a:spcBef>
                <a:spcPts val="600"/>
              </a:spcBef>
              <a:spcAft>
                <a:spcPts val="0"/>
              </a:spcAft>
              <a:buNone/>
              <a:defRPr sz="2000" b="0">
                <a:solidFill>
                  <a:schemeClr val="tx1"/>
                </a:solidFill>
              </a:defRPr>
            </a:lvl1pPr>
          </a:lstStyle>
          <a:p xmlns:a="http://schemas.openxmlformats.org/drawingml/2006/main">
            <a:pPr marL="0" indent="0" algn="l">
              <a:lnSpc>
                <a:spcPct val="90000"/>
              </a:lnSpc>
              <a:spcBef>
                <a:spcPts val="1000"/>
              </a:spcBef>
              <a:spcAft>
                <a:spcPts val="0"/>
              </a:spcAft>
              <a:buNone/>
            </a:pPr>
            <a:r>
              <a:t>Subhead goes here.</a:t>
            </a:r>
          </a:p>
        </p:txBody>
      </p:sp>
      <p:sp>
        <p:nvSpPr>
          <p:cNvPr id="8" name="Slide Number Placeholder 7">
            <a:extLst xmlns:a="http://schemas.openxmlformats.org/drawingml/2006/main">
              <a:ext uri="{FF2B5EF4-FFF2-40B4-BE49-F238E27FC236}">
                <a16:creationId xmlns:a16="http://schemas.microsoft.com/office/drawing/2014/main" id="{848B57A4-1EA3-47FA-AD37-31BB82676BA8}"/>
              </a:ext>
            </a:extLst>
          </p:cNvPr>
          <p:cNvSpPr>
            <a:spLocks xmlns:a="http://schemas.openxmlformats.org/drawingml/2006/main" noGrp="1"/>
          </p:cNvSpPr>
          <p:nvPr>
            <p:ph type="sldNum" idx="12"/>
          </p:nvPr>
        </p:nvSpPr>
        <p:spPr>
          <a:xfrm xmlns:a="http://schemas.openxmlformats.org/drawingml/2006/main">
            <a:off x="762000" y="6903678"/>
            <a:ext cx="365760" cy="365760"/>
          </a:xfrm>
        </p:spPr>
        <p:txBody>
          <a:bodyPr xmlns:a="http://schemas.openxmlformats.org/drawingml/2006/main"/>
          <a:lstStyle xmlns:a="http://schemas.openxmlformats.org/drawingml/2006/main">
            <a:lvl1pPr>
              <a:buNone/>
              <a:defRPr>
                <a:noFill/>
              </a:defRPr>
            </a:lvl1pPr>
          </a:lstStyle>
          <a:p xmlns:a="http://schemas.openxmlformats.org/drawingml/2006/main">
            <a:fld id="{345D60D9-5372-5F40-9443-0F9AE5BDC3C8}" type="slidenum">
              <a:t>‹#›</a:t>
            </a:fld>
          </a:p>
        </p:txBody>
      </p:sp>
      <p:sp>
        <p:nvSpPr>
          <p:cNvPr id="5" name="Footer Placeholder 4">
            <a:extLst xmlns:a="http://schemas.openxmlformats.org/drawingml/2006/main">
              <a:ext uri="{FF2B5EF4-FFF2-40B4-BE49-F238E27FC236}">
                <a16:creationId xmlns:a16="http://schemas.microsoft.com/office/drawing/2014/main" id="{E8638588-07BC-4F98-97FA-975AE1443B66}"/>
              </a:ext>
            </a:extLst>
          </p:cNvPr>
          <p:cNvSpPr>
            <a:spLocks xmlns:a="http://schemas.openxmlformats.org/drawingml/2006/main" noGrp="1"/>
          </p:cNvSpPr>
          <p:nvPr>
            <p:ph type="ftr" idx="11"/>
          </p:nvPr>
        </p:nvSpPr>
        <p:spPr>
          <a:xfrm xmlns:a="http://schemas.openxmlformats.org/drawingml/2006/main">
            <a:off x="1127759" y="6903996"/>
            <a:ext cx="5745379" cy="365125"/>
          </a:xfrm>
        </p:spPr>
        <p:txBody>
          <a:bodyPr xmlns:a="http://schemas.openxmlformats.org/drawingml/2006/main"/>
          <a:lstStyle xmlns:a="http://schemas.openxmlformats.org/drawingml/2006/main">
            <a:lvl1pPr>
              <a:buNone/>
              <a:defRPr>
                <a:noFill/>
              </a:defRPr>
            </a:lvl1pPr>
          </a:lstStyle>
          <a:p xmlns:a="http://schemas.openxmlformats.org/drawingml/2006/main">
            <a:r>
              <a:t>Copyright © 2026, Oracle and/or its affiliates |  Confidential: Internal/Restricted/Highly Restricted</a:t>
            </a:r>
          </a:p>
        </p:txBody>
      </p:sp>
      <p:sp>
        <p:nvSpPr>
          <p:cNvPr id="3" name="Date Placeholder 2">
            <a:extLst xmlns:a="http://schemas.openxmlformats.org/drawingml/2006/main">
              <a:ext uri="{FF2B5EF4-FFF2-40B4-BE49-F238E27FC236}">
                <a16:creationId xmlns:a16="http://schemas.microsoft.com/office/drawing/2014/main" id="{DBAE7266-CBC0-47D9-85A0-91E011093819}"/>
              </a:ext>
            </a:extLst>
          </p:cNvPr>
          <p:cNvSpPr>
            <a:spLocks xmlns:a="http://schemas.openxmlformats.org/drawingml/2006/main" noGrp="1"/>
          </p:cNvSpPr>
          <p:nvPr>
            <p:ph type="dt" idx="10"/>
          </p:nvPr>
        </p:nvSpPr>
        <p:spPr>
          <a:xfrm xmlns:a="http://schemas.openxmlformats.org/drawingml/2006/main">
            <a:off x="6873138" y="6905622"/>
            <a:ext cx="2743200" cy="363500"/>
          </a:xfrm>
        </p:spPr>
        <p:txBody>
          <a:bodyPr xmlns:a="http://schemas.openxmlformats.org/drawingml/2006/main"/>
          <a:lstStyle xmlns:a="http://schemas.openxmlformats.org/drawingml/2006/main">
            <a:lvl1pPr>
              <a:buNone/>
              <a:defRPr>
                <a:noFill/>
              </a:defRPr>
            </a:lvl1pPr>
          </a:lstStyle>
          <a:p xmlns:a="http://schemas.openxmlformats.org/drawingml/2006/main">
            <a:r>
              <a:t>[Date]</a:t>
            </a:r>
          </a:p>
        </p:txBody>
      </p:sp>
      <p:sp>
        <p:nvSpPr>
          <p:cNvPr id="2" name="Accent mark">
            <a:extLst xmlns:a="http://schemas.openxmlformats.org/drawingml/2006/main">
              <a:ext uri="{FF2B5EF4-FFF2-40B4-BE49-F238E27FC236}">
                <a16:creationId xmlns:a16="http://schemas.microsoft.com/office/drawing/2014/main" id="{9FE68091-5CE6-8692-5C8A-45B15B0580ED}"/>
              </a:ext>
            </a:extLst>
          </p:cNvPr>
          <p:cNvSpPr>
            <a:spLocks xmlns:a="http://schemas.openxmlformats.org/drawingml/2006/main" noGrp="1"/>
          </p:cNvSpPr>
          <p:nvPr/>
        </p:nvSpPr>
        <p:spPr>
          <a:xfrm xmlns:a="http://schemas.openxmlformats.org/drawingml/2006/main">
            <a:off x="776689" y="3867907"/>
            <a:ext cx="365760" cy="36576"/>
          </a:xfrm>
          <a:prstGeom xmlns:a="http://schemas.openxmlformats.org/drawingml/2006/main" prst="rect">
            <a:avLst/>
          </a:prstGeom>
          <a:solidFill xmlns:a="http://schemas.openxmlformats.org/drawingml/2006/main">
            <a:srgbClr val="F0CC7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Tree>
  </p:cSld>
</p:sldLayout>
</file>

<file path=ppt/slideLayouts/slideLayout27.xml><?xml version="1.0" encoding="utf-8"?>
<p:sldLayout xmlns:p="http://schemas.openxmlformats.org/presentationml/2006/main" preserve="1" userDrawn="1">
  <p:cSld name="Divider_9">
    <p:bg>
      <p:bgPr>
        <a:blipFill xmlns:a="http://schemas.openxmlformats.org/drawingml/2006/main" rotWithShape="1">
          <a:blip xmlns:r="http://schemas.openxmlformats.org/officeDocument/2006/relationships" r:embed="R7744d6a2ceb047fe">
            <a:lum/>
          </a:blip>
          <a:srcRect l="0" t="0" r="0" b="0"/>
          <a:stretch>
            <a:fillRect l="0" t="0" r="0" b="0"/>
          </a:stretch>
        </a:blipFill>
      </p:bgPr>
    </p:bg>
    <p:spTree>
      <p:nvGrpSpPr>
        <p:cNvPr id="1" name=""/>
        <p:cNvGrpSpPr/>
        <p:nvPr/>
      </p:nvGrpSpPr>
      <p:grpSpPr>
        <a:xfrm xmlns:a="http://schemas.openxmlformats.org/drawingml/2006/main"/>
      </p:grpSpPr>
      <p:sp>
        <p:nvSpPr>
          <p:cNvPr id="9" name="Title 5">
            <a:extLst xmlns:a="http://schemas.openxmlformats.org/drawingml/2006/main">
              <a:ext uri="{FF2B5EF4-FFF2-40B4-BE49-F238E27FC236}">
                <a16:creationId xmlns:a16="http://schemas.microsoft.com/office/drawing/2014/main" id="{7856B97A-8557-4DB6-9175-7EBD0C8937DD}"/>
              </a:ext>
            </a:extLst>
          </p:cNvPr>
          <p:cNvSpPr>
            <a:spLocks xmlns:a="http://schemas.openxmlformats.org/drawingml/2006/main" noGrp="1"/>
          </p:cNvSpPr>
          <p:nvPr>
            <p:ph type="title" idx="0" hasCustomPrompt="1"/>
          </p:nvPr>
        </p:nvSpPr>
        <p:spPr>
          <a:xfrm xmlns:a="http://schemas.openxmlformats.org/drawingml/2006/main">
            <a:off x="768871" y="2337132"/>
            <a:ext cx="6400800" cy="1280160"/>
          </a:xfrm>
          <a:prstGeom xmlns:a="http://schemas.openxmlformats.org/drawingml/2006/main" prst="rect">
            <a:avLst/>
          </a:prstGeom>
          <a:noFill xmlns:a="http://schemas.openxmlformats.org/drawingml/2006/main"/>
        </p:spPr>
        <p:txBody>
          <a:bodyPr xmlns:a="http://schemas.openxmlformats.org/drawingml/2006/main" vert="horz" wrap="square" lIns="0" tIns="0" rIns="0" bIns="0" anchor="b">
            <a:noAutofit/>
          </a:bodyPr>
          <a:lstStyle xmlns:a="http://schemas.openxmlformats.org/drawingml/2006/main">
            <a:lvl1pPr>
              <a:lnSpc>
                <a:spcPct val="100000"/>
              </a:lnSpc>
              <a:buNone/>
              <a:defRPr sz="4000" b="1" i="0">
                <a:latin typeface="Oracle Sans Tab"/>
                <a:ea typeface="Oracle Sans Tab"/>
                <a:cs typeface="Oracle Sans Tab"/>
              </a:defRPr>
            </a:lvl1pPr>
          </a:lstStyle>
          <a:p xmlns:a="http://schemas.openxmlformats.org/drawingml/2006/main">
            <a:pPr>
              <a:lnSpc>
                <a:spcPct val="100000"/>
              </a:lnSpc>
              <a:buNone/>
            </a:pPr>
            <a:r>
              <a:t>OCI and database section</a:t>
            </a:r>
            <a:br/>
            <a:r>
              <a:t>Oracle Sans Tab Bold</a:t>
            </a:r>
          </a:p>
        </p:txBody>
      </p:sp>
      <p:sp>
        <p:nvSpPr>
          <p:cNvPr id="10" name="Subhead">
            <a:extLst xmlns:a="http://schemas.openxmlformats.org/drawingml/2006/main">
              <a:ext uri="{FF2B5EF4-FFF2-40B4-BE49-F238E27FC236}">
                <a16:creationId xmlns:a16="http://schemas.microsoft.com/office/drawing/2014/main" id="{E9558DCD-9619-43EF-806C-010C13A11164}"/>
              </a:ext>
            </a:extLst>
          </p:cNvPr>
          <p:cNvSpPr>
            <a:spLocks xmlns:a="http://schemas.openxmlformats.org/drawingml/2006/main" noGrp="1"/>
          </p:cNvSpPr>
          <p:nvPr>
            <p:ph type="body" idx="33" hasCustomPrompt="1"/>
          </p:nvPr>
        </p:nvSpPr>
        <p:spPr>
          <a:xfrm xmlns:a="http://schemas.openxmlformats.org/drawingml/2006/main">
            <a:off x="776689" y="4135193"/>
            <a:ext cx="6400800" cy="68125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marL="0" indent="0" algn="l">
              <a:lnSpc>
                <a:spcPct val="100000"/>
              </a:lnSpc>
              <a:spcBef>
                <a:spcPts val="600"/>
              </a:spcBef>
              <a:spcAft>
                <a:spcPts val="0"/>
              </a:spcAft>
              <a:buNone/>
              <a:defRPr sz="2000" b="0">
                <a:solidFill>
                  <a:schemeClr val="tx1"/>
                </a:solidFill>
              </a:defRPr>
            </a:lvl1pPr>
          </a:lstStyle>
          <a:p xmlns:a="http://schemas.openxmlformats.org/drawingml/2006/main">
            <a:pPr marL="0" indent="0" algn="l">
              <a:lnSpc>
                <a:spcPct val="90000"/>
              </a:lnSpc>
              <a:spcBef>
                <a:spcPts val="1000"/>
              </a:spcBef>
              <a:spcAft>
                <a:spcPts val="0"/>
              </a:spcAft>
              <a:buNone/>
            </a:pPr>
            <a:r>
              <a:t>Subhead goes here.</a:t>
            </a:r>
          </a:p>
        </p:txBody>
      </p:sp>
      <p:sp>
        <p:nvSpPr>
          <p:cNvPr id="8" name="Slide Number Placeholder 7">
            <a:extLst xmlns:a="http://schemas.openxmlformats.org/drawingml/2006/main">
              <a:ext uri="{FF2B5EF4-FFF2-40B4-BE49-F238E27FC236}">
                <a16:creationId xmlns:a16="http://schemas.microsoft.com/office/drawing/2014/main" id="{848B57A4-1EA3-47FA-AD37-31BB82676BA8}"/>
              </a:ext>
            </a:extLst>
          </p:cNvPr>
          <p:cNvSpPr>
            <a:spLocks xmlns:a="http://schemas.openxmlformats.org/drawingml/2006/main" noGrp="1"/>
          </p:cNvSpPr>
          <p:nvPr>
            <p:ph type="sldNum" idx="12"/>
          </p:nvPr>
        </p:nvSpPr>
        <p:spPr>
          <a:xfrm xmlns:a="http://schemas.openxmlformats.org/drawingml/2006/main">
            <a:off x="762000" y="6903678"/>
            <a:ext cx="365760" cy="365760"/>
          </a:xfrm>
        </p:spPr>
        <p:txBody>
          <a:bodyPr xmlns:a="http://schemas.openxmlformats.org/drawingml/2006/main"/>
          <a:lstStyle xmlns:a="http://schemas.openxmlformats.org/drawingml/2006/main">
            <a:lvl1pPr>
              <a:buNone/>
              <a:defRPr>
                <a:noFill/>
              </a:defRPr>
            </a:lvl1pPr>
          </a:lstStyle>
          <a:p xmlns:a="http://schemas.openxmlformats.org/drawingml/2006/main">
            <a:fld id="{345D60D9-5372-5F40-9443-0F9AE5BDC3C8}" type="slidenum">
              <a:t>‹#›</a:t>
            </a:fld>
          </a:p>
        </p:txBody>
      </p:sp>
      <p:sp>
        <p:nvSpPr>
          <p:cNvPr id="5" name="Footer Placeholder 4">
            <a:extLst xmlns:a="http://schemas.openxmlformats.org/drawingml/2006/main">
              <a:ext uri="{FF2B5EF4-FFF2-40B4-BE49-F238E27FC236}">
                <a16:creationId xmlns:a16="http://schemas.microsoft.com/office/drawing/2014/main" id="{E8638588-07BC-4F98-97FA-975AE1443B66}"/>
              </a:ext>
            </a:extLst>
          </p:cNvPr>
          <p:cNvSpPr>
            <a:spLocks xmlns:a="http://schemas.openxmlformats.org/drawingml/2006/main" noGrp="1"/>
          </p:cNvSpPr>
          <p:nvPr>
            <p:ph type="ftr" idx="11"/>
          </p:nvPr>
        </p:nvSpPr>
        <p:spPr>
          <a:xfrm xmlns:a="http://schemas.openxmlformats.org/drawingml/2006/main">
            <a:off x="1127759" y="6903996"/>
            <a:ext cx="5745379" cy="365125"/>
          </a:xfrm>
        </p:spPr>
        <p:txBody>
          <a:bodyPr xmlns:a="http://schemas.openxmlformats.org/drawingml/2006/main"/>
          <a:lstStyle xmlns:a="http://schemas.openxmlformats.org/drawingml/2006/main">
            <a:lvl1pPr>
              <a:buNone/>
              <a:defRPr>
                <a:noFill/>
              </a:defRPr>
            </a:lvl1pPr>
          </a:lstStyle>
          <a:p xmlns:a="http://schemas.openxmlformats.org/drawingml/2006/main">
            <a:r>
              <a:t>Copyright © 2026, Oracle and/or its affiliates |  Confidential: Internal/Restricted/Highly Restricted</a:t>
            </a:r>
          </a:p>
        </p:txBody>
      </p:sp>
      <p:sp>
        <p:nvSpPr>
          <p:cNvPr id="3" name="Date Placeholder 2">
            <a:extLst xmlns:a="http://schemas.openxmlformats.org/drawingml/2006/main">
              <a:ext uri="{FF2B5EF4-FFF2-40B4-BE49-F238E27FC236}">
                <a16:creationId xmlns:a16="http://schemas.microsoft.com/office/drawing/2014/main" id="{DBAE7266-CBC0-47D9-85A0-91E011093819}"/>
              </a:ext>
            </a:extLst>
          </p:cNvPr>
          <p:cNvSpPr>
            <a:spLocks xmlns:a="http://schemas.openxmlformats.org/drawingml/2006/main" noGrp="1"/>
          </p:cNvSpPr>
          <p:nvPr>
            <p:ph type="dt" idx="10"/>
          </p:nvPr>
        </p:nvSpPr>
        <p:spPr>
          <a:xfrm xmlns:a="http://schemas.openxmlformats.org/drawingml/2006/main">
            <a:off x="6873138" y="6905622"/>
            <a:ext cx="2743200" cy="363500"/>
          </a:xfrm>
        </p:spPr>
        <p:txBody>
          <a:bodyPr xmlns:a="http://schemas.openxmlformats.org/drawingml/2006/main"/>
          <a:lstStyle xmlns:a="http://schemas.openxmlformats.org/drawingml/2006/main">
            <a:lvl1pPr>
              <a:buNone/>
              <a:defRPr>
                <a:noFill/>
              </a:defRPr>
            </a:lvl1pPr>
          </a:lstStyle>
          <a:p xmlns:a="http://schemas.openxmlformats.org/drawingml/2006/main">
            <a:r>
              <a:t>[Date]</a:t>
            </a:r>
          </a:p>
        </p:txBody>
      </p:sp>
      <p:sp>
        <p:nvSpPr>
          <p:cNvPr id="2" name="Accent mark">
            <a:extLst xmlns:a="http://schemas.openxmlformats.org/drawingml/2006/main">
              <a:ext uri="{FF2B5EF4-FFF2-40B4-BE49-F238E27FC236}">
                <a16:creationId xmlns:a16="http://schemas.microsoft.com/office/drawing/2014/main" id="{4364F74D-D1B7-957A-69E2-40ADCE3043EE}"/>
              </a:ext>
            </a:extLst>
          </p:cNvPr>
          <p:cNvSpPr>
            <a:spLocks xmlns:a="http://schemas.openxmlformats.org/drawingml/2006/main" noGrp="1"/>
          </p:cNvSpPr>
          <p:nvPr/>
        </p:nvSpPr>
        <p:spPr>
          <a:xfrm xmlns:a="http://schemas.openxmlformats.org/drawingml/2006/main">
            <a:off x="776689" y="3867907"/>
            <a:ext cx="365760" cy="36576"/>
          </a:xfrm>
          <a:prstGeom xmlns:a="http://schemas.openxmlformats.org/drawingml/2006/main" prst="rect">
            <a:avLst/>
          </a:prstGeom>
          <a:solidFill xmlns:a="http://schemas.openxmlformats.org/drawingml/2006/main">
            <a:srgbClr val="F0CC7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Tree>
  </p:cSld>
</p:sldLayout>
</file>

<file path=ppt/slideLayouts/slideLayout28.xml><?xml version="1.0" encoding="utf-8"?>
<p:sldLayout xmlns:p="http://schemas.openxmlformats.org/presentationml/2006/main" preserve="1" userDrawn="1">
  <p:cSld name="Divider_10">
    <p:bg>
      <p:bgPr>
        <a:blipFill xmlns:a="http://schemas.openxmlformats.org/drawingml/2006/main" rotWithShape="1">
          <a:blip xmlns:r="http://schemas.openxmlformats.org/officeDocument/2006/relationships" r:embed="R42854125781244f7">
            <a:lum/>
          </a:blip>
          <a:srcRect l="0" t="0" r="0" b="0"/>
          <a:stretch>
            <a:fillRect l="0" t="0" r="0" b="0"/>
          </a:stretch>
        </a:blipFill>
      </p:bgPr>
    </p:bg>
    <p:spTree>
      <p:nvGrpSpPr>
        <p:cNvPr id="1" name=""/>
        <p:cNvGrpSpPr/>
        <p:nvPr/>
      </p:nvGrpSpPr>
      <p:grpSpPr>
        <a:xfrm xmlns:a="http://schemas.openxmlformats.org/drawingml/2006/main"/>
      </p:grpSpPr>
      <p:sp>
        <p:nvSpPr>
          <p:cNvPr id="9" name="Title 5">
            <a:extLst xmlns:a="http://schemas.openxmlformats.org/drawingml/2006/main">
              <a:ext uri="{FF2B5EF4-FFF2-40B4-BE49-F238E27FC236}">
                <a16:creationId xmlns:a16="http://schemas.microsoft.com/office/drawing/2014/main" id="{7856B97A-8557-4DB6-9175-7EBD0C8937DD}"/>
              </a:ext>
            </a:extLst>
          </p:cNvPr>
          <p:cNvSpPr>
            <a:spLocks xmlns:a="http://schemas.openxmlformats.org/drawingml/2006/main" noGrp="1"/>
          </p:cNvSpPr>
          <p:nvPr>
            <p:ph type="title" idx="0" hasCustomPrompt="1"/>
          </p:nvPr>
        </p:nvSpPr>
        <p:spPr>
          <a:xfrm xmlns:a="http://schemas.openxmlformats.org/drawingml/2006/main">
            <a:off x="768871" y="2337132"/>
            <a:ext cx="6400800" cy="1280160"/>
          </a:xfrm>
          <a:prstGeom xmlns:a="http://schemas.openxmlformats.org/drawingml/2006/main" prst="rect">
            <a:avLst/>
          </a:prstGeom>
          <a:noFill xmlns:a="http://schemas.openxmlformats.org/drawingml/2006/main"/>
        </p:spPr>
        <p:txBody>
          <a:bodyPr xmlns:a="http://schemas.openxmlformats.org/drawingml/2006/main" vert="horz" wrap="square" lIns="0" tIns="0" rIns="0" bIns="0" anchor="b">
            <a:noAutofit/>
          </a:bodyPr>
          <a:lstStyle xmlns:a="http://schemas.openxmlformats.org/drawingml/2006/main">
            <a:lvl1pPr>
              <a:lnSpc>
                <a:spcPct val="100000"/>
              </a:lnSpc>
              <a:buNone/>
              <a:defRPr sz="4000" b="1" i="0">
                <a:latin typeface="Oracle Sans Tab"/>
                <a:ea typeface="Oracle Sans Tab"/>
                <a:cs typeface="Oracle Sans Tab"/>
              </a:defRPr>
            </a:lvl1pPr>
          </a:lstStyle>
          <a:p xmlns:a="http://schemas.openxmlformats.org/drawingml/2006/main">
            <a:pPr>
              <a:lnSpc>
                <a:spcPct val="100000"/>
              </a:lnSpc>
              <a:buNone/>
            </a:pPr>
            <a:r>
              <a:t>Dev Section</a:t>
            </a:r>
            <a:br/>
            <a:r>
              <a:t>Oracle Sans Tab Bold</a:t>
            </a:r>
          </a:p>
        </p:txBody>
      </p:sp>
      <p:sp>
        <p:nvSpPr>
          <p:cNvPr id="10" name="Subhead">
            <a:extLst xmlns:a="http://schemas.openxmlformats.org/drawingml/2006/main">
              <a:ext uri="{FF2B5EF4-FFF2-40B4-BE49-F238E27FC236}">
                <a16:creationId xmlns:a16="http://schemas.microsoft.com/office/drawing/2014/main" id="{E9558DCD-9619-43EF-806C-010C13A11164}"/>
              </a:ext>
            </a:extLst>
          </p:cNvPr>
          <p:cNvSpPr>
            <a:spLocks xmlns:a="http://schemas.openxmlformats.org/drawingml/2006/main" noGrp="1"/>
          </p:cNvSpPr>
          <p:nvPr>
            <p:ph type="body" idx="33" hasCustomPrompt="1"/>
          </p:nvPr>
        </p:nvSpPr>
        <p:spPr>
          <a:xfrm xmlns:a="http://schemas.openxmlformats.org/drawingml/2006/main">
            <a:off x="776689" y="4135193"/>
            <a:ext cx="6400800" cy="681251"/>
          </a:xfrm>
          <a:prstGeom xmlns:a="http://schemas.openxmlformats.org/drawingml/2006/main" prst="rect">
            <a:avLst/>
          </a:prstGeom>
          <a:noFill xmlns:a="http://schemas.openxmlformats.org/drawingml/2006/main"/>
        </p:spPr>
        <p:txBody>
          <a:bodyPr xmlns:a="http://schemas.openxmlformats.org/drawingml/2006/main">
            <a:noAutofit/>
          </a:bodyPr>
          <a:lstStyle xmlns:a="http://schemas.openxmlformats.org/drawingml/2006/main">
            <a:lvl1pPr marL="0" indent="0" algn="l">
              <a:lnSpc>
                <a:spcPct val="100000"/>
              </a:lnSpc>
              <a:spcBef>
                <a:spcPts val="600"/>
              </a:spcBef>
              <a:spcAft>
                <a:spcPts val="0"/>
              </a:spcAft>
              <a:buNone/>
              <a:defRPr sz="2000" b="0">
                <a:solidFill>
                  <a:schemeClr val="tx1"/>
                </a:solidFill>
              </a:defRPr>
            </a:lvl1pPr>
          </a:lstStyle>
          <a:p xmlns:a="http://schemas.openxmlformats.org/drawingml/2006/main">
            <a:pPr marL="0" indent="0" algn="l">
              <a:lnSpc>
                <a:spcPct val="90000"/>
              </a:lnSpc>
              <a:spcBef>
                <a:spcPts val="1000"/>
              </a:spcBef>
              <a:spcAft>
                <a:spcPts val="0"/>
              </a:spcAft>
              <a:buNone/>
            </a:pPr>
            <a:r>
              <a:t>Subhead goes here.</a:t>
            </a:r>
          </a:p>
        </p:txBody>
      </p:sp>
      <p:sp>
        <p:nvSpPr>
          <p:cNvPr id="8" name="Slide Number Placeholder 7">
            <a:extLst xmlns:a="http://schemas.openxmlformats.org/drawingml/2006/main">
              <a:ext uri="{FF2B5EF4-FFF2-40B4-BE49-F238E27FC236}">
                <a16:creationId xmlns:a16="http://schemas.microsoft.com/office/drawing/2014/main" id="{848B57A4-1EA3-47FA-AD37-31BB82676BA8}"/>
              </a:ext>
            </a:extLst>
          </p:cNvPr>
          <p:cNvSpPr>
            <a:spLocks xmlns:a="http://schemas.openxmlformats.org/drawingml/2006/main" noGrp="1"/>
          </p:cNvSpPr>
          <p:nvPr>
            <p:ph type="sldNum" idx="12"/>
          </p:nvPr>
        </p:nvSpPr>
        <p:spPr>
          <a:xfrm xmlns:a="http://schemas.openxmlformats.org/drawingml/2006/main">
            <a:off x="762000" y="6903678"/>
            <a:ext cx="365760" cy="365760"/>
          </a:xfrm>
        </p:spPr>
        <p:txBody>
          <a:bodyPr xmlns:a="http://schemas.openxmlformats.org/drawingml/2006/main"/>
          <a:lstStyle xmlns:a="http://schemas.openxmlformats.org/drawingml/2006/main">
            <a:lvl1pPr>
              <a:buNone/>
              <a:defRPr>
                <a:noFill/>
              </a:defRPr>
            </a:lvl1pPr>
          </a:lstStyle>
          <a:p xmlns:a="http://schemas.openxmlformats.org/drawingml/2006/main">
            <a:fld id="{345D60D9-5372-5F40-9443-0F9AE5BDC3C8}" type="slidenum">
              <a:t>‹#›</a:t>
            </a:fld>
          </a:p>
        </p:txBody>
      </p:sp>
      <p:sp>
        <p:nvSpPr>
          <p:cNvPr id="5" name="Footer Placeholder 4">
            <a:extLst xmlns:a="http://schemas.openxmlformats.org/drawingml/2006/main">
              <a:ext uri="{FF2B5EF4-FFF2-40B4-BE49-F238E27FC236}">
                <a16:creationId xmlns:a16="http://schemas.microsoft.com/office/drawing/2014/main" id="{E8638588-07BC-4F98-97FA-975AE1443B66}"/>
              </a:ext>
            </a:extLst>
          </p:cNvPr>
          <p:cNvSpPr>
            <a:spLocks xmlns:a="http://schemas.openxmlformats.org/drawingml/2006/main" noGrp="1"/>
          </p:cNvSpPr>
          <p:nvPr>
            <p:ph type="ftr" idx="11"/>
          </p:nvPr>
        </p:nvSpPr>
        <p:spPr>
          <a:xfrm xmlns:a="http://schemas.openxmlformats.org/drawingml/2006/main">
            <a:off x="1127759" y="6903996"/>
            <a:ext cx="5745379" cy="365125"/>
          </a:xfrm>
        </p:spPr>
        <p:txBody>
          <a:bodyPr xmlns:a="http://schemas.openxmlformats.org/drawingml/2006/main"/>
          <a:lstStyle xmlns:a="http://schemas.openxmlformats.org/drawingml/2006/main">
            <a:lvl1pPr>
              <a:buNone/>
              <a:defRPr>
                <a:noFill/>
              </a:defRPr>
            </a:lvl1pPr>
          </a:lstStyle>
          <a:p xmlns:a="http://schemas.openxmlformats.org/drawingml/2006/main">
            <a:r>
              <a:t>Copyright © 2026, Oracle and/or its affiliates |  Confidential: Internal/Restricted/Highly Restricted</a:t>
            </a:r>
          </a:p>
        </p:txBody>
      </p:sp>
      <p:sp>
        <p:nvSpPr>
          <p:cNvPr id="3" name="Date Placeholder 2">
            <a:extLst xmlns:a="http://schemas.openxmlformats.org/drawingml/2006/main">
              <a:ext uri="{FF2B5EF4-FFF2-40B4-BE49-F238E27FC236}">
                <a16:creationId xmlns:a16="http://schemas.microsoft.com/office/drawing/2014/main" id="{DBAE7266-CBC0-47D9-85A0-91E011093819}"/>
              </a:ext>
            </a:extLst>
          </p:cNvPr>
          <p:cNvSpPr>
            <a:spLocks xmlns:a="http://schemas.openxmlformats.org/drawingml/2006/main" noGrp="1"/>
          </p:cNvSpPr>
          <p:nvPr>
            <p:ph type="dt" idx="10"/>
          </p:nvPr>
        </p:nvSpPr>
        <p:spPr>
          <a:xfrm xmlns:a="http://schemas.openxmlformats.org/drawingml/2006/main">
            <a:off x="6873138" y="6905622"/>
            <a:ext cx="2743200" cy="363500"/>
          </a:xfrm>
        </p:spPr>
        <p:txBody>
          <a:bodyPr xmlns:a="http://schemas.openxmlformats.org/drawingml/2006/main"/>
          <a:lstStyle xmlns:a="http://schemas.openxmlformats.org/drawingml/2006/main">
            <a:lvl1pPr>
              <a:buNone/>
              <a:defRPr>
                <a:noFill/>
              </a:defRPr>
            </a:lvl1pPr>
          </a:lstStyle>
          <a:p xmlns:a="http://schemas.openxmlformats.org/drawingml/2006/main">
            <a:r>
              <a:t>[Date]</a:t>
            </a:r>
          </a:p>
        </p:txBody>
      </p:sp>
      <p:sp>
        <p:nvSpPr>
          <p:cNvPr id="2" name="Accent mark">
            <a:extLst xmlns:a="http://schemas.openxmlformats.org/drawingml/2006/main">
              <a:ext uri="{FF2B5EF4-FFF2-40B4-BE49-F238E27FC236}">
                <a16:creationId xmlns:a16="http://schemas.microsoft.com/office/drawing/2014/main" id="{C6A04EFB-5851-0CBD-D5AD-B20EA6137C7E}"/>
              </a:ext>
            </a:extLst>
          </p:cNvPr>
          <p:cNvSpPr>
            <a:spLocks xmlns:a="http://schemas.openxmlformats.org/drawingml/2006/main" noGrp="1"/>
          </p:cNvSpPr>
          <p:nvPr/>
        </p:nvSpPr>
        <p:spPr>
          <a:xfrm xmlns:a="http://schemas.openxmlformats.org/drawingml/2006/main">
            <a:off x="776689" y="3867907"/>
            <a:ext cx="365760" cy="36576"/>
          </a:xfrm>
          <a:prstGeom xmlns:a="http://schemas.openxmlformats.org/drawingml/2006/main" prst="rect">
            <a:avLst/>
          </a:prstGeom>
          <a:solidFill xmlns:a="http://schemas.openxmlformats.org/drawingml/2006/main">
            <a:srgbClr val="F0CC7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Tree>
  </p:cSld>
</p:sldLayout>
</file>

<file path=ppt/slideLayouts/slideLayout29.xml><?xml version="1.0" encoding="utf-8"?>
<p:sldLayout xmlns:p="http://schemas.openxmlformats.org/presentationml/2006/main" preserve="1" userDrawn="1">
  <p:cSld name="Dark - Impact Statement">
    <p:bg>
      <p:bgPr>
        <a:blipFill xmlns:a="http://schemas.openxmlformats.org/drawingml/2006/main" rotWithShape="1">
          <a:blip xmlns:r="http://schemas.openxmlformats.org/officeDocument/2006/relationships" r:embed="Rf651a008232547b5">
            <a:lum/>
          </a:blip>
          <a:srcRect l="0" t="0" r="0" b="0"/>
          <a:stretch>
            <a:fillRect l="0" t="0" r="0" b="0"/>
          </a:stretch>
        </a:blipFill>
      </p:bgPr>
    </p:bg>
    <p:spTree>
      <p:nvGrpSpPr>
        <p:cNvPr id="1" name=""/>
        <p:cNvGrpSpPr/>
        <p:nvPr/>
      </p:nvGrpSpPr>
      <p:grpSpPr>
        <a:xfrm xmlns:a="http://schemas.openxmlformats.org/drawingml/2006/main"/>
      </p:grpSpPr>
      <p:sp>
        <p:nvSpPr>
          <p:cNvPr id="13" name="Title 12">
            <a:extLst xmlns:a="http://schemas.openxmlformats.org/drawingml/2006/main">
              <a:ext uri="{FF2B5EF4-FFF2-40B4-BE49-F238E27FC236}">
                <a16:creationId xmlns:a16="http://schemas.microsoft.com/office/drawing/2014/main" id="{B4B5BB6C-77A2-4299-98DB-F23A8BBC354D}"/>
              </a:ext>
            </a:extLst>
          </p:cNvPr>
          <p:cNvSpPr>
            <a:spLocks xmlns:a="http://schemas.openxmlformats.org/drawingml/2006/main" noGrp="1"/>
          </p:cNvSpPr>
          <p:nvPr>
            <p:ph type="title" idx="0" hasCustomPrompt="1"/>
          </p:nvPr>
        </p:nvSpPr>
        <p:spPr>
          <a:xfrm xmlns:a="http://schemas.openxmlformats.org/drawingml/2006/main">
            <a:off x="768875" y="3017520"/>
            <a:ext cx="8686800" cy="822960"/>
          </a:xfrm>
        </p:spPr>
        <p:txBody>
          <a:bodyPr xmlns:a="http://schemas.openxmlformats.org/drawingml/2006/main" anchor="ctr"/>
          <a:lstStyle xmlns:a="http://schemas.openxmlformats.org/drawingml/2006/main">
            <a:lvl1pPr>
              <a:lnSpc>
                <a:spcPct val="100000"/>
              </a:lnSpc>
              <a:buNone/>
              <a:defRPr sz="3600" b="1" i="0">
                <a:latin typeface="Oracle Sans Tab"/>
                <a:ea typeface="Oracle Sans Tab"/>
                <a:cs typeface="Oracle Sans Tab"/>
              </a:defRPr>
            </a:lvl1pPr>
          </a:lstStyle>
          <a:p xmlns:a="http://schemas.openxmlformats.org/drawingml/2006/main">
            <a:r>
              <a:t>Title</a:t>
            </a:r>
          </a:p>
        </p:txBody>
      </p:sp>
      <p:pic>
        <p:nvPicPr>
          <p:cNvPr id="14" name="OTag"/>
          <p:cNvPicPr>
            <a:picLocks xmlns:a="http://schemas.openxmlformats.org/drawingml/2006/main" noChangeAspect="1"/>
          </p:cNvPicPr>
          <p:nvPr/>
        </p:nvPicPr>
        <p:blipFill>
          <a:blip xmlns:r="http://schemas.openxmlformats.org/officeDocument/2006/relationships" xmlns:a="http://schemas.openxmlformats.org/drawingml/2006/main" r:embed="R57f04893383f4a55"/>
          <a:stretch xmlns:a="http://schemas.openxmlformats.org/drawingml/2006/main">
            <a:fillRect l="0" t="0" r="0" b="0"/>
          </a:stretch>
        </p:blipFill>
        <p:spPr>
          <a:xfrm xmlns:a="http://schemas.openxmlformats.org/drawingml/2006/main">
            <a:off x="11405616" y="6464808"/>
            <a:ext cx="393192" cy="393192"/>
          </a:xfrm>
          <a:prstGeom xmlns:a="http://schemas.openxmlformats.org/drawingml/2006/main" prst="rect">
            <a:avLst/>
          </a:prstGeom>
        </p:spPr>
      </p:pic>
      <p:sp>
        <p:nvSpPr>
          <p:cNvPr id="6" name="Date Placeholder 5">
            <a:extLst xmlns:a="http://schemas.openxmlformats.org/drawingml/2006/main">
              <a:ext uri="{FF2B5EF4-FFF2-40B4-BE49-F238E27FC236}">
                <a16:creationId xmlns:a16="http://schemas.microsoft.com/office/drawing/2014/main" id="{1C75E825-1755-C85C-9F73-52540B5AF404}"/>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[Date]</a:t>
            </a:r>
          </a:p>
        </p:txBody>
      </p:sp>
      <p:sp>
        <p:nvSpPr>
          <p:cNvPr id="8" name="Footer Placeholder 7">
            <a:extLst xmlns:a="http://schemas.openxmlformats.org/drawingml/2006/main">
              <a:ext uri="{FF2B5EF4-FFF2-40B4-BE49-F238E27FC236}">
                <a16:creationId xmlns:a16="http://schemas.microsoft.com/office/drawing/2014/main" id="{F25DEF61-35F4-51A6-8D78-4A4D7BF28467}"/>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Copyright © 2026, Oracle and/or its affiliates |  Confidential: Internal/Restricted/Highly Restricted</a:t>
            </a:r>
          </a:p>
        </p:txBody>
      </p:sp>
      <p:sp>
        <p:nvSpPr>
          <p:cNvPr id="9" name="Slide Number Placeholder 8">
            <a:extLst xmlns:a="http://schemas.openxmlformats.org/drawingml/2006/main">
              <a:ext uri="{FF2B5EF4-FFF2-40B4-BE49-F238E27FC236}">
                <a16:creationId xmlns:a16="http://schemas.microsoft.com/office/drawing/2014/main" id="{E0144950-1DA0-4423-9F0C-53EA2D4BD945}"/>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fld id="{345D60D9-5372-5F40-9443-0F9AE5BDC3C8}" type="slidenum">
              <a:t>‹#›</a:t>
            </a:fld>
          </a:p>
        </p:txBody>
      </p:sp>
    </p:spTree>
  </p:cSld>
</p:sldLayout>
</file>

<file path=ppt/slideLayouts/slideLayout30.xml><?xml version="1.0" encoding="utf-8"?>
<p:sldLayout xmlns:p="http://schemas.openxmlformats.org/presentationml/2006/main" preserve="1" userDrawn="1">
  <p:cSld name="Light - Impact Statement">
    <p:bg>
      <p:bgPr>
        <a:blipFill xmlns:a="http://schemas.openxmlformats.org/drawingml/2006/main" rotWithShape="1">
          <a:blip xmlns:r="http://schemas.openxmlformats.org/officeDocument/2006/relationships" r:embed="R33c26c46ad2e4780">
            <a:lum/>
          </a:blip>
          <a:srcRect l="0" t="0" r="0" b="0"/>
          <a:stretch>
            <a:fillRect l="0" t="0" r="0" b="0"/>
          </a:stretch>
        </a:blipFill>
      </p:bgPr>
    </p:bg>
    <p:spTree>
      <p:nvGrpSpPr>
        <p:cNvPr id="1" name=""/>
        <p:cNvGrpSpPr/>
        <p:nvPr/>
      </p:nvGrpSpPr>
      <p:grpSpPr>
        <a:xfrm xmlns:a="http://schemas.openxmlformats.org/drawingml/2006/main"/>
      </p:grpSpPr>
      <p:sp>
        <p:nvSpPr>
          <p:cNvPr id="13" name="Title 12">
            <a:extLst xmlns:a="http://schemas.openxmlformats.org/drawingml/2006/main">
              <a:ext uri="{FF2B5EF4-FFF2-40B4-BE49-F238E27FC236}">
                <a16:creationId xmlns:a16="http://schemas.microsoft.com/office/drawing/2014/main" id="{B4B5BB6C-77A2-4299-98DB-F23A8BBC354D}"/>
              </a:ext>
            </a:extLst>
          </p:cNvPr>
          <p:cNvSpPr>
            <a:spLocks xmlns:a="http://schemas.openxmlformats.org/drawingml/2006/main" noGrp="1"/>
          </p:cNvSpPr>
          <p:nvPr>
            <p:ph type="title" idx="0" hasCustomPrompt="1"/>
          </p:nvPr>
        </p:nvSpPr>
        <p:spPr>
          <a:xfrm xmlns:a="http://schemas.openxmlformats.org/drawingml/2006/main">
            <a:off x="768875" y="3017520"/>
            <a:ext cx="8686800" cy="822960"/>
          </a:xfrm>
        </p:spPr>
        <p:txBody>
          <a:bodyPr xmlns:a="http://schemas.openxmlformats.org/drawingml/2006/main" anchor="ctr"/>
          <a:lstStyle xmlns:a="http://schemas.openxmlformats.org/drawingml/2006/main">
            <a:lvl1pPr>
              <a:lnSpc>
                <a:spcPct val="100000"/>
              </a:lnSpc>
              <a:buNone/>
              <a:defRPr sz="3600" b="1" i="0">
                <a:latin typeface="Oracle Sans Tab"/>
                <a:ea typeface="Oracle Sans Tab"/>
                <a:cs typeface="Oracle Sans Tab"/>
              </a:defRPr>
            </a:lvl1pPr>
          </a:lstStyle>
          <a:p xmlns:a="http://schemas.openxmlformats.org/drawingml/2006/main">
            <a:r>
              <a:t>Title</a:t>
            </a:r>
          </a:p>
        </p:txBody>
      </p:sp>
      <p:pic>
        <p:nvPicPr>
          <p:cNvPr id="14" name="OTag"/>
          <p:cNvPicPr>
            <a:picLocks xmlns:a="http://schemas.openxmlformats.org/drawingml/2006/main" noChangeAspect="1"/>
          </p:cNvPicPr>
          <p:nvPr/>
        </p:nvPicPr>
        <p:blipFill>
          <a:blip xmlns:r="http://schemas.openxmlformats.org/officeDocument/2006/relationships" xmlns:a="http://schemas.openxmlformats.org/drawingml/2006/main" r:embed="R95775d565672453e"/>
          <a:stretch xmlns:a="http://schemas.openxmlformats.org/drawingml/2006/main">
            <a:fillRect l="0" t="0" r="0" b="0"/>
          </a:stretch>
        </p:blipFill>
        <p:spPr>
          <a:xfrm xmlns:a="http://schemas.openxmlformats.org/drawingml/2006/main">
            <a:off x="11405616" y="6464808"/>
            <a:ext cx="393192" cy="393192"/>
          </a:xfrm>
          <a:prstGeom xmlns:a="http://schemas.openxmlformats.org/drawingml/2006/main" prst="rect">
            <a:avLst/>
          </a:prstGeom>
        </p:spPr>
      </p:pic>
      <p:sp>
        <p:nvSpPr>
          <p:cNvPr id="3" name="Date Placeholder 2">
            <a:extLst xmlns:a="http://schemas.openxmlformats.org/drawingml/2006/main">
              <a:ext uri="{FF2B5EF4-FFF2-40B4-BE49-F238E27FC236}">
                <a16:creationId xmlns:a16="http://schemas.microsoft.com/office/drawing/2014/main" id="{31F5A6D6-D610-841C-9A6B-81C3E68A8FD0}"/>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lvl1pPr>
              <a:buNone/>
              <a:defRPr>
                <a:solidFill>
                  <a:srgbClr val="514C47"/>
                </a:solidFill>
              </a:defRPr>
            </a:lvl1pPr>
          </a:lstStyle>
          <a:p xmlns:a="http://schemas.openxmlformats.org/drawingml/2006/main">
            <a:r>
              <a:t>[Date]</a:t>
            </a:r>
          </a:p>
        </p:txBody>
      </p:sp>
      <p:sp>
        <p:nvSpPr>
          <p:cNvPr id="8" name="Footer Placeholder 7">
            <a:extLst xmlns:a="http://schemas.openxmlformats.org/drawingml/2006/main">
              <a:ext uri="{FF2B5EF4-FFF2-40B4-BE49-F238E27FC236}">
                <a16:creationId xmlns:a16="http://schemas.microsoft.com/office/drawing/2014/main" id="{4E0CD33F-6317-093A-85AB-D6D4CEC9246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lvl1pPr>
              <a:buNone/>
              <a:defRPr>
                <a:solidFill>
                  <a:srgbClr val="514C47"/>
                </a:solidFill>
              </a:defRPr>
            </a:lvl1pPr>
          </a:lstStyle>
          <a:p xmlns:a="http://schemas.openxmlformats.org/drawingml/2006/main">
            <a:r>
              <a:t>Copyright © 2026, Oracle and/or its affiliates |  Confidential: Internal/Restricted/Highly Restricted</a:t>
            </a:r>
          </a:p>
        </p:txBody>
      </p:sp>
      <p:sp>
        <p:nvSpPr>
          <p:cNvPr id="9" name="Slide Number Placeholder 8">
            <a:extLst xmlns:a="http://schemas.openxmlformats.org/drawingml/2006/main">
              <a:ext uri="{FF2B5EF4-FFF2-40B4-BE49-F238E27FC236}">
                <a16:creationId xmlns:a16="http://schemas.microsoft.com/office/drawing/2014/main" id="{20743594-3814-B7CF-E650-23C8F9C64296}"/>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lvl1pPr>
              <a:buNone/>
              <a:defRPr>
                <a:solidFill>
                  <a:srgbClr val="514C47"/>
                </a:solidFill>
              </a:defRPr>
            </a:lvl1pPr>
          </a:lstStyle>
          <a:p xmlns:a="http://schemas.openxmlformats.org/drawingml/2006/main">
            <a:fld id="{345D60D9-5372-5F40-9443-0F9AE5BDC3C8}" type="slidenum">
              <a:t>‹#›</a:t>
            </a:fld>
          </a:p>
        </p:txBody>
      </p:sp>
    </p:spTree>
  </p:cSld>
</p:sldLayout>
</file>

<file path=ppt/slideLayouts/slideLayout31.xml><?xml version="1.0" encoding="utf-8"?>
<p:sldLayout xmlns:p="http://schemas.openxmlformats.org/presentationml/2006/main" preserve="1" userDrawn="1">
  <p:cSld name="Dark - Quote with Data Texture Background">
    <p:bg>
      <p:bgPr>
        <a:solidFill xmlns:a="http://schemas.openxmlformats.org/drawingml/2006/main">
          <a:schemeClr val="bg2"/>
        </a:solidFill>
      </p:bgPr>
    </p:bg>
    <p:spTree>
      <p:nvGrpSpPr>
        <p:cNvPr id="1" name=""/>
        <p:cNvGrpSpPr/>
        <p:nvPr/>
      </p:nvGrpSpPr>
      <p:grpSpPr>
        <a:xfrm xmlns:a="http://schemas.openxmlformats.org/drawingml/2006/main"/>
      </p:grpSpPr>
      <p:sp>
        <p:nvSpPr>
          <p:cNvPr id="14" name="Title">
            <a:extLst xmlns:a="http://schemas.openxmlformats.org/drawingml/2006/main">
              <a:ext uri="{FF2B5EF4-FFF2-40B4-BE49-F238E27FC236}">
                <a16:creationId xmlns:a16="http://schemas.microsoft.com/office/drawing/2014/main" id="{2B525FB2-1105-4B12-B35F-60F4BFB07A2F}"/>
              </a:ext>
            </a:extLst>
          </p:cNvPr>
          <p:cNvSpPr>
            <a:spLocks xmlns:a="http://schemas.openxmlformats.org/drawingml/2006/main" noGrp="1"/>
          </p:cNvSpPr>
          <p:nvPr>
            <p:ph type="title" idx="0" hasCustomPrompt="1"/>
          </p:nvPr>
        </p:nvSpPr>
        <p:spPr>
          <a:xfrm xmlns:a="http://schemas.openxmlformats.org/drawingml/2006/main">
            <a:off x="585926" y="1828800"/>
            <a:ext cx="8232149" cy="2026447"/>
          </a:xfrm>
          <a:prstGeom xmlns:a="http://schemas.openxmlformats.org/drawingml/2006/main" prst="rect">
            <a:avLst/>
          </a:prstGeom>
          <a:noFill xmlns:a="http://schemas.openxmlformats.org/drawingml/2006/main"/>
        </p:spPr>
        <p:txBody>
          <a:bodyPr xmlns:a="http://schemas.openxmlformats.org/drawingml/2006/main" vert="horz" wrap="square" lIns="0" tIns="0" rIns="0" bIns="0" anchor="b">
            <a:noAutofit/>
          </a:bodyPr>
          <a:lstStyle xmlns:a="http://schemas.openxmlformats.org/drawingml/2006/main">
            <a:lvl1pPr marL="184150" indent="-184150">
              <a:lnSpc>
                <a:spcPct val="100000"/>
              </a:lnSpc>
              <a:buNone/>
              <a:defRPr sz="3200" b="0" i="0">
                <a:solidFill>
                  <a:schemeClr val="tx1"/>
                </a:solidFill>
                <a:latin typeface="+mj-lt"/>
                <a:ea typeface="+mj-lt"/>
                <a:cs typeface="+mj-lt"/>
              </a:defRPr>
            </a:lvl1pPr>
          </a:lstStyle>
          <a:p xmlns:a="http://schemas.openxmlformats.org/drawingml/2006/main">
            <a:pPr>
              <a:buNone/>
            </a:pPr>
            <a:r>
              <a:t>“Click to type customer or</a:t>
            </a:r>
            <a:br/>
            <a:r>
              <a:t>partner quote surrounded</a:t>
            </a:r>
            <a:br/>
            <a:r>
              <a:t>by quotation marks.”</a:t>
            </a:r>
          </a:p>
        </p:txBody>
      </p:sp>
      <p:sp>
        <p:nvSpPr>
          <p:cNvPr id="13" name="Text Field">
            <a:extLst xmlns:a="http://schemas.openxmlformats.org/drawingml/2006/main">
              <a:ext uri="{FF2B5EF4-FFF2-40B4-BE49-F238E27FC236}">
                <a16:creationId xmlns:a16="http://schemas.microsoft.com/office/drawing/2014/main" id="{B09058E5-A74E-C340-89D0-4D15C2F3B8D0}"/>
              </a:ext>
            </a:extLst>
          </p:cNvPr>
          <p:cNvSpPr>
            <a:spLocks xmlns:a="http://schemas.openxmlformats.org/drawingml/2006/main" noGrp="1"/>
          </p:cNvSpPr>
          <p:nvPr>
            <p:ph type="body" idx="37" hasCustomPrompt="1"/>
          </p:nvPr>
        </p:nvSpPr>
        <p:spPr>
          <a:xfrm xmlns:a="http://schemas.openxmlformats.org/drawingml/2006/main">
            <a:off x="761999" y="4540249"/>
            <a:ext cx="5333999" cy="266291"/>
          </a:xfrm>
          <a:prstGeom xmlns:a="http://schemas.openxmlformats.org/drawingml/2006/main" prst="rect">
            <a:avLst/>
          </a:prstGeom>
        </p:spPr>
        <p:txBody>
          <a:bodyPr xmlns:a="http://schemas.openxmlformats.org/drawingml/2006/main">
            <a:noAutofit/>
          </a:bodyPr>
          <a:lstStyle xmlns:a="http://schemas.openxmlformats.org/drawingml/2006/main">
            <a:lvl1pPr>
              <a:lnSpc>
                <a:spcPct val="100000"/>
              </a:lnSpc>
              <a:buNone/>
              <a:defRPr b="1">
                <a:solidFill>
                  <a:schemeClr val="tx1"/>
                </a:solidFill>
              </a:defRPr>
            </a:lvl1pPr>
          </a:lstStyle>
          <a:p xmlns:a="http://schemas.openxmlformats.org/drawingml/2006/main">
            <a:pPr>
              <a:buNone/>
            </a:pPr>
            <a:r>
              <a:t>Name of person quoted</a:t>
            </a:r>
          </a:p>
        </p:txBody>
      </p:sp>
      <p:sp>
        <p:nvSpPr>
          <p:cNvPr id="12" name="Text Field 2">
            <a:extLst xmlns:a="http://schemas.openxmlformats.org/drawingml/2006/main">
              <a:ext uri="{FF2B5EF4-FFF2-40B4-BE49-F238E27FC236}">
                <a16:creationId xmlns:a16="http://schemas.microsoft.com/office/drawing/2014/main" id="{36C31D35-A48A-6B46-A3DB-FDB99CCA72F4}"/>
              </a:ext>
            </a:extLst>
          </p:cNvPr>
          <p:cNvSpPr>
            <a:spLocks xmlns:a="http://schemas.openxmlformats.org/drawingml/2006/main" noGrp="1"/>
          </p:cNvSpPr>
          <p:nvPr>
            <p:ph type="body" idx="36" hasCustomPrompt="1"/>
          </p:nvPr>
        </p:nvSpPr>
        <p:spPr>
          <a:xfrm xmlns:a="http://schemas.openxmlformats.org/drawingml/2006/main">
            <a:off x="761999" y="4877842"/>
            <a:ext cx="5333999" cy="895181"/>
          </a:xfrm>
          <a:prstGeom xmlns:a="http://schemas.openxmlformats.org/drawingml/2006/main" prst="rect">
            <a:avLst/>
          </a:prstGeom>
        </p:spPr>
        <p:txBody>
          <a:bodyPr xmlns:a="http://schemas.openxmlformats.org/drawingml/2006/main">
            <a:noAutofit/>
          </a:bodyPr>
          <a:lstStyle xmlns:a="http://schemas.openxmlformats.org/drawingml/2006/main">
            <a:lvl1pPr>
              <a:lnSpc>
                <a:spcPct val="100000"/>
              </a:lnSpc>
              <a:buNone/>
              <a:defRPr>
                <a:solidFill>
                  <a:schemeClr val="tx1"/>
                </a:solidFill>
              </a:defRPr>
            </a:lvl1pPr>
          </a:lstStyle>
          <a:p xmlns:a="http://schemas.openxmlformats.org/drawingml/2006/main">
            <a:pPr>
              <a:buNone/>
            </a:pPr>
            <a:r>
              <a:t>Additional information if needed</a:t>
            </a:r>
          </a:p>
        </p:txBody>
      </p:sp>
      <p:sp>
        <p:nvSpPr>
          <p:cNvPr id="3" name="Content Placeholder 2">
            <a:extLst xmlns:a="http://schemas.openxmlformats.org/drawingml/2006/main">
              <a:ext uri="{FF2B5EF4-FFF2-40B4-BE49-F238E27FC236}">
                <a16:creationId xmlns:a16="http://schemas.microsoft.com/office/drawing/2014/main" id="{37E74DE0-55D3-42EA-9474-DC8A5193EF88}"/>
              </a:ext>
            </a:extLst>
          </p:cNvPr>
          <p:cNvSpPr>
            <a:spLocks xmlns:a="http://schemas.openxmlformats.org/drawingml/2006/main" noGrp="1"/>
          </p:cNvSpPr>
          <p:nvPr>
            <p:ph idx="45" hasCustomPrompt="1"/>
          </p:nvPr>
        </p:nvSpPr>
        <p:spPr>
          <a:xfrm xmlns:a="http://schemas.openxmlformats.org/drawingml/2006/main">
            <a:off x="701099" y="1143798"/>
            <a:ext cx="2447584" cy="673743"/>
          </a:xfrm>
        </p:spPr>
        <p:txBody>
          <a:bodyPr xmlns:a="http://schemas.openxmlformats.org/drawingml/2006/main"/>
          <a:lstStyle xmlns:a="http://schemas.openxmlformats.org/drawingml/2006/main">
            <a:lvl1pPr>
              <a:buNone/>
              <a:defRPr>
                <a:solidFill>
                  <a:schemeClr val="tx1"/>
                </a:solidFill>
              </a:defRPr>
            </a:lvl1pPr>
            <a:lvl5pPr marL="731520" indent="0">
              <a:buNone/>
              <a:defRPr/>
            </a:lvl5pPr>
          </a:lstStyle>
          <a:p xmlns:a="http://schemas.openxmlformats.org/drawingml/2006/main">
            <a:pPr>
              <a:buNone/>
            </a:pPr>
            <a:r>
              <a:t>Click to add logo</a:t>
            </a:r>
          </a:p>
        </p:txBody>
      </p:sp>
      <p:sp>
        <p:nvSpPr>
          <p:cNvPr id="5" name="Accent mark">
            <a:extLst xmlns:a="http://schemas.openxmlformats.org/drawingml/2006/main">
              <a:ext uri="{FF2B5EF4-FFF2-40B4-BE49-F238E27FC236}">
                <a16:creationId xmlns:a16="http://schemas.microsoft.com/office/drawing/2014/main" id="{E30FF1A2-459E-3E06-ED1E-7EEEFE917498}"/>
              </a:ext>
            </a:extLst>
          </p:cNvPr>
          <p:cNvSpPr>
            <a:spLocks xmlns:a="http://schemas.openxmlformats.org/drawingml/2006/main" noGrp="1"/>
          </p:cNvSpPr>
          <p:nvPr/>
        </p:nvSpPr>
        <p:spPr>
          <a:xfrm xmlns:a="http://schemas.openxmlformats.org/drawingml/2006/main">
            <a:off x="762000" y="4142224"/>
            <a:ext cx="365760" cy="36576"/>
          </a:xfrm>
          <a:prstGeom xmlns:a="http://schemas.openxmlformats.org/drawingml/2006/main" prst="rect">
            <a:avLst/>
          </a:prstGeom>
          <a:solidFill xmlns:a="http://schemas.openxmlformats.org/drawingml/2006/main">
            <a:srgbClr val="F0CC7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pic>
        <p:nvPicPr>
          <p:cNvPr id="19" name="Graphic 5"/>
          <p:cNvPicPr>
            <a:picLocks xmlns:a="http://schemas.openxmlformats.org/drawingml/2006/main" noChangeAspect="1"/>
          </p:cNvPicPr>
          <p:nvPr/>
        </p:nvPicPr>
        <p:blipFill>
          <a:blip xmlns:r="http://schemas.openxmlformats.org/officeDocument/2006/relationships" xmlns:a="http://schemas.openxmlformats.org/drawingml/2006/main" r:embed="Rf12ba9752d784dbd">
            <a:extLst>
              <a:ext uri="{96DAC541-7B7A-43D3-8B79-37D633B846F1}">
                <asvg:svgBlip xmlns:asvg="http://schemas.microsoft.com/office/drawing/2016/SVG/main" r:embed="Rada6dbd3d8244a3a"/>
              </a:ext>
            </a:extLst>
          </a:blip>
          <a:srcRect xmlns:a="http://schemas.openxmlformats.org/drawingml/2006/main" l="5687" t="0" r="0" b="27270"/>
          <a:stretch xmlns:a="http://schemas.openxmlformats.org/drawingml/2006/main"/>
        </p:blipFill>
        <p:spPr>
          <a:xfrm xmlns:a="http://schemas.openxmlformats.org/drawingml/2006/main">
            <a:off x="4188201" y="1"/>
            <a:ext cx="8003799" cy="4114800"/>
          </a:xfrm>
          <a:prstGeom xmlns:a="http://schemas.openxmlformats.org/drawingml/2006/main" prst="rect">
            <a:avLst/>
          </a:prstGeom>
        </p:spPr>
      </p:pic>
      <p:sp>
        <p:nvSpPr>
          <p:cNvPr id="2" name="Slide Number Placeholder 5">
            <a:extLst xmlns:a="http://schemas.openxmlformats.org/drawingml/2006/main">
              <a:ext uri="{FF2B5EF4-FFF2-40B4-BE49-F238E27FC236}">
                <a16:creationId xmlns:a16="http://schemas.microsoft.com/office/drawing/2014/main" id="{D92ED729-B6BB-5F04-D6BE-2AA16AEB2063}"/>
              </a:ext>
            </a:extLst>
          </p:cNvPr>
          <p:cNvSpPr>
            <a:spLocks xmlns:a="http://schemas.openxmlformats.org/drawingml/2006/main" noGrp="1"/>
          </p:cNvSpPr>
          <p:nvPr/>
        </p:nvSpPr>
        <p:spPr>
          <a:xfrm xmlns:a="http://schemas.openxmlformats.org/drawingml/2006/main">
            <a:off x="762000" y="6423660"/>
            <a:ext cx="365760" cy="365760"/>
          </a:xfrm>
          <a:prstGeom xmlns:a="http://schemas.openxmlformats.org/drawingml/2006/main" prst="rect">
            <a:avLst/>
          </a:prstGeom>
        </p:spPr>
        <p:txBody>
          <a:bodyPr xmlns:a="http://schemas.openxmlformats.org/drawingml/2006/main" vert="horz" lIns="0" tIns="0" rIns="0" bIns="0" anchor="ctr"/>
          <a:lstStyle xmlns:a="http://schemas.openxmlformats.org/drawingml/2006/main">
            <a:lvl1pPr marL="0" algn="l">
              <a:buNone/>
              <a:defRPr sz="800">
                <a:solidFill>
                  <a:srgbClr val="514C47"/>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a:lstStyle>
          <a:p xmlns:a="http://schemas.openxmlformats.org/drawingml/2006/main">
            <a:fld id="{345D60D9-5372-5F40-9443-0F9AE5BDC3C8}" type="slidenum">
              <a:rPr>
                <a:solidFill>
                  <a:srgbClr val="AEA8A2"/>
                </a:solidFill>
              </a:rPr>
              <a:t>‹#›</a:t>
            </a:fld>
          </a:p>
        </p:txBody>
      </p:sp>
      <p:sp>
        <p:nvSpPr>
          <p:cNvPr id="8" name="Date Placeholder 7">
            <a:extLst xmlns:a="http://schemas.openxmlformats.org/drawingml/2006/main">
              <a:ext uri="{FF2B5EF4-FFF2-40B4-BE49-F238E27FC236}">
                <a16:creationId xmlns:a16="http://schemas.microsoft.com/office/drawing/2014/main" id="{E0F21C53-88D5-7649-CEA0-E8DBFD02E7C0}"/>
              </a:ext>
            </a:extLst>
          </p:cNvPr>
          <p:cNvSpPr>
            <a:spLocks xmlns:a="http://schemas.openxmlformats.org/drawingml/2006/main" noGrp="1"/>
          </p:cNvSpPr>
          <p:nvPr>
            <p:ph type="dt" idx="46"/>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[Date]</a:t>
            </a:r>
          </a:p>
        </p:txBody>
      </p:sp>
      <p:sp>
        <p:nvSpPr>
          <p:cNvPr id="9" name="Footer Placeholder 8">
            <a:extLst xmlns:a="http://schemas.openxmlformats.org/drawingml/2006/main">
              <a:ext uri="{FF2B5EF4-FFF2-40B4-BE49-F238E27FC236}">
                <a16:creationId xmlns:a16="http://schemas.microsoft.com/office/drawing/2014/main" id="{F868F188-91AB-2423-07D7-B95B068AB50F}"/>
              </a:ext>
            </a:extLst>
          </p:cNvPr>
          <p:cNvSpPr>
            <a:spLocks xmlns:a="http://schemas.openxmlformats.org/drawingml/2006/main" noGrp="1"/>
          </p:cNvSpPr>
          <p:nvPr>
            <p:ph type="ftr" idx="47"/>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Copyright © 2026, Oracle and/or its affiliates |  Confidential: Internal/Restricted/Highly Restricted</a:t>
            </a:r>
          </a:p>
        </p:txBody>
      </p:sp>
      <p:sp>
        <p:nvSpPr>
          <p:cNvPr id="11" name="Slide Number Placeholder 10">
            <a:extLst xmlns:a="http://schemas.openxmlformats.org/drawingml/2006/main">
              <a:ext uri="{FF2B5EF4-FFF2-40B4-BE49-F238E27FC236}">
                <a16:creationId xmlns:a16="http://schemas.microsoft.com/office/drawing/2014/main" id="{B32706A8-5892-88CD-5CFD-3D54681F7291}"/>
              </a:ext>
            </a:extLst>
          </p:cNvPr>
          <p:cNvSpPr>
            <a:spLocks xmlns:a="http://schemas.openxmlformats.org/drawingml/2006/main" noGrp="1"/>
          </p:cNvSpPr>
          <p:nvPr>
            <p:ph type="sldNum" idx="48"/>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fld id="{345D60D9-5372-5F40-9443-0F9AE5BDC3C8}" type="slidenum">
              <a:t>‹#›</a:t>
            </a:fld>
          </a:p>
        </p:txBody>
      </p:sp>
    </p:spTree>
  </p:cSld>
</p:sldLayout>
</file>

<file path=ppt/slideLayouts/slideLayout32.xml><?xml version="1.0" encoding="utf-8"?>
<p:sldLayout xmlns:p="http://schemas.openxmlformats.org/presentationml/2006/main" preserve="1" userDrawn="1">
  <p:cSld name="Light - Quote with Data Texture Background">
    <p:bg>
      <p:bgRef idx="1001">
        <a:schemeClr xmlns:a="http://schemas.openxmlformats.org/drawingml/2006/main" val="bg2"/>
      </p:bgRef>
    </p:bg>
    <p:spTree>
      <p:nvGrpSpPr>
        <p:cNvPr id="1" name=""/>
        <p:cNvGrpSpPr/>
        <p:nvPr/>
      </p:nvGrpSpPr>
      <p:grpSpPr>
        <a:xfrm xmlns:a="http://schemas.openxmlformats.org/drawingml/2006/main"/>
      </p:grpSpPr>
      <p:sp>
        <p:nvSpPr>
          <p:cNvPr id="14" name="Title">
            <a:extLst xmlns:a="http://schemas.openxmlformats.org/drawingml/2006/main">
              <a:ext uri="{FF2B5EF4-FFF2-40B4-BE49-F238E27FC236}">
                <a16:creationId xmlns:a16="http://schemas.microsoft.com/office/drawing/2014/main" id="{2B525FB2-1105-4B12-B35F-60F4BFB07A2F}"/>
              </a:ext>
            </a:extLst>
          </p:cNvPr>
          <p:cNvSpPr>
            <a:spLocks xmlns:a="http://schemas.openxmlformats.org/drawingml/2006/main" noGrp="1"/>
          </p:cNvSpPr>
          <p:nvPr>
            <p:ph type="title" idx="0" hasCustomPrompt="1"/>
          </p:nvPr>
        </p:nvSpPr>
        <p:spPr>
          <a:xfrm xmlns:a="http://schemas.openxmlformats.org/drawingml/2006/main">
            <a:off x="585926" y="1828800"/>
            <a:ext cx="8232149" cy="2026447"/>
          </a:xfrm>
          <a:prstGeom xmlns:a="http://schemas.openxmlformats.org/drawingml/2006/main" prst="rect">
            <a:avLst/>
          </a:prstGeom>
          <a:noFill xmlns:a="http://schemas.openxmlformats.org/drawingml/2006/main"/>
        </p:spPr>
        <p:txBody>
          <a:bodyPr xmlns:a="http://schemas.openxmlformats.org/drawingml/2006/main" vert="horz" wrap="square" lIns="0" tIns="0" rIns="0" bIns="0" anchor="b">
            <a:noAutofit/>
          </a:bodyPr>
          <a:lstStyle xmlns:a="http://schemas.openxmlformats.org/drawingml/2006/main">
            <a:lvl1pPr marL="184150" indent="-184150">
              <a:lnSpc>
                <a:spcPct val="100000"/>
              </a:lnSpc>
              <a:buNone/>
              <a:defRPr sz="3200" b="0" i="0">
                <a:latin typeface="+mj-lt"/>
                <a:ea typeface="+mj-lt"/>
                <a:cs typeface="+mj-lt"/>
              </a:defRPr>
            </a:lvl1pPr>
          </a:lstStyle>
          <a:p xmlns:a="http://schemas.openxmlformats.org/drawingml/2006/main">
            <a:pPr>
              <a:buNone/>
            </a:pPr>
            <a:r>
              <a:t>“Click to type customer or</a:t>
            </a:r>
            <a:br/>
            <a:r>
              <a:t>partner quote surrounded</a:t>
            </a:r>
            <a:br/>
            <a:r>
              <a:t>by quotation marks.”</a:t>
            </a:r>
          </a:p>
        </p:txBody>
      </p:sp>
      <p:sp>
        <p:nvSpPr>
          <p:cNvPr id="13" name="Text Field">
            <a:extLst xmlns:a="http://schemas.openxmlformats.org/drawingml/2006/main">
              <a:ext uri="{FF2B5EF4-FFF2-40B4-BE49-F238E27FC236}">
                <a16:creationId xmlns:a16="http://schemas.microsoft.com/office/drawing/2014/main" id="{B09058E5-A74E-C340-89D0-4D15C2F3B8D0}"/>
              </a:ext>
            </a:extLst>
          </p:cNvPr>
          <p:cNvSpPr>
            <a:spLocks xmlns:a="http://schemas.openxmlformats.org/drawingml/2006/main" noGrp="1"/>
          </p:cNvSpPr>
          <p:nvPr>
            <p:ph type="body" idx="37" hasCustomPrompt="1"/>
          </p:nvPr>
        </p:nvSpPr>
        <p:spPr>
          <a:xfrm xmlns:a="http://schemas.openxmlformats.org/drawingml/2006/main">
            <a:off x="761999" y="4540249"/>
            <a:ext cx="5333999" cy="266291"/>
          </a:xfrm>
          <a:prstGeom xmlns:a="http://schemas.openxmlformats.org/drawingml/2006/main" prst="rect">
            <a:avLst/>
          </a:prstGeom>
        </p:spPr>
        <p:txBody>
          <a:bodyPr xmlns:a="http://schemas.openxmlformats.org/drawingml/2006/main">
            <a:noAutofit/>
          </a:bodyPr>
          <a:lstStyle xmlns:a="http://schemas.openxmlformats.org/drawingml/2006/main">
            <a:lvl1pPr>
              <a:lnSpc>
                <a:spcPct val="100000"/>
              </a:lnSpc>
              <a:buNone/>
              <a:defRPr b="1"/>
            </a:lvl1pPr>
          </a:lstStyle>
          <a:p xmlns:a="http://schemas.openxmlformats.org/drawingml/2006/main">
            <a:pPr>
              <a:buNone/>
            </a:pPr>
            <a:r>
              <a:t>Name of person quoted</a:t>
            </a:r>
          </a:p>
        </p:txBody>
      </p:sp>
      <p:sp>
        <p:nvSpPr>
          <p:cNvPr id="12" name="Text Field 2">
            <a:extLst xmlns:a="http://schemas.openxmlformats.org/drawingml/2006/main">
              <a:ext uri="{FF2B5EF4-FFF2-40B4-BE49-F238E27FC236}">
                <a16:creationId xmlns:a16="http://schemas.microsoft.com/office/drawing/2014/main" id="{36C31D35-A48A-6B46-A3DB-FDB99CCA72F4}"/>
              </a:ext>
            </a:extLst>
          </p:cNvPr>
          <p:cNvSpPr>
            <a:spLocks xmlns:a="http://schemas.openxmlformats.org/drawingml/2006/main" noGrp="1"/>
          </p:cNvSpPr>
          <p:nvPr>
            <p:ph type="body" idx="36" hasCustomPrompt="1"/>
          </p:nvPr>
        </p:nvSpPr>
        <p:spPr>
          <a:xfrm xmlns:a="http://schemas.openxmlformats.org/drawingml/2006/main">
            <a:off x="761999" y="4877842"/>
            <a:ext cx="5333999" cy="895181"/>
          </a:xfrm>
          <a:prstGeom xmlns:a="http://schemas.openxmlformats.org/drawingml/2006/main" prst="rect">
            <a:avLst/>
          </a:prstGeom>
        </p:spPr>
        <p:txBody>
          <a:bodyPr xmlns:a="http://schemas.openxmlformats.org/drawingml/2006/main">
            <a:noAutofit/>
          </a:bodyPr>
          <a:lstStyle xmlns:a="http://schemas.openxmlformats.org/drawingml/2006/main">
            <a:lvl1pPr>
              <a:lnSpc>
                <a:spcPct val="100000"/>
              </a:lnSpc>
              <a:buNone/>
              <a:defRPr/>
            </a:lvl1pPr>
          </a:lstStyle>
          <a:p xmlns:a="http://schemas.openxmlformats.org/drawingml/2006/main">
            <a:pPr>
              <a:buNone/>
            </a:pPr>
            <a:r>
              <a:t>Additional information if needed</a:t>
            </a:r>
          </a:p>
        </p:txBody>
      </p:sp>
      <p:sp>
        <p:nvSpPr>
          <p:cNvPr id="2" name="Content Placeholder 2">
            <a:extLst xmlns:a="http://schemas.openxmlformats.org/drawingml/2006/main">
              <a:ext uri="{FF2B5EF4-FFF2-40B4-BE49-F238E27FC236}">
                <a16:creationId xmlns:a16="http://schemas.microsoft.com/office/drawing/2014/main" id="{768D3CF0-D6A4-3493-A61E-C80959981BE3}"/>
              </a:ext>
            </a:extLst>
          </p:cNvPr>
          <p:cNvSpPr>
            <a:spLocks xmlns:a="http://schemas.openxmlformats.org/drawingml/2006/main" noGrp="1"/>
          </p:cNvSpPr>
          <p:nvPr>
            <p:ph idx="45" hasCustomPrompt="1"/>
          </p:nvPr>
        </p:nvSpPr>
        <p:spPr>
          <a:xfrm xmlns:a="http://schemas.openxmlformats.org/drawingml/2006/main">
            <a:off x="701099" y="1143798"/>
            <a:ext cx="2447584" cy="673743"/>
          </a:xfrm>
        </p:spPr>
        <p:txBody>
          <a:bodyPr xmlns:a="http://schemas.openxmlformats.org/drawingml/2006/main"/>
          <a:lstStyle xmlns:a="http://schemas.openxmlformats.org/drawingml/2006/main">
            <a:lvl1pPr>
              <a:buNone/>
              <a:defRPr>
                <a:solidFill>
                  <a:schemeClr val="tx1"/>
                </a:solidFill>
              </a:defRPr>
            </a:lvl1pPr>
            <a:lvl5pPr marL="731520" indent="0">
              <a:buNone/>
              <a:defRPr/>
            </a:lvl5pPr>
          </a:lstStyle>
          <a:p xmlns:a="http://schemas.openxmlformats.org/drawingml/2006/main">
            <a:pPr>
              <a:buNone/>
            </a:pPr>
            <a:r>
              <a:t>Click to add logo</a:t>
            </a:r>
          </a:p>
        </p:txBody>
      </p:sp>
      <p:sp>
        <p:nvSpPr>
          <p:cNvPr id="3" name="Accent mark">
            <a:extLst xmlns:a="http://schemas.openxmlformats.org/drawingml/2006/main">
              <a:ext uri="{FF2B5EF4-FFF2-40B4-BE49-F238E27FC236}">
                <a16:creationId xmlns:a16="http://schemas.microsoft.com/office/drawing/2014/main" id="{9CBADFAD-5852-9F31-3F6B-B4A294448DE2}"/>
              </a:ext>
            </a:extLst>
          </p:cNvPr>
          <p:cNvSpPr>
            <a:spLocks xmlns:a="http://schemas.openxmlformats.org/drawingml/2006/main" noGrp="1"/>
          </p:cNvSpPr>
          <p:nvPr/>
        </p:nvSpPr>
        <p:spPr>
          <a:xfrm xmlns:a="http://schemas.openxmlformats.org/drawingml/2006/main">
            <a:off x="762000" y="4142224"/>
            <a:ext cx="365760" cy="36576"/>
          </a:xfrm>
          <a:prstGeom xmlns:a="http://schemas.openxmlformats.org/drawingml/2006/main" prst="rect">
            <a:avLst/>
          </a:prstGeom>
          <a:solidFill xmlns:a="http://schemas.openxmlformats.org/drawingml/2006/main">
            <a:srgbClr val="C74634"/>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pic>
        <p:nvPicPr>
          <p:cNvPr id="19" name="Graphic 6"/>
          <p:cNvPicPr>
            <a:picLocks xmlns:a="http://schemas.openxmlformats.org/drawingml/2006/main" noChangeAspect="1"/>
          </p:cNvPicPr>
          <p:nvPr/>
        </p:nvPicPr>
        <p:blipFill>
          <a:blip xmlns:r="http://schemas.openxmlformats.org/officeDocument/2006/relationships" xmlns:a="http://schemas.openxmlformats.org/drawingml/2006/main" r:embed="R5f17030e4df54dc5">
            <a:extLst>
              <a:ext uri="{96DAC541-7B7A-43D3-8B79-37D633B846F1}">
                <asvg:svgBlip xmlns:asvg="http://schemas.microsoft.com/office/drawing/2016/SVG/main" r:embed="Ra404cebaa96d4a9d"/>
              </a:ext>
            </a:extLst>
          </a:blip>
          <a:srcRect xmlns:a="http://schemas.openxmlformats.org/drawingml/2006/main" l="5687" t="0" r="0" b="27270"/>
          <a:stretch xmlns:a="http://schemas.openxmlformats.org/drawingml/2006/main"/>
        </p:blipFill>
        <p:spPr>
          <a:xfrm xmlns:a="http://schemas.openxmlformats.org/drawingml/2006/main">
            <a:off x="4188201" y="0"/>
            <a:ext cx="8003799" cy="4114800"/>
          </a:xfrm>
          <a:prstGeom xmlns:a="http://schemas.openxmlformats.org/drawingml/2006/main" prst="rect">
            <a:avLst/>
          </a:prstGeom>
        </p:spPr>
      </p:pic>
      <p:sp>
        <p:nvSpPr>
          <p:cNvPr id="4" name="Date Placeholder 3">
            <a:extLst xmlns:a="http://schemas.openxmlformats.org/drawingml/2006/main">
              <a:ext uri="{FF2B5EF4-FFF2-40B4-BE49-F238E27FC236}">
                <a16:creationId xmlns:a16="http://schemas.microsoft.com/office/drawing/2014/main" id="{3F5E1FD4-FF3D-53E2-B568-4096CAC1B9DC}"/>
              </a:ext>
            </a:extLst>
          </p:cNvPr>
          <p:cNvSpPr>
            <a:spLocks xmlns:a="http://schemas.openxmlformats.org/drawingml/2006/main" noGrp="1"/>
          </p:cNvSpPr>
          <p:nvPr>
            <p:ph type="dt" idx="46"/>
          </p:nvPr>
        </p:nvSpPr>
        <p:spPr/>
        <p:txBody>
          <a:bodyPr xmlns:a="http://schemas.openxmlformats.org/drawingml/2006/main"/>
          <a:lstStyle xmlns:a="http://schemas.openxmlformats.org/drawingml/2006/main">
            <a:lvl1pPr>
              <a:buNone/>
              <a:defRPr>
                <a:solidFill>
                  <a:srgbClr val="514C47"/>
                </a:solidFill>
              </a:defRPr>
            </a:lvl1pPr>
          </a:lstStyle>
          <a:p xmlns:a="http://schemas.openxmlformats.org/drawingml/2006/main">
            <a:r>
              <a:t>[Date]</a:t>
            </a:r>
          </a:p>
        </p:txBody>
      </p:sp>
      <p:sp>
        <p:nvSpPr>
          <p:cNvPr id="5" name="Footer Placeholder 4">
            <a:extLst xmlns:a="http://schemas.openxmlformats.org/drawingml/2006/main">
              <a:ext uri="{FF2B5EF4-FFF2-40B4-BE49-F238E27FC236}">
                <a16:creationId xmlns:a16="http://schemas.microsoft.com/office/drawing/2014/main" id="{BBCA8205-86B8-B975-0254-A7323DE64A72}"/>
              </a:ext>
            </a:extLst>
          </p:cNvPr>
          <p:cNvSpPr>
            <a:spLocks xmlns:a="http://schemas.openxmlformats.org/drawingml/2006/main" noGrp="1"/>
          </p:cNvSpPr>
          <p:nvPr>
            <p:ph type="ftr" idx="47"/>
          </p:nvPr>
        </p:nvSpPr>
        <p:spPr/>
        <p:txBody>
          <a:bodyPr xmlns:a="http://schemas.openxmlformats.org/drawingml/2006/main"/>
          <a:lstStyle xmlns:a="http://schemas.openxmlformats.org/drawingml/2006/main">
            <a:lvl1pPr>
              <a:buNone/>
              <a:defRPr>
                <a:solidFill>
                  <a:srgbClr val="514C47"/>
                </a:solidFill>
              </a:defRPr>
            </a:lvl1pPr>
          </a:lstStyle>
          <a:p xmlns:a="http://schemas.openxmlformats.org/drawingml/2006/main">
            <a:r>
              <a:t>Copyright © 2026, Oracle and/or its affiliates |  Confidential: Internal/Restricted/Highly Restricted</a:t>
            </a:r>
          </a:p>
        </p:txBody>
      </p:sp>
      <p:sp>
        <p:nvSpPr>
          <p:cNvPr id="10" name="Slide Number Placeholder 9">
            <a:extLst xmlns:a="http://schemas.openxmlformats.org/drawingml/2006/main">
              <a:ext uri="{FF2B5EF4-FFF2-40B4-BE49-F238E27FC236}">
                <a16:creationId xmlns:a16="http://schemas.microsoft.com/office/drawing/2014/main" id="{99568EA0-EDF7-FD13-065F-C2A6ACEFCE3C}"/>
              </a:ext>
            </a:extLst>
          </p:cNvPr>
          <p:cNvSpPr>
            <a:spLocks xmlns:a="http://schemas.openxmlformats.org/drawingml/2006/main" noGrp="1"/>
          </p:cNvSpPr>
          <p:nvPr>
            <p:ph type="sldNum" idx="48"/>
          </p:nvPr>
        </p:nvSpPr>
        <p:spPr/>
        <p:txBody>
          <a:bodyPr xmlns:a="http://schemas.openxmlformats.org/drawingml/2006/main"/>
          <a:lstStyle xmlns:a="http://schemas.openxmlformats.org/drawingml/2006/main">
            <a:lvl1pPr>
              <a:buNone/>
              <a:defRPr>
                <a:solidFill>
                  <a:srgbClr val="514C47"/>
                </a:solidFill>
              </a:defRPr>
            </a:lvl1pPr>
          </a:lstStyle>
          <a:p xmlns:a="http://schemas.openxmlformats.org/drawingml/2006/main">
            <a:fld id="{345D60D9-5372-5F40-9443-0F9AE5BDC3C8}" type="slidenum">
              <a:t>‹#›</a:t>
            </a:fld>
          </a:p>
        </p:txBody>
      </p:sp>
    </p:spTree>
  </p:cSld>
</p:sldLayout>
</file>

<file path=ppt/slideLayouts/slideLayout33.xml><?xml version="1.0" encoding="utf-8"?>
<p:sldLayout xmlns:p="http://schemas.openxmlformats.org/presentationml/2006/main" preserve="1" userDrawn="1">
  <p:cSld name="Dark - Quote, Picture, and logo">
    <p:bg>
      <p:bgPr>
        <a:solidFill xmlns:a="http://schemas.openxmlformats.org/drawingml/2006/main">
          <a:schemeClr val="bg2"/>
        </a:solidFill>
      </p:bgPr>
    </p:bg>
    <p:spTree>
      <p:nvGrpSpPr>
        <p:cNvPr id="1" name=""/>
        <p:cNvGrpSpPr/>
        <p:nvPr/>
      </p:nvGrpSpPr>
      <p:grpSpPr>
        <a:xfrm xmlns:a="http://schemas.openxmlformats.org/drawingml/2006/main"/>
      </p:grpSpPr>
      <p:sp>
        <p:nvSpPr>
          <p:cNvPr id="3" name="Quote">
            <a:extLst xmlns:a="http://schemas.openxmlformats.org/drawingml/2006/main">
              <a:ext uri="{FF2B5EF4-FFF2-40B4-BE49-F238E27FC236}">
                <a16:creationId xmlns:a16="http://schemas.microsoft.com/office/drawing/2014/main" id="{A13E52A3-3B72-407D-BD94-ADB27B9FCE9C}"/>
              </a:ext>
            </a:extLst>
          </p:cNvPr>
          <p:cNvSpPr>
            <a:spLocks xmlns:a="http://schemas.openxmlformats.org/drawingml/2006/main" noGrp="1"/>
          </p:cNvSpPr>
          <p:nvPr>
            <p:ph type="title" idx="0" hasCustomPrompt="1"/>
          </p:nvPr>
        </p:nvSpPr>
        <p:spPr>
          <a:xfrm xmlns:a="http://schemas.openxmlformats.org/drawingml/2006/main">
            <a:off x="5677787" y="2896192"/>
            <a:ext cx="6020298" cy="1384995"/>
          </a:xfrm>
          <a:prstGeom xmlns:a="http://schemas.openxmlformats.org/drawingml/2006/main" prst="rect">
            <a:avLst/>
          </a:prstGeom>
          <a:noFill xmlns:a="http://schemas.openxmlformats.org/drawingml/2006/main"/>
        </p:spPr>
        <p:txBody>
          <a:bodyPr xmlns:a="http://schemas.openxmlformats.org/drawingml/2006/main" vert="horz" wrap="square" lIns="0" tIns="0" rIns="0" bIns="0" anchor="b">
            <a:spAutoFit/>
          </a:bodyPr>
          <a:lstStyle xmlns:a="http://schemas.openxmlformats.org/drawingml/2006/main">
            <a:lvl1pPr marL="179388" indent="-179388">
              <a:lnSpc>
                <a:spcPct val="100000"/>
              </a:lnSpc>
              <a:buNone/>
              <a:defRPr sz="3000" b="0" i="0">
                <a:latin typeface="+mj-lt"/>
                <a:ea typeface="+mj-lt"/>
                <a:cs typeface="+mj-lt"/>
              </a:defRPr>
            </a:lvl1pPr>
          </a:lstStyle>
          <a:p xmlns:a="http://schemas.openxmlformats.org/drawingml/2006/main">
            <a:pPr>
              <a:buNone/>
            </a:pPr>
            <a:r>
              <a:t>“Click to type customer or</a:t>
            </a:r>
            <a:br/>
            <a:r>
              <a:t>partner quote surrounded</a:t>
            </a:r>
            <a:br/>
            <a:r>
              <a:t>by quotation marks.”</a:t>
            </a:r>
          </a:p>
        </p:txBody>
      </p:sp>
      <p:sp>
        <p:nvSpPr>
          <p:cNvPr id="13" name="Text Field">
            <a:extLst xmlns:a="http://schemas.openxmlformats.org/drawingml/2006/main">
              <a:ext uri="{FF2B5EF4-FFF2-40B4-BE49-F238E27FC236}">
                <a16:creationId xmlns:a16="http://schemas.microsoft.com/office/drawing/2014/main" id="{04A571F4-71E4-264A-BBD5-0475995E681B}"/>
              </a:ext>
            </a:extLst>
          </p:cNvPr>
          <p:cNvSpPr>
            <a:spLocks xmlns:a="http://schemas.openxmlformats.org/drawingml/2006/main" noGrp="1"/>
          </p:cNvSpPr>
          <p:nvPr>
            <p:ph type="body" idx="37" hasCustomPrompt="1"/>
          </p:nvPr>
        </p:nvSpPr>
        <p:spPr>
          <a:xfrm xmlns:a="http://schemas.openxmlformats.org/drawingml/2006/main">
            <a:off x="5832887" y="4911127"/>
            <a:ext cx="5853145" cy="266291"/>
          </a:xfrm>
          <a:prstGeom xmlns:a="http://schemas.openxmlformats.org/drawingml/2006/main" prst="rect">
            <a:avLst/>
          </a:prstGeom>
        </p:spPr>
        <p:txBody>
          <a:bodyPr xmlns:a="http://schemas.openxmlformats.org/drawingml/2006/main">
            <a:noAutofit/>
          </a:bodyPr>
          <a:lstStyle xmlns:a="http://schemas.openxmlformats.org/drawingml/2006/main">
            <a:lvl1pPr>
              <a:lnSpc>
                <a:spcPct val="100000"/>
              </a:lnSpc>
              <a:buNone/>
              <a:defRPr b="1"/>
            </a:lvl1pPr>
          </a:lstStyle>
          <a:p xmlns:a="http://schemas.openxmlformats.org/drawingml/2006/main">
            <a:pPr>
              <a:buNone/>
            </a:pPr>
            <a:r>
              <a:t>Name of person quoted</a:t>
            </a:r>
          </a:p>
        </p:txBody>
      </p:sp>
      <p:sp>
        <p:nvSpPr>
          <p:cNvPr id="11" name="Text Field 2">
            <a:extLst xmlns:a="http://schemas.openxmlformats.org/drawingml/2006/main">
              <a:ext uri="{FF2B5EF4-FFF2-40B4-BE49-F238E27FC236}">
                <a16:creationId xmlns:a16="http://schemas.microsoft.com/office/drawing/2014/main" id="{CBFB97F9-F988-C34C-8B6D-BB4A4D881736}"/>
              </a:ext>
            </a:extLst>
          </p:cNvPr>
          <p:cNvSpPr>
            <a:spLocks xmlns:a="http://schemas.openxmlformats.org/drawingml/2006/main" noGrp="1"/>
          </p:cNvSpPr>
          <p:nvPr>
            <p:ph type="body" idx="36" hasCustomPrompt="1"/>
          </p:nvPr>
        </p:nvSpPr>
        <p:spPr>
          <a:xfrm xmlns:a="http://schemas.openxmlformats.org/drawingml/2006/main">
            <a:off x="5832887" y="5248720"/>
            <a:ext cx="5853145" cy="786385"/>
          </a:xfrm>
          <a:prstGeom xmlns:a="http://schemas.openxmlformats.org/drawingml/2006/main" prst="rect">
            <a:avLst/>
          </a:prstGeom>
        </p:spPr>
        <p:txBody>
          <a:bodyPr xmlns:a="http://schemas.openxmlformats.org/drawingml/2006/main">
            <a:noAutofit/>
          </a:bodyPr>
          <a:lstStyle xmlns:a="http://schemas.openxmlformats.org/drawingml/2006/main">
            <a:lvl1pPr>
              <a:lnSpc>
                <a:spcPct val="100000"/>
              </a:lnSpc>
              <a:buNone/>
              <a:defRPr/>
            </a:lvl1pPr>
          </a:lstStyle>
          <a:p xmlns:a="http://schemas.openxmlformats.org/drawingml/2006/main">
            <a:pPr>
              <a:buNone/>
            </a:pPr>
            <a:r>
              <a:t>Additional information if needed</a:t>
            </a:r>
          </a:p>
        </p:txBody>
      </p:sp>
      <p:sp>
        <p:nvSpPr>
          <p:cNvPr id="9" name="Picture Placeholder 5">
            <a:extLst xmlns:a="http://schemas.openxmlformats.org/drawingml/2006/main">
              <a:ext uri="{FF2B5EF4-FFF2-40B4-BE49-F238E27FC236}">
                <a16:creationId xmlns:a16="http://schemas.microsoft.com/office/drawing/2014/main" id="{DFB04560-5A82-4303-F4F4-247222B350E0}"/>
              </a:ext>
            </a:extLst>
          </p:cNvPr>
          <p:cNvSpPr>
            <a:spLocks xmlns:a="http://schemas.openxmlformats.org/drawingml/2006/main" noGrp="1"/>
          </p:cNvSpPr>
          <p:nvPr>
            <p:ph type="pic" idx="47"/>
          </p:nvPr>
        </p:nvSpPr>
        <p:spPr>
          <a:xfrm xmlns:a="http://schemas.openxmlformats.org/drawingml/2006/main">
            <a:off x="0" y="0"/>
            <a:ext cx="4937092" cy="6292035"/>
          </a:xfrm>
          <a:custGeom xmlns:a="http://schemas.openxmlformats.org/drawingml/2006/main">
            <a:rect l="l" t="t" r="r" b="b"/>
            <a:pathLst>
              <a:path w="5080914" h="6532447">
                <a:moveTo>
                  <a:pt x="0" y="1407"/>
                </a:moveTo>
                <a:lnTo>
                  <a:pt x="4696533" y="0"/>
                </a:lnTo>
                <a:cubicBezTo>
                  <a:pt x="4708006" y="10399"/>
                  <a:pt x="4936935" y="897707"/>
                  <a:pt x="4948408" y="908106"/>
                </a:cubicBezTo>
                <a:cubicBezTo>
                  <a:pt x="5350615" y="2656261"/>
                  <a:pt x="4767068" y="4404725"/>
                  <a:pt x="4136401" y="5338574"/>
                </a:cubicBezTo>
                <a:cubicBezTo>
                  <a:pt x="3505734" y="6272423"/>
                  <a:pt x="2343265" y="6627230"/>
                  <a:pt x="1164403" y="6511200"/>
                </a:cubicBezTo>
                <a:cubicBezTo>
                  <a:pt x="714399" y="6511200"/>
                  <a:pt x="418960" y="6305039"/>
                  <a:pt x="385570" y="6306887"/>
                </a:cubicBezTo>
                <a:lnTo>
                  <a:pt x="0" y="6116283"/>
                </a:lnTo>
                <a:lnTo>
                  <a:pt x="0" y="1407"/>
                </a:lnTo>
                <a:close/>
              </a:path>
            </a:pathLst>
          </a:custGeom>
          <a:noFill xmlns:a="http://schemas.openxmlformats.org/drawingml/2006/main"/>
        </p:spPr>
        <p:txBody>
          <a:bodyPr xmlns:a="http://schemas.openxmlformats.org/drawingml/2006/main" wrap="square">
            <a:noAutofit/>
          </a:bodyPr>
          <a:lstStyle xmlns:a="http://schemas.openxmlformats.org/drawingml/2006/main"/>
          <a:p xmlns:a="http://schemas.openxmlformats.org/drawingml/2006/main">
            <a:r>
              <a:t>Click icon to add picture</a:t>
            </a:r>
          </a:p>
        </p:txBody>
      </p:sp>
      <p:sp>
        <p:nvSpPr>
          <p:cNvPr id="8" name="Slide Number Placeholder 7">
            <a:extLst xmlns:a="http://schemas.openxmlformats.org/drawingml/2006/main">
              <a:ext uri="{FF2B5EF4-FFF2-40B4-BE49-F238E27FC236}">
                <a16:creationId xmlns:a16="http://schemas.microsoft.com/office/drawing/2014/main" id="{FA2E22D8-777D-4A4E-8190-9C7E9654A636}"/>
              </a:ext>
            </a:extLst>
          </p:cNvPr>
          <p:cNvSpPr>
            <a:spLocks xmlns:a="http://schemas.openxmlformats.org/drawingml/2006/main" noGrp="1"/>
          </p:cNvSpPr>
          <p:nvPr>
            <p:ph type="sldNum" idx="45"/>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fld id="{345D60D9-5372-5F40-9443-0F9AE5BDC3C8}" type="slidenum">
              <a:t>‹#›</a:t>
            </a:fld>
          </a:p>
        </p:txBody>
      </p:sp>
      <p:sp>
        <p:nvSpPr>
          <p:cNvPr id="5" name="Footer Placeholder 4">
            <a:extLst xmlns:a="http://schemas.openxmlformats.org/drawingml/2006/main">
              <a:ext uri="{FF2B5EF4-FFF2-40B4-BE49-F238E27FC236}">
                <a16:creationId xmlns:a16="http://schemas.microsoft.com/office/drawing/2014/main" id="{0F175504-AA80-48D0-ABE0-C3B4B0480FBA}"/>
              </a:ext>
            </a:extLst>
          </p:cNvPr>
          <p:cNvSpPr>
            <a:spLocks xmlns:a="http://schemas.openxmlformats.org/drawingml/2006/main" noGrp="1"/>
          </p:cNvSpPr>
          <p:nvPr>
            <p:ph type="ftr" idx="44"/>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Copyright © 2026, Oracle and/or its affiliates |  Confidential: Internal/Restricted/Highly Restricted</a:t>
            </a:r>
          </a:p>
        </p:txBody>
      </p:sp>
      <p:sp>
        <p:nvSpPr>
          <p:cNvPr id="4" name="Date Placeholder 3">
            <a:extLst xmlns:a="http://schemas.openxmlformats.org/drawingml/2006/main">
              <a:ext uri="{FF2B5EF4-FFF2-40B4-BE49-F238E27FC236}">
                <a16:creationId xmlns:a16="http://schemas.microsoft.com/office/drawing/2014/main" id="{F3C7CAF2-5875-4790-8762-15A8CDD16E08}"/>
              </a:ext>
            </a:extLst>
          </p:cNvPr>
          <p:cNvSpPr>
            <a:spLocks xmlns:a="http://schemas.openxmlformats.org/drawingml/2006/main" noGrp="1"/>
          </p:cNvSpPr>
          <p:nvPr>
            <p:ph type="dt" idx="43"/>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[Date]</a:t>
            </a:r>
          </a:p>
        </p:txBody>
      </p:sp>
      <p:sp>
        <p:nvSpPr>
          <p:cNvPr id="2" name="Content Placeholder 2">
            <a:extLst xmlns:a="http://schemas.openxmlformats.org/drawingml/2006/main">
              <a:ext uri="{FF2B5EF4-FFF2-40B4-BE49-F238E27FC236}">
                <a16:creationId xmlns:a16="http://schemas.microsoft.com/office/drawing/2014/main" id="{97B60F2A-F2ED-70AD-4768-5B8EF9B56420}"/>
              </a:ext>
            </a:extLst>
          </p:cNvPr>
          <p:cNvSpPr>
            <a:spLocks xmlns:a="http://schemas.openxmlformats.org/drawingml/2006/main" noGrp="1"/>
          </p:cNvSpPr>
          <p:nvPr>
            <p:ph idx="48" hasCustomPrompt="1"/>
          </p:nvPr>
        </p:nvSpPr>
        <p:spPr>
          <a:xfrm xmlns:a="http://schemas.openxmlformats.org/drawingml/2006/main">
            <a:off x="5828788" y="1560624"/>
            <a:ext cx="2447584" cy="673743"/>
          </a:xfrm>
        </p:spPr>
        <p:txBody>
          <a:bodyPr xmlns:a="http://schemas.openxmlformats.org/drawingml/2006/main"/>
          <a:lstStyle xmlns:a="http://schemas.openxmlformats.org/drawingml/2006/main">
            <a:lvl5pPr marL="731520" indent="0">
              <a:buNone/>
              <a:defRPr/>
            </a:lvl5pPr>
          </a:lstStyle>
          <a:p xmlns:a="http://schemas.openxmlformats.org/drawingml/2006/main">
            <a:pPr>
              <a:buNone/>
            </a:pPr>
            <a:r>
              <a:t>Click to add logo</a:t>
            </a:r>
          </a:p>
        </p:txBody>
      </p:sp>
      <p:sp>
        <p:nvSpPr>
          <p:cNvPr id="7" name="Accent mark">
            <a:extLst xmlns:a="http://schemas.openxmlformats.org/drawingml/2006/main">
              <a:ext uri="{FF2B5EF4-FFF2-40B4-BE49-F238E27FC236}">
                <a16:creationId xmlns:a16="http://schemas.microsoft.com/office/drawing/2014/main" id="{2F96B613-1543-0150-F389-FFE2D5FA5019}"/>
              </a:ext>
            </a:extLst>
          </p:cNvPr>
          <p:cNvSpPr>
            <a:spLocks xmlns:a="http://schemas.openxmlformats.org/drawingml/2006/main" noGrp="1"/>
          </p:cNvSpPr>
          <p:nvPr/>
        </p:nvSpPr>
        <p:spPr>
          <a:xfrm xmlns:a="http://schemas.openxmlformats.org/drawingml/2006/main">
            <a:off x="5828788" y="4599419"/>
            <a:ext cx="365760" cy="36576"/>
          </a:xfrm>
          <a:prstGeom xmlns:a="http://schemas.openxmlformats.org/drawingml/2006/main" prst="rect">
            <a:avLst/>
          </a:prstGeom>
          <a:solidFill xmlns:a="http://schemas.openxmlformats.org/drawingml/2006/main">
            <a:srgbClr val="F0CC7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pic>
        <p:nvPicPr>
          <p:cNvPr id="21" name="Graphic 5"/>
          <p:cNvPicPr>
            <a:picLocks xmlns:a="http://schemas.openxmlformats.org/drawingml/2006/main" noChangeAspect="1"/>
          </p:cNvPicPr>
          <p:nvPr/>
        </p:nvPicPr>
        <p:blipFill>
          <a:blip xmlns:r="http://schemas.openxmlformats.org/officeDocument/2006/relationships" xmlns:a="http://schemas.openxmlformats.org/drawingml/2006/main" r:embed="R14b9834933f14358">
            <a:extLst>
              <a:ext uri="{96DAC541-7B7A-43D3-8B79-37D633B846F1}">
                <asvg:svgBlip xmlns:asvg="http://schemas.microsoft.com/office/drawing/2016/SVG/main" r:embed="Rbd1beec93e524f97"/>
              </a:ext>
            </a:extLst>
          </a:blip>
          <a:srcRect xmlns:a="http://schemas.openxmlformats.org/drawingml/2006/main" l="5687" t="0" r="0" b="27270"/>
          <a:stretch xmlns:a="http://schemas.openxmlformats.org/drawingml/2006/main"/>
        </p:blipFill>
        <p:spPr>
          <a:xfrm xmlns:a="http://schemas.openxmlformats.org/drawingml/2006/main">
            <a:off x="5877887" y="1"/>
            <a:ext cx="6314112" cy="3246122"/>
          </a:xfrm>
          <a:prstGeom xmlns:a="http://schemas.openxmlformats.org/drawingml/2006/main" prst="rect">
            <a:avLst/>
          </a:prstGeom>
        </p:spPr>
      </p:pic>
    </p:spTree>
  </p:cSld>
</p:sldLayout>
</file>

<file path=ppt/slideLayouts/slideLayout34.xml><?xml version="1.0" encoding="utf-8"?>
<p:sldLayout xmlns:p="http://schemas.openxmlformats.org/presentationml/2006/main" preserve="1" userDrawn="1">
  <p:cSld name="Light - Quote, Picture, and logo">
    <p:bg>
      <p:bgPr>
        <a:solidFill xmlns:a="http://schemas.openxmlformats.org/drawingml/2006/main">
          <a:schemeClr val="bg2"/>
        </a:solidFill>
      </p:bgPr>
    </p:bg>
    <p:spTree>
      <p:nvGrpSpPr>
        <p:cNvPr id="1" name=""/>
        <p:cNvGrpSpPr/>
        <p:nvPr/>
      </p:nvGrpSpPr>
      <p:grpSpPr>
        <a:xfrm xmlns:a="http://schemas.openxmlformats.org/drawingml/2006/main"/>
      </p:grpSpPr>
      <p:pic>
        <p:nvPicPr>
          <p:cNvPr id="1" name="Graphic 5"/>
          <p:cNvPicPr>
            <a:picLocks xmlns:a="http://schemas.openxmlformats.org/drawingml/2006/main" noChangeAspect="1"/>
          </p:cNvPicPr>
          <p:nvPr/>
        </p:nvPicPr>
        <p:blipFill>
          <a:blip xmlns:r="http://schemas.openxmlformats.org/officeDocument/2006/relationships" xmlns:a="http://schemas.openxmlformats.org/drawingml/2006/main" r:embed="Rc7ac5903e2ec4e32">
            <a:extLst>
              <a:ext uri="{96DAC541-7B7A-43D3-8B79-37D633B846F1}">
                <asvg:svgBlip xmlns:asvg="http://schemas.microsoft.com/office/drawing/2016/SVG/main" r:embed="R2d40843e6bd44651"/>
              </a:ext>
            </a:extLst>
          </a:blip>
          <a:srcRect xmlns:a="http://schemas.openxmlformats.org/drawingml/2006/main" l="5687" t="0" r="0" b="27270"/>
          <a:stretch xmlns:a="http://schemas.openxmlformats.org/drawingml/2006/main"/>
        </p:blipFill>
        <p:spPr>
          <a:xfrm xmlns:a="http://schemas.openxmlformats.org/drawingml/2006/main">
            <a:off x="5877887" y="1"/>
            <a:ext cx="6314112" cy="3246122"/>
          </a:xfrm>
          <a:prstGeom xmlns:a="http://schemas.openxmlformats.org/drawingml/2006/main" prst="rect">
            <a:avLst/>
          </a:prstGeom>
        </p:spPr>
      </p:pic>
      <p:sp>
        <p:nvSpPr>
          <p:cNvPr id="12" name="Quote">
            <a:extLst xmlns:a="http://schemas.openxmlformats.org/drawingml/2006/main">
              <a:ext uri="{FF2B5EF4-FFF2-40B4-BE49-F238E27FC236}">
                <a16:creationId xmlns:a16="http://schemas.microsoft.com/office/drawing/2014/main" id="{B3A79ECA-28E8-A857-97F4-082EF2B1CAB8}"/>
              </a:ext>
            </a:extLst>
          </p:cNvPr>
          <p:cNvSpPr>
            <a:spLocks xmlns:a="http://schemas.openxmlformats.org/drawingml/2006/main" noGrp="1"/>
          </p:cNvSpPr>
          <p:nvPr>
            <p:ph type="title" idx="0" hasCustomPrompt="1"/>
          </p:nvPr>
        </p:nvSpPr>
        <p:spPr>
          <a:xfrm xmlns:a="http://schemas.openxmlformats.org/drawingml/2006/main">
            <a:off x="5677787" y="2896192"/>
            <a:ext cx="6020298" cy="1384995"/>
          </a:xfrm>
          <a:prstGeom xmlns:a="http://schemas.openxmlformats.org/drawingml/2006/main" prst="rect">
            <a:avLst/>
          </a:prstGeom>
          <a:noFill xmlns:a="http://schemas.openxmlformats.org/drawingml/2006/main"/>
        </p:spPr>
        <p:txBody>
          <a:bodyPr xmlns:a="http://schemas.openxmlformats.org/drawingml/2006/main" vert="horz" wrap="square" lIns="0" tIns="0" rIns="0" bIns="0" anchor="b">
            <a:spAutoFit/>
          </a:bodyPr>
          <a:lstStyle xmlns:a="http://schemas.openxmlformats.org/drawingml/2006/main">
            <a:lvl1pPr marL="179388" indent="-179388">
              <a:lnSpc>
                <a:spcPct val="100000"/>
              </a:lnSpc>
              <a:buNone/>
              <a:defRPr sz="3000" b="0" i="0">
                <a:latin typeface="+mj-lt"/>
                <a:ea typeface="+mj-lt"/>
                <a:cs typeface="+mj-lt"/>
              </a:defRPr>
            </a:lvl1pPr>
          </a:lstStyle>
          <a:p xmlns:a="http://schemas.openxmlformats.org/drawingml/2006/main">
            <a:pPr>
              <a:buNone/>
            </a:pPr>
            <a:r>
              <a:t>“Click to type customer or</a:t>
            </a:r>
            <a:br/>
            <a:r>
              <a:t>partner quote surrounded</a:t>
            </a:r>
            <a:br/>
            <a:r>
              <a:t>by quotation marks.”</a:t>
            </a:r>
          </a:p>
        </p:txBody>
      </p:sp>
      <p:sp>
        <p:nvSpPr>
          <p:cNvPr id="13" name="Text Field">
            <a:extLst xmlns:a="http://schemas.openxmlformats.org/drawingml/2006/main">
              <a:ext uri="{FF2B5EF4-FFF2-40B4-BE49-F238E27FC236}">
                <a16:creationId xmlns:a16="http://schemas.microsoft.com/office/drawing/2014/main" id="{04A571F4-71E4-264A-BBD5-0475995E681B}"/>
              </a:ext>
            </a:extLst>
          </p:cNvPr>
          <p:cNvSpPr>
            <a:spLocks xmlns:a="http://schemas.openxmlformats.org/drawingml/2006/main" noGrp="1"/>
          </p:cNvSpPr>
          <p:nvPr>
            <p:ph type="body" idx="37" hasCustomPrompt="1"/>
          </p:nvPr>
        </p:nvSpPr>
        <p:spPr>
          <a:xfrm xmlns:a="http://schemas.openxmlformats.org/drawingml/2006/main">
            <a:off x="5828788" y="4911127"/>
            <a:ext cx="5864400" cy="266291"/>
          </a:xfrm>
          <a:prstGeom xmlns:a="http://schemas.openxmlformats.org/drawingml/2006/main" prst="rect">
            <a:avLst/>
          </a:prstGeom>
        </p:spPr>
        <p:txBody>
          <a:bodyPr xmlns:a="http://schemas.openxmlformats.org/drawingml/2006/main">
            <a:noAutofit/>
          </a:bodyPr>
          <a:lstStyle xmlns:a="http://schemas.openxmlformats.org/drawingml/2006/main">
            <a:lvl1pPr>
              <a:lnSpc>
                <a:spcPct val="100000"/>
              </a:lnSpc>
              <a:buNone/>
              <a:defRPr b="1"/>
            </a:lvl1pPr>
          </a:lstStyle>
          <a:p xmlns:a="http://schemas.openxmlformats.org/drawingml/2006/main">
            <a:pPr>
              <a:buNone/>
            </a:pPr>
            <a:r>
              <a:t>Name of person quoted</a:t>
            </a:r>
          </a:p>
        </p:txBody>
      </p:sp>
      <p:sp>
        <p:nvSpPr>
          <p:cNvPr id="11" name="Text Field 2">
            <a:extLst xmlns:a="http://schemas.openxmlformats.org/drawingml/2006/main">
              <a:ext uri="{FF2B5EF4-FFF2-40B4-BE49-F238E27FC236}">
                <a16:creationId xmlns:a16="http://schemas.microsoft.com/office/drawing/2014/main" id="{CBFB97F9-F988-C34C-8B6D-BB4A4D881736}"/>
              </a:ext>
            </a:extLst>
          </p:cNvPr>
          <p:cNvSpPr>
            <a:spLocks xmlns:a="http://schemas.openxmlformats.org/drawingml/2006/main" noGrp="1"/>
          </p:cNvSpPr>
          <p:nvPr>
            <p:ph type="body" idx="36" hasCustomPrompt="1"/>
          </p:nvPr>
        </p:nvSpPr>
        <p:spPr>
          <a:xfrm xmlns:a="http://schemas.openxmlformats.org/drawingml/2006/main">
            <a:off x="5828788" y="5248720"/>
            <a:ext cx="5864400" cy="786385"/>
          </a:xfrm>
          <a:prstGeom xmlns:a="http://schemas.openxmlformats.org/drawingml/2006/main" prst="rect">
            <a:avLst/>
          </a:prstGeom>
        </p:spPr>
        <p:txBody>
          <a:bodyPr xmlns:a="http://schemas.openxmlformats.org/drawingml/2006/main">
            <a:noAutofit/>
          </a:bodyPr>
          <a:lstStyle xmlns:a="http://schemas.openxmlformats.org/drawingml/2006/main">
            <a:lvl1pPr>
              <a:lnSpc>
                <a:spcPct val="100000"/>
              </a:lnSpc>
              <a:buNone/>
              <a:defRPr/>
            </a:lvl1pPr>
          </a:lstStyle>
          <a:p xmlns:a="http://schemas.openxmlformats.org/drawingml/2006/main">
            <a:pPr>
              <a:buNone/>
            </a:pPr>
            <a:r>
              <a:t>Additional information if needed</a:t>
            </a:r>
          </a:p>
        </p:txBody>
      </p:sp>
      <p:sp>
        <p:nvSpPr>
          <p:cNvPr id="2" name="Content Placeholder 2">
            <a:extLst xmlns:a="http://schemas.openxmlformats.org/drawingml/2006/main">
              <a:ext uri="{FF2B5EF4-FFF2-40B4-BE49-F238E27FC236}">
                <a16:creationId xmlns:a16="http://schemas.microsoft.com/office/drawing/2014/main" id="{B89773B8-8237-C7B1-9DF8-93B5D5BF7DEE}"/>
              </a:ext>
            </a:extLst>
          </p:cNvPr>
          <p:cNvSpPr>
            <a:spLocks xmlns:a="http://schemas.openxmlformats.org/drawingml/2006/main" noGrp="1"/>
          </p:cNvSpPr>
          <p:nvPr>
            <p:ph idx="48" hasCustomPrompt="1"/>
          </p:nvPr>
        </p:nvSpPr>
        <p:spPr>
          <a:xfrm xmlns:a="http://schemas.openxmlformats.org/drawingml/2006/main">
            <a:off x="5828788" y="1560624"/>
            <a:ext cx="2447584" cy="673743"/>
          </a:xfrm>
        </p:spPr>
        <p:txBody>
          <a:bodyPr xmlns:a="http://schemas.openxmlformats.org/drawingml/2006/main"/>
          <a:lstStyle xmlns:a="http://schemas.openxmlformats.org/drawingml/2006/main">
            <a:lvl5pPr marL="731520" indent="0">
              <a:buNone/>
              <a:defRPr/>
            </a:lvl5pPr>
          </a:lstStyle>
          <a:p xmlns:a="http://schemas.openxmlformats.org/drawingml/2006/main">
            <a:pPr>
              <a:buNone/>
            </a:pPr>
            <a:r>
              <a:t>Click to add logo</a:t>
            </a:r>
          </a:p>
        </p:txBody>
      </p:sp>
      <p:sp>
        <p:nvSpPr>
          <p:cNvPr id="5" name="Picture Placeholder 5">
            <a:extLst xmlns:a="http://schemas.openxmlformats.org/drawingml/2006/main">
              <a:ext uri="{FF2B5EF4-FFF2-40B4-BE49-F238E27FC236}">
                <a16:creationId xmlns:a16="http://schemas.microsoft.com/office/drawing/2014/main" id="{1F10E851-3567-F699-4B5F-02ABBB3355AC}"/>
              </a:ext>
            </a:extLst>
          </p:cNvPr>
          <p:cNvSpPr>
            <a:spLocks xmlns:a="http://schemas.openxmlformats.org/drawingml/2006/main" noGrp="1"/>
          </p:cNvSpPr>
          <p:nvPr>
            <p:ph type="pic" idx="47"/>
          </p:nvPr>
        </p:nvSpPr>
        <p:spPr>
          <a:xfrm xmlns:a="http://schemas.openxmlformats.org/drawingml/2006/main">
            <a:off x="0" y="0"/>
            <a:ext cx="4937092" cy="6292035"/>
          </a:xfrm>
          <a:custGeom xmlns:a="http://schemas.openxmlformats.org/drawingml/2006/main">
            <a:rect l="l" t="t" r="r" b="b"/>
            <a:pathLst>
              <a:path w="5080914" h="6532447">
                <a:moveTo>
                  <a:pt x="0" y="1407"/>
                </a:moveTo>
                <a:lnTo>
                  <a:pt x="4696533" y="0"/>
                </a:lnTo>
                <a:cubicBezTo>
                  <a:pt x="4708006" y="10399"/>
                  <a:pt x="4936935" y="897707"/>
                  <a:pt x="4948408" y="908106"/>
                </a:cubicBezTo>
                <a:cubicBezTo>
                  <a:pt x="5350615" y="2656261"/>
                  <a:pt x="4767068" y="4404725"/>
                  <a:pt x="4136401" y="5338574"/>
                </a:cubicBezTo>
                <a:cubicBezTo>
                  <a:pt x="3505734" y="6272423"/>
                  <a:pt x="2343265" y="6627230"/>
                  <a:pt x="1164403" y="6511200"/>
                </a:cubicBezTo>
                <a:cubicBezTo>
                  <a:pt x="714399" y="6511200"/>
                  <a:pt x="418960" y="6305039"/>
                  <a:pt x="385570" y="6306887"/>
                </a:cubicBezTo>
                <a:lnTo>
                  <a:pt x="0" y="6116283"/>
                </a:lnTo>
                <a:lnTo>
                  <a:pt x="0" y="1407"/>
                </a:lnTo>
                <a:close/>
              </a:path>
            </a:pathLst>
          </a:custGeom>
          <a:noFill xmlns:a="http://schemas.openxmlformats.org/drawingml/2006/main"/>
        </p:spPr>
        <p:txBody>
          <a:bodyPr xmlns:a="http://schemas.openxmlformats.org/drawingml/2006/main" wrap="square">
            <a:noAutofit/>
          </a:bodyPr>
          <a:lstStyle xmlns:a="http://schemas.openxmlformats.org/drawingml/2006/main"/>
          <a:p xmlns:a="http://schemas.openxmlformats.org/drawingml/2006/main">
            <a:r>
              <a:t>Click icon to add picture</a:t>
            </a:r>
          </a:p>
        </p:txBody>
      </p:sp>
      <p:sp>
        <p:nvSpPr>
          <p:cNvPr id="3" name="Accent mark">
            <a:extLst xmlns:a="http://schemas.openxmlformats.org/drawingml/2006/main">
              <a:ext uri="{FF2B5EF4-FFF2-40B4-BE49-F238E27FC236}">
                <a16:creationId xmlns:a16="http://schemas.microsoft.com/office/drawing/2014/main" id="{F6E69B24-94C1-6ACB-ADE4-5BD87AD69DCA}"/>
              </a:ext>
            </a:extLst>
          </p:cNvPr>
          <p:cNvSpPr>
            <a:spLocks xmlns:a="http://schemas.openxmlformats.org/drawingml/2006/main" noGrp="1"/>
          </p:cNvSpPr>
          <p:nvPr/>
        </p:nvSpPr>
        <p:spPr>
          <a:xfrm xmlns:a="http://schemas.openxmlformats.org/drawingml/2006/main">
            <a:off x="5828788" y="4599419"/>
            <a:ext cx="365760" cy="36576"/>
          </a:xfrm>
          <a:prstGeom xmlns:a="http://schemas.openxmlformats.org/drawingml/2006/main" prst="rect">
            <a:avLst/>
          </a:prstGeom>
          <a:solidFill xmlns:a="http://schemas.openxmlformats.org/drawingml/2006/main">
            <a:srgbClr val="C74634"/>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8" name="Date Placeholder 7">
            <a:extLst xmlns:a="http://schemas.openxmlformats.org/drawingml/2006/main">
              <a:ext uri="{FF2B5EF4-FFF2-40B4-BE49-F238E27FC236}">
                <a16:creationId xmlns:a16="http://schemas.microsoft.com/office/drawing/2014/main" id="{E01088D4-8589-CFE2-DDDF-BBC5CFC28661}"/>
              </a:ext>
            </a:extLst>
          </p:cNvPr>
          <p:cNvSpPr>
            <a:spLocks xmlns:a="http://schemas.openxmlformats.org/drawingml/2006/main" noGrp="1"/>
          </p:cNvSpPr>
          <p:nvPr>
            <p:ph type="dt" idx="49"/>
          </p:nvPr>
        </p:nvSpPr>
        <p:spPr/>
        <p:txBody>
          <a:bodyPr xmlns:a="http://schemas.openxmlformats.org/drawingml/2006/main"/>
          <a:lstStyle xmlns:a="http://schemas.openxmlformats.org/drawingml/2006/main">
            <a:lvl1pPr>
              <a:buNone/>
              <a:defRPr>
                <a:solidFill>
                  <a:srgbClr val="514C47"/>
                </a:solidFill>
              </a:defRPr>
            </a:lvl1pPr>
          </a:lstStyle>
          <a:p xmlns:a="http://schemas.openxmlformats.org/drawingml/2006/main">
            <a:r>
              <a:t>[Date]</a:t>
            </a:r>
          </a:p>
        </p:txBody>
      </p:sp>
      <p:sp>
        <p:nvSpPr>
          <p:cNvPr id="9" name="Footer Placeholder 8">
            <a:extLst xmlns:a="http://schemas.openxmlformats.org/drawingml/2006/main">
              <a:ext uri="{FF2B5EF4-FFF2-40B4-BE49-F238E27FC236}">
                <a16:creationId xmlns:a16="http://schemas.microsoft.com/office/drawing/2014/main" id="{91CA6475-2C2F-B8FE-B6AE-470DE60B70F2}"/>
              </a:ext>
            </a:extLst>
          </p:cNvPr>
          <p:cNvSpPr>
            <a:spLocks xmlns:a="http://schemas.openxmlformats.org/drawingml/2006/main" noGrp="1"/>
          </p:cNvSpPr>
          <p:nvPr>
            <p:ph type="ftr" idx="50"/>
          </p:nvPr>
        </p:nvSpPr>
        <p:spPr/>
        <p:txBody>
          <a:bodyPr xmlns:a="http://schemas.openxmlformats.org/drawingml/2006/main"/>
          <a:lstStyle xmlns:a="http://schemas.openxmlformats.org/drawingml/2006/main">
            <a:lvl1pPr>
              <a:buNone/>
              <a:defRPr>
                <a:solidFill>
                  <a:srgbClr val="514C47"/>
                </a:solidFill>
              </a:defRPr>
            </a:lvl1pPr>
          </a:lstStyle>
          <a:p xmlns:a="http://schemas.openxmlformats.org/drawingml/2006/main">
            <a:r>
              <a:t>Copyright © 2026, Oracle and/or its affiliates |  Confidential: Internal/Restricted/Highly Restricted</a:t>
            </a:r>
          </a:p>
        </p:txBody>
      </p:sp>
      <p:sp>
        <p:nvSpPr>
          <p:cNvPr id="10" name="Slide Number Placeholder 9">
            <a:extLst xmlns:a="http://schemas.openxmlformats.org/drawingml/2006/main">
              <a:ext uri="{FF2B5EF4-FFF2-40B4-BE49-F238E27FC236}">
                <a16:creationId xmlns:a16="http://schemas.microsoft.com/office/drawing/2014/main" id="{C3E606E5-1C6F-61EF-B999-8EFB52568806}"/>
              </a:ext>
            </a:extLst>
          </p:cNvPr>
          <p:cNvSpPr>
            <a:spLocks xmlns:a="http://schemas.openxmlformats.org/drawingml/2006/main" noGrp="1"/>
          </p:cNvSpPr>
          <p:nvPr>
            <p:ph type="sldNum" idx="51"/>
          </p:nvPr>
        </p:nvSpPr>
        <p:spPr/>
        <p:txBody>
          <a:bodyPr xmlns:a="http://schemas.openxmlformats.org/drawingml/2006/main"/>
          <a:lstStyle xmlns:a="http://schemas.openxmlformats.org/drawingml/2006/main">
            <a:lvl1pPr>
              <a:buNone/>
              <a:defRPr>
                <a:solidFill>
                  <a:srgbClr val="514C47"/>
                </a:solidFill>
              </a:defRPr>
            </a:lvl1pPr>
          </a:lstStyle>
          <a:p xmlns:a="http://schemas.openxmlformats.org/drawingml/2006/main">
            <a:fld id="{345D60D9-5372-5F40-9443-0F9AE5BDC3C8}" type="slidenum">
              <a:t>‹#›</a:t>
            </a:fld>
          </a:p>
        </p:txBody>
      </p:sp>
    </p:spTree>
  </p:cSld>
</p:sldLayout>
</file>

<file path=ppt/slideLayouts/slideLayout35.xml><?xml version="1.0" encoding="utf-8"?>
<p:sldLayout xmlns:p="http://schemas.openxmlformats.org/presentationml/2006/main" preserve="1" userDrawn="1">
  <p:cSld name="Dark - Single metric">
    <p:bg>
      <p:bgPr>
        <a:solidFill xmlns:a="http://schemas.openxmlformats.org/drawingml/2006/main">
          <a:schemeClr val="bg2"/>
        </a:solidFill>
      </p:bgPr>
    </p:bg>
    <p:spTree>
      <p:nvGrpSpPr>
        <p:cNvPr id="1" name=""/>
        <p:cNvGrpSpPr/>
        <p:nvPr/>
      </p:nvGrpSpPr>
      <p:grpSpPr>
        <a:xfrm xmlns:a="http://schemas.openxmlformats.org/drawingml/2006/main"/>
      </p:grpSpPr>
      <p:pic>
        <p:nvPicPr>
          <p:cNvPr id="1" name="Graphic 1"/>
          <p:cNvPicPr>
            <a:picLocks xmlns:a="http://schemas.openxmlformats.org/drawingml/2006/main" noChangeAspect="1"/>
          </p:cNvPicPr>
          <p:nvPr/>
        </p:nvPicPr>
        <p:blipFill>
          <a:blip xmlns:r="http://schemas.openxmlformats.org/officeDocument/2006/relationships" xmlns:a="http://schemas.openxmlformats.org/drawingml/2006/main" r:embed="R295f0ac701c9441f">
            <a:extLst>
              <a:ext uri="{96DAC541-7B7A-43D3-8B79-37D633B846F1}">
                <asvg:svgBlip xmlns:asvg="http://schemas.microsoft.com/office/drawing/2016/SVG/main" r:embed="R201dbc497ca84df5"/>
              </a:ext>
            </a:extLst>
          </a:blip>
          <a:stretch xmlns:a="http://schemas.openxmlformats.org/drawingml/2006/main">
            <a:fillRect l="0" t="0" r="0" b="0"/>
          </a:stretch>
        </p:blipFill>
        <p:spPr>
          <a:xfrm xmlns:a="http://schemas.openxmlformats.org/drawingml/2006/main">
            <a:off x="7139458" y="0"/>
            <a:ext cx="5052542" cy="4015900"/>
          </a:xfrm>
          <a:prstGeom xmlns:a="http://schemas.openxmlformats.org/drawingml/2006/main" prst="rect">
            <a:avLst/>
          </a:prstGeom>
        </p:spPr>
      </p:pic>
      <p:sp>
        <p:nvSpPr>
          <p:cNvPr id="3" name="Title 2">
            <a:extLst xmlns:a="http://schemas.openxmlformats.org/drawingml/2006/main">
              <a:ext uri="{FF2B5EF4-FFF2-40B4-BE49-F238E27FC236}">
                <a16:creationId xmlns:a16="http://schemas.microsoft.com/office/drawing/2014/main" id="{B099EEEE-62A5-DE0D-FD45-A3C465FD76A0}"/>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9" name="Text Placeholder 4">
            <a:extLst xmlns:a="http://schemas.openxmlformats.org/drawingml/2006/main">
              <a:ext uri="{FF2B5EF4-FFF2-40B4-BE49-F238E27FC236}">
                <a16:creationId xmlns:a16="http://schemas.microsoft.com/office/drawing/2014/main" id="{52A6D6F1-EBC4-4335-819B-433720EB173D}"/>
              </a:ext>
            </a:extLst>
          </p:cNvPr>
          <p:cNvSpPr>
            <a:spLocks xmlns:a="http://schemas.openxmlformats.org/drawingml/2006/main" noGrp="1"/>
          </p:cNvSpPr>
          <p:nvPr>
            <p:ph type="body" idx="15" hasCustomPrompt="1"/>
          </p:nvPr>
        </p:nvSpPr>
        <p:spPr>
          <a:xfrm xmlns:a="http://schemas.openxmlformats.org/drawingml/2006/main">
            <a:off x="789734" y="1600200"/>
            <a:ext cx="5085287" cy="2415700"/>
          </a:xfrm>
        </p:spPr>
        <p:txBody>
          <a:bodyPr xmlns:a="http://schemas.openxmlformats.org/drawingml/2006/main" anchor="b"/>
          <a:lstStyle xmlns:a="http://schemas.openxmlformats.org/drawingml/2006/main">
            <a:lvl1pPr>
              <a:buNone/>
              <a:defRPr sz="8000" b="1">
                <a:solidFill>
                  <a:schemeClr val="tx1"/>
                </a:solidFill>
              </a:defRPr>
            </a:lvl1pPr>
          </a:lstStyle>
          <a:p xmlns:a="http://schemas.openxmlformats.org/drawingml/2006/main">
            <a:pPr>
              <a:buNone/>
            </a:pPr>
            <a:r>
              <a:t>00%</a:t>
            </a:r>
          </a:p>
        </p:txBody>
      </p:sp>
      <p:sp>
        <p:nvSpPr>
          <p:cNvPr id="4" name="Content">
            <a:extLst xmlns:a="http://schemas.openxmlformats.org/drawingml/2006/main">
              <a:ext uri="{FF2B5EF4-FFF2-40B4-BE49-F238E27FC236}">
                <a16:creationId xmlns:a16="http://schemas.microsoft.com/office/drawing/2014/main" id="{6FFB33C6-31EA-4D15-AC3F-377D699FA842}"/>
              </a:ext>
            </a:extLst>
          </p:cNvPr>
          <p:cNvSpPr>
            <a:spLocks xmlns:a="http://schemas.openxmlformats.org/drawingml/2006/main" noGrp="1"/>
          </p:cNvSpPr>
          <p:nvPr>
            <p:ph idx="14"/>
          </p:nvPr>
        </p:nvSpPr>
        <p:spPr>
          <a:xfrm xmlns:a="http://schemas.openxmlformats.org/drawingml/2006/main">
            <a:off x="841059" y="4649788"/>
            <a:ext cx="5072063" cy="1457325"/>
          </a:xfrm>
        </p:spPr>
        <p:txBody>
          <a:bodyPr xmlns:a="http://schemas.openxmlformats.org/drawingml/2006/main"/>
          <a:lstStyle xmlns:a="http://schemas.openxmlformats.org/drawingml/2006/main">
            <a:lvl1pPr>
              <a:lnSpc>
                <a:spcPct val="100000"/>
              </a:lnSpc>
              <a:buNone/>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stStyle>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pic>
        <p:nvPicPr>
          <p:cNvPr id="11" name="OTag"/>
          <p:cNvPicPr>
            <a:picLocks xmlns:a="http://schemas.openxmlformats.org/drawingml/2006/main" noChangeAspect="1"/>
          </p:cNvPicPr>
          <p:nvPr/>
        </p:nvPicPr>
        <p:blipFill>
          <a:blip xmlns:r="http://schemas.openxmlformats.org/officeDocument/2006/relationships" xmlns:a="http://schemas.openxmlformats.org/drawingml/2006/main" r:embed="Rfa0ecfe920f34929"/>
          <a:stretch xmlns:a="http://schemas.openxmlformats.org/drawingml/2006/main">
            <a:fillRect l="0" t="0" r="0" b="0"/>
          </a:stretch>
        </p:blipFill>
        <p:spPr>
          <a:xfrm xmlns:a="http://schemas.openxmlformats.org/drawingml/2006/main">
            <a:off x="11405616" y="6464808"/>
            <a:ext cx="393192" cy="393192"/>
          </a:xfrm>
          <a:prstGeom xmlns:a="http://schemas.openxmlformats.org/drawingml/2006/main" prst="rect">
            <a:avLst/>
          </a:prstGeom>
        </p:spPr>
      </p:pic>
      <p:sp>
        <p:nvSpPr>
          <p:cNvPr id="7" name="Accent mark">
            <a:extLst xmlns:a="http://schemas.openxmlformats.org/drawingml/2006/main">
              <a:ext uri="{FF2B5EF4-FFF2-40B4-BE49-F238E27FC236}">
                <a16:creationId xmlns:a16="http://schemas.microsoft.com/office/drawing/2014/main" id="{F914C2C0-AA33-B6B2-67CF-DCC0E7C6D76B}"/>
              </a:ext>
            </a:extLst>
          </p:cNvPr>
          <p:cNvSpPr>
            <a:spLocks xmlns:a="http://schemas.openxmlformats.org/drawingml/2006/main" noGrp="1"/>
          </p:cNvSpPr>
          <p:nvPr/>
        </p:nvSpPr>
        <p:spPr>
          <a:xfrm xmlns:a="http://schemas.openxmlformats.org/drawingml/2006/main">
            <a:off x="805293" y="4325102"/>
            <a:ext cx="365760" cy="36576"/>
          </a:xfrm>
          <a:prstGeom xmlns:a="http://schemas.openxmlformats.org/drawingml/2006/main" prst="rect">
            <a:avLst/>
          </a:prstGeom>
          <a:solidFill xmlns:a="http://schemas.openxmlformats.org/drawingml/2006/main">
            <a:srgbClr val="F0CC7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Date Placeholder 5">
            <a:extLst xmlns:a="http://schemas.openxmlformats.org/drawingml/2006/main">
              <a:ext uri="{FF2B5EF4-FFF2-40B4-BE49-F238E27FC236}">
                <a16:creationId xmlns:a16="http://schemas.microsoft.com/office/drawing/2014/main" id="{15C25BB5-8E1B-EDD7-7DA5-3474FF4C18AE}"/>
              </a:ext>
            </a:extLst>
          </p:cNvPr>
          <p:cNvSpPr>
            <a:spLocks xmlns:a="http://schemas.openxmlformats.org/drawingml/2006/main" noGrp="1"/>
          </p:cNvSpPr>
          <p:nvPr>
            <p:ph type="dt" idx="16"/>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[Date]</a:t>
            </a:r>
          </a:p>
        </p:txBody>
      </p:sp>
      <p:sp>
        <p:nvSpPr>
          <p:cNvPr id="10" name="Footer Placeholder 9">
            <a:extLst xmlns:a="http://schemas.openxmlformats.org/drawingml/2006/main">
              <a:ext uri="{FF2B5EF4-FFF2-40B4-BE49-F238E27FC236}">
                <a16:creationId xmlns:a16="http://schemas.microsoft.com/office/drawing/2014/main" id="{0A1535D3-FA6B-0DD1-6740-2FE5A1ABECB0}"/>
              </a:ext>
            </a:extLst>
          </p:cNvPr>
          <p:cNvSpPr>
            <a:spLocks xmlns:a="http://schemas.openxmlformats.org/drawingml/2006/main" noGrp="1"/>
          </p:cNvSpPr>
          <p:nvPr>
            <p:ph type="ftr" idx="17"/>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Copyright © 2026, Oracle and/or its affiliates |  Confidential: Internal/Restricted/Highly Restricted</a:t>
            </a:r>
          </a:p>
        </p:txBody>
      </p:sp>
      <p:sp>
        <p:nvSpPr>
          <p:cNvPr id="11" name="Slide Number Placeholder 10">
            <a:extLst xmlns:a="http://schemas.openxmlformats.org/drawingml/2006/main">
              <a:ext uri="{FF2B5EF4-FFF2-40B4-BE49-F238E27FC236}">
                <a16:creationId xmlns:a16="http://schemas.microsoft.com/office/drawing/2014/main" id="{D610431F-0AB4-005E-75B8-327B3BDED9FF}"/>
              </a:ext>
            </a:extLst>
          </p:cNvPr>
          <p:cNvSpPr>
            <a:spLocks xmlns:a="http://schemas.openxmlformats.org/drawingml/2006/main" noGrp="1"/>
          </p:cNvSpPr>
          <p:nvPr>
            <p:ph type="sldNum" idx="18"/>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fld id="{345D60D9-5372-5F40-9443-0F9AE5BDC3C8}" type="slidenum">
              <a:t>‹#›</a:t>
            </a:fld>
          </a:p>
        </p:txBody>
      </p:sp>
    </p:spTree>
  </p:cSld>
</p:sldLayout>
</file>

<file path=ppt/slideLayouts/slideLayout36.xml><?xml version="1.0" encoding="utf-8"?>
<p:sldLayout xmlns:p="http://schemas.openxmlformats.org/presentationml/2006/main" preserve="1" userDrawn="1">
  <p:cSld name="Light - Single metric">
    <p:bg>
      <p:bgRef idx="1001">
        <a:schemeClr xmlns:a="http://schemas.openxmlformats.org/drawingml/2006/main" val="bg2"/>
      </p:bgRef>
    </p:bg>
    <p:spTree>
      <p:nvGrpSpPr>
        <p:cNvPr id="1" name=""/>
        <p:cNvGrpSpPr/>
        <p:nvPr/>
      </p:nvGrpSpPr>
      <p:grpSpPr>
        <a:xfrm xmlns:a="http://schemas.openxmlformats.org/drawingml/2006/main"/>
      </p:grpSpPr>
      <p:sp>
        <p:nvSpPr>
          <p:cNvPr id="9" name="Title 8">
            <a:extLst xmlns:a="http://schemas.openxmlformats.org/drawingml/2006/main">
              <a:ext uri="{FF2B5EF4-FFF2-40B4-BE49-F238E27FC236}">
                <a16:creationId xmlns:a16="http://schemas.microsoft.com/office/drawing/2014/main" id="{3C834F4C-E96D-655B-5790-3D3144B54C1C}"/>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5" name="Text Placeholder 4">
            <a:extLst xmlns:a="http://schemas.openxmlformats.org/drawingml/2006/main">
              <a:ext uri="{FF2B5EF4-FFF2-40B4-BE49-F238E27FC236}">
                <a16:creationId xmlns:a16="http://schemas.microsoft.com/office/drawing/2014/main" id="{9A83AB0E-EC5F-476F-B6A9-E6F9CE84E95A}"/>
              </a:ext>
            </a:extLst>
          </p:cNvPr>
          <p:cNvSpPr>
            <a:spLocks xmlns:a="http://schemas.openxmlformats.org/drawingml/2006/main" noGrp="1"/>
          </p:cNvSpPr>
          <p:nvPr>
            <p:ph type="body" idx="15" hasCustomPrompt="1"/>
          </p:nvPr>
        </p:nvSpPr>
        <p:spPr>
          <a:xfrm xmlns:a="http://schemas.openxmlformats.org/drawingml/2006/main">
            <a:off x="792538" y="1600200"/>
            <a:ext cx="5072063" cy="2415700"/>
          </a:xfrm>
        </p:spPr>
        <p:txBody>
          <a:bodyPr xmlns:a="http://schemas.openxmlformats.org/drawingml/2006/main" anchor="b"/>
          <a:lstStyle xmlns:a="http://schemas.openxmlformats.org/drawingml/2006/main">
            <a:lvl1pPr>
              <a:lnSpc>
                <a:spcPct val="100000"/>
              </a:lnSpc>
              <a:buNone/>
              <a:defRPr sz="8000" b="1">
                <a:solidFill>
                  <a:schemeClr val="tx1"/>
                </a:solidFill>
              </a:defRPr>
            </a:lvl1pPr>
          </a:lstStyle>
          <a:p xmlns:a="http://schemas.openxmlformats.org/drawingml/2006/main">
            <a:pPr>
              <a:buNone/>
            </a:pPr>
            <a:r>
              <a:t>00%</a:t>
            </a:r>
          </a:p>
        </p:txBody>
      </p:sp>
      <p:sp>
        <p:nvSpPr>
          <p:cNvPr id="4" name="Content">
            <a:extLst xmlns:a="http://schemas.openxmlformats.org/drawingml/2006/main">
              <a:ext uri="{FF2B5EF4-FFF2-40B4-BE49-F238E27FC236}">
                <a16:creationId xmlns:a16="http://schemas.microsoft.com/office/drawing/2014/main" id="{6FFB33C6-31EA-4D15-AC3F-377D699FA842}"/>
              </a:ext>
            </a:extLst>
          </p:cNvPr>
          <p:cNvSpPr>
            <a:spLocks xmlns:a="http://schemas.openxmlformats.org/drawingml/2006/main" noGrp="1"/>
          </p:cNvSpPr>
          <p:nvPr>
            <p:ph idx="14"/>
          </p:nvPr>
        </p:nvSpPr>
        <p:spPr>
          <a:xfrm xmlns:a="http://schemas.openxmlformats.org/drawingml/2006/main">
            <a:off x="792538" y="4649788"/>
            <a:ext cx="5072063" cy="1457325"/>
          </a:xfrm>
        </p:spPr>
        <p:txBody>
          <a:bodyPr xmlns:a="http://schemas.openxmlformats.org/drawingml/2006/main"/>
          <a:lstStyle xmlns:a="http://schemas.openxmlformats.org/drawingml/2006/main">
            <a:lvl1pPr>
              <a:lnSpc>
                <a:spcPct val="100000"/>
              </a:lnSpc>
              <a:buNone/>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stStyle>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pic>
        <p:nvPicPr>
          <p:cNvPr id="12" name="Graphic 5"/>
          <p:cNvPicPr>
            <a:picLocks xmlns:a="http://schemas.openxmlformats.org/drawingml/2006/main" noChangeAspect="1"/>
          </p:cNvPicPr>
          <p:nvPr/>
        </p:nvPicPr>
        <p:blipFill>
          <a:blip xmlns:r="http://schemas.openxmlformats.org/officeDocument/2006/relationships" xmlns:a="http://schemas.openxmlformats.org/drawingml/2006/main" r:embed="R9b5121a58fd945fa">
            <a:extLst>
              <a:ext uri="{96DAC541-7B7A-43D3-8B79-37D633B846F1}">
                <asvg:svgBlip xmlns:asvg="http://schemas.microsoft.com/office/drawing/2016/SVG/main" r:embed="Raa6572c02ff544b7"/>
              </a:ext>
            </a:extLst>
          </a:blip>
          <a:stretch xmlns:a="http://schemas.openxmlformats.org/drawingml/2006/main">
            <a:fillRect l="0" t="0" r="0" b="0"/>
          </a:stretch>
        </p:blipFill>
        <p:spPr>
          <a:xfrm xmlns:a="http://schemas.openxmlformats.org/drawingml/2006/main">
            <a:off x="7139458" y="0"/>
            <a:ext cx="5052542" cy="4015900"/>
          </a:xfrm>
          <a:prstGeom xmlns:a="http://schemas.openxmlformats.org/drawingml/2006/main" prst="rect">
            <a:avLst/>
          </a:prstGeom>
        </p:spPr>
      </p:pic>
      <p:sp>
        <p:nvSpPr>
          <p:cNvPr id="10" name="Accent mark">
            <a:extLst xmlns:a="http://schemas.openxmlformats.org/drawingml/2006/main">
              <a:ext uri="{FF2B5EF4-FFF2-40B4-BE49-F238E27FC236}">
                <a16:creationId xmlns:a16="http://schemas.microsoft.com/office/drawing/2014/main" id="{92B14C41-985E-E73E-2DEF-63120221F3B5}"/>
              </a:ext>
            </a:extLst>
          </p:cNvPr>
          <p:cNvSpPr>
            <a:spLocks xmlns:a="http://schemas.openxmlformats.org/drawingml/2006/main" noGrp="1"/>
          </p:cNvSpPr>
          <p:nvPr/>
        </p:nvSpPr>
        <p:spPr>
          <a:xfrm xmlns:a="http://schemas.openxmlformats.org/drawingml/2006/main">
            <a:off x="805293" y="4325102"/>
            <a:ext cx="365760" cy="36576"/>
          </a:xfrm>
          <a:prstGeom xmlns:a="http://schemas.openxmlformats.org/drawingml/2006/main" prst="rect">
            <a:avLst/>
          </a:prstGeom>
          <a:solidFill xmlns:a="http://schemas.openxmlformats.org/drawingml/2006/main">
            <a:srgbClr val="C74634"/>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 name="Date Placeholder 1">
            <a:extLst xmlns:a="http://schemas.openxmlformats.org/drawingml/2006/main">
              <a:ext uri="{FF2B5EF4-FFF2-40B4-BE49-F238E27FC236}">
                <a16:creationId xmlns:a16="http://schemas.microsoft.com/office/drawing/2014/main" id="{D040A92C-A0C9-376B-7A5E-0A2434ED84BD}"/>
              </a:ext>
            </a:extLst>
          </p:cNvPr>
          <p:cNvSpPr>
            <a:spLocks xmlns:a="http://schemas.openxmlformats.org/drawingml/2006/main" noGrp="1"/>
          </p:cNvSpPr>
          <p:nvPr>
            <p:ph type="dt" idx="16"/>
          </p:nvPr>
        </p:nvSpPr>
        <p:spPr/>
        <p:txBody>
          <a:bodyPr xmlns:a="http://schemas.openxmlformats.org/drawingml/2006/main"/>
          <a:lstStyle xmlns:a="http://schemas.openxmlformats.org/drawingml/2006/main"/>
          <a:p xmlns:a="http://schemas.openxmlformats.org/drawingml/2006/main">
            <a:r>
              <a:t>[Date]</a:t>
            </a:r>
          </a:p>
        </p:txBody>
      </p:sp>
      <p:sp>
        <p:nvSpPr>
          <p:cNvPr id="11" name="Footer Placeholder 10">
            <a:extLst xmlns:a="http://schemas.openxmlformats.org/drawingml/2006/main">
              <a:ext uri="{FF2B5EF4-FFF2-40B4-BE49-F238E27FC236}">
                <a16:creationId xmlns:a16="http://schemas.microsoft.com/office/drawing/2014/main" id="{DA6D8ECA-2DD4-0845-83BF-8CCDF96FFCC8}"/>
              </a:ext>
            </a:extLst>
          </p:cNvPr>
          <p:cNvSpPr>
            <a:spLocks xmlns:a="http://schemas.openxmlformats.org/drawingml/2006/main" noGrp="1"/>
          </p:cNvSpPr>
          <p:nvPr>
            <p:ph type="ftr" idx="17"/>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12" name="Slide Number Placeholder 11">
            <a:extLst xmlns:a="http://schemas.openxmlformats.org/drawingml/2006/main">
              <a:ext uri="{FF2B5EF4-FFF2-40B4-BE49-F238E27FC236}">
                <a16:creationId xmlns:a16="http://schemas.microsoft.com/office/drawing/2014/main" id="{050522C0-858A-F839-61AD-CCFC374C6BFA}"/>
              </a:ext>
            </a:extLst>
          </p:cNvPr>
          <p:cNvSpPr>
            <a:spLocks xmlns:a="http://schemas.openxmlformats.org/drawingml/2006/main" noGrp="1"/>
          </p:cNvSpPr>
          <p:nvPr>
            <p:ph type="sldNum" idx="18"/>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37.xml><?xml version="1.0" encoding="utf-8"?>
<p:sldLayout xmlns:p="http://schemas.openxmlformats.org/presentationml/2006/main" preserve="1" userDrawn="1">
  <p:cSld name="Dark - Thank You">
    <p:bg>
      <p:bgPr>
        <a:solidFill xmlns:a="http://schemas.openxmlformats.org/drawingml/2006/main">
          <a:schemeClr val="bg2"/>
        </a:solidFill>
      </p:bgPr>
    </p:bg>
    <p:spTree>
      <p:nvGrpSpPr>
        <p:cNvPr id="1" name=""/>
        <p:cNvGrpSpPr/>
        <p:nvPr/>
      </p:nvGrpSpPr>
      <p:grpSpPr>
        <a:xfrm xmlns:a="http://schemas.openxmlformats.org/drawingml/2006/main"/>
      </p:grpSpPr>
      <p:pic>
        <p:nvPicPr>
          <p:cNvPr id="1" name="Graphic 4"/>
          <p:cNvPicPr>
            <a:picLocks xmlns:a="http://schemas.openxmlformats.org/drawingml/2006/main" noChangeAspect="1"/>
          </p:cNvPicPr>
          <p:nvPr/>
        </p:nvPicPr>
        <p:blipFill>
          <a:blip xmlns:r="http://schemas.openxmlformats.org/officeDocument/2006/relationships" xmlns:a="http://schemas.openxmlformats.org/drawingml/2006/main" r:embed="R69b5661397024461">
            <a:extLst>
              <a:ext uri="{96DAC541-7B7A-43D3-8B79-37D633B846F1}">
                <asvg:svgBlip xmlns:asvg="http://schemas.microsoft.com/office/drawing/2016/SVG/main" r:embed="R0f96f0a045704241"/>
              </a:ext>
            </a:extLst>
          </a:blip>
          <a:stretch xmlns:a="http://schemas.openxmlformats.org/drawingml/2006/main">
            <a:fillRect l="0" t="0" r="0" b="0"/>
          </a:stretch>
        </p:blipFill>
        <p:spPr>
          <a:xfrm xmlns:a="http://schemas.openxmlformats.org/drawingml/2006/main">
            <a:off x="4419600" y="0"/>
            <a:ext cx="7772400" cy="5181600"/>
          </a:xfrm>
          <a:prstGeom xmlns:a="http://schemas.openxmlformats.org/drawingml/2006/main" prst="rect">
            <a:avLst/>
          </a:prstGeom>
        </p:spPr>
      </p:pic>
      <p:sp>
        <p:nvSpPr>
          <p:cNvPr id="3" name="Thank you">
            <a:extLst xmlns:a="http://schemas.openxmlformats.org/drawingml/2006/main">
              <a:ext uri="{FF2B5EF4-FFF2-40B4-BE49-F238E27FC236}">
                <a16:creationId xmlns:a16="http://schemas.microsoft.com/office/drawing/2014/main" id="{1F390879-C7C7-4224-97BB-1C165BFB5AA3}"/>
              </a:ext>
            </a:extLst>
          </p:cNvPr>
          <p:cNvSpPr>
            <a:spLocks xmlns:a="http://schemas.openxmlformats.org/drawingml/2006/main" noGrp="1"/>
          </p:cNvSpPr>
          <p:nvPr>
            <p:ph type="title" idx="0" hasCustomPrompt="1"/>
          </p:nvPr>
        </p:nvSpPr>
        <p:spPr>
          <a:xfrm xmlns:a="http://schemas.openxmlformats.org/drawingml/2006/main">
            <a:off x="768875" y="3483973"/>
            <a:ext cx="5029200" cy="822960"/>
          </a:xfrm>
          <a:prstGeom xmlns:a="http://schemas.openxmlformats.org/drawingml/2006/main" prst="rect">
            <a:avLst/>
          </a:prstGeom>
          <a:noFill xmlns:a="http://schemas.openxmlformats.org/drawingml/2006/main"/>
        </p:spPr>
        <p:txBody>
          <a:bodyPr xmlns:a="http://schemas.openxmlformats.org/drawingml/2006/main" vert="horz" lIns="0" tIns="0" rIns="0" bIns="0" anchor="b">
            <a:noAutofit/>
          </a:bodyPr>
          <a:lstStyle xmlns:a="http://schemas.openxmlformats.org/drawingml/2006/main">
            <a:lvl1pPr>
              <a:lnSpc>
                <a:spcPct val="100000"/>
              </a:lnSpc>
              <a:buNone/>
              <a:defRPr sz="4000" b="1" i="0">
                <a:latin typeface="Oracle Sans Tab"/>
                <a:ea typeface="Oracle Sans Tab"/>
                <a:cs typeface="Oracle Sans Tab"/>
              </a:defRPr>
            </a:lvl1pPr>
          </a:lstStyle>
          <a:p xmlns:a="http://schemas.openxmlformats.org/drawingml/2006/main">
            <a:pPr marL="0" indent="0">
              <a:lnSpc>
                <a:spcPct val="100000"/>
              </a:lnSpc>
              <a:spcBef>
                <a:spcPts val="0"/>
              </a:spcBef>
              <a:spcAft>
                <a:spcPts val="0"/>
              </a:spcAft>
              <a:buNone/>
            </a:pPr>
            <a:r>
              <a:t>Thank you</a:t>
            </a:r>
          </a:p>
        </p:txBody>
      </p:sp>
      <p:sp>
        <p:nvSpPr>
          <p:cNvPr id="11" name="Text Field">
            <a:extLst xmlns:a="http://schemas.openxmlformats.org/drawingml/2006/main">
              <a:ext uri="{FF2B5EF4-FFF2-40B4-BE49-F238E27FC236}">
                <a16:creationId xmlns:a16="http://schemas.microsoft.com/office/drawing/2014/main" id="{F273E805-B8FF-F84B-99E6-4636F8BD3EBF}"/>
              </a:ext>
            </a:extLst>
          </p:cNvPr>
          <p:cNvSpPr>
            <a:spLocks xmlns:a="http://schemas.openxmlformats.org/drawingml/2006/main" noGrp="1"/>
          </p:cNvSpPr>
          <p:nvPr>
            <p:ph type="body" idx="37"/>
          </p:nvPr>
        </p:nvSpPr>
        <p:spPr>
          <a:xfrm xmlns:a="http://schemas.openxmlformats.org/drawingml/2006/main">
            <a:off x="762000" y="4773585"/>
            <a:ext cx="5029200" cy="266291"/>
          </a:xfrm>
          <a:prstGeom xmlns:a="http://schemas.openxmlformats.org/drawingml/2006/main" prst="rect">
            <a:avLst/>
          </a:prstGeom>
        </p:spPr>
        <p:txBody>
          <a:bodyPr xmlns:a="http://schemas.openxmlformats.org/drawingml/2006/main">
            <a:noAutofit/>
          </a:bodyPr>
          <a:lstStyle xmlns:a="http://schemas.openxmlformats.org/drawingml/2006/main">
            <a:lvl1pPr>
              <a:lnSpc>
                <a:spcPct val="100000"/>
              </a:lnSpc>
              <a:buNone/>
              <a:defRPr b="1"/>
            </a:lvl1pPr>
          </a:lstStyle>
          <a:p xmlns:a="http://schemas.openxmlformats.org/drawingml/2006/main">
            <a:pPr>
              <a:buNone/>
            </a:pPr>
            <a:r>
              <a:t>Click to edit Master text styles</a:t>
            </a:r>
          </a:p>
        </p:txBody>
      </p:sp>
      <p:sp>
        <p:nvSpPr>
          <p:cNvPr id="10" name="Text Field 2">
            <a:extLst xmlns:a="http://schemas.openxmlformats.org/drawingml/2006/main">
              <a:ext uri="{FF2B5EF4-FFF2-40B4-BE49-F238E27FC236}">
                <a16:creationId xmlns:a16="http://schemas.microsoft.com/office/drawing/2014/main" id="{283762D0-0D31-A347-AD9E-095398CD17C5}"/>
              </a:ext>
            </a:extLst>
          </p:cNvPr>
          <p:cNvSpPr>
            <a:spLocks xmlns:a="http://schemas.openxmlformats.org/drawingml/2006/main" noGrp="1"/>
          </p:cNvSpPr>
          <p:nvPr>
            <p:ph type="body" idx="36"/>
          </p:nvPr>
        </p:nvSpPr>
        <p:spPr>
          <a:xfrm xmlns:a="http://schemas.openxmlformats.org/drawingml/2006/main">
            <a:off x="762000" y="5111178"/>
            <a:ext cx="5029200" cy="895181"/>
          </a:xfrm>
          <a:prstGeom xmlns:a="http://schemas.openxmlformats.org/drawingml/2006/main" prst="rect">
            <a:avLst/>
          </a:prstGeom>
        </p:spPr>
        <p:txBody>
          <a:bodyPr xmlns:a="http://schemas.openxmlformats.org/drawingml/2006/main">
            <a:noAutofit/>
          </a:bodyPr>
          <a:lstStyle xmlns:a="http://schemas.openxmlformats.org/drawingml/2006/main">
            <a:lvl1pPr>
              <a:lnSpc>
                <a:spcPct val="100000"/>
              </a:lnSpc>
              <a:buNone/>
              <a:defRPr/>
            </a:lvl1pPr>
          </a:lstStyle>
          <a:p xmlns:a="http://schemas.openxmlformats.org/drawingml/2006/main">
            <a:pPr>
              <a:buNone/>
            </a:pPr>
            <a:r>
              <a:t>Click to edit Master text styles</a:t>
            </a:r>
          </a:p>
        </p:txBody>
      </p:sp>
      <p:pic>
        <p:nvPicPr>
          <p:cNvPr id="13" name="OTag"/>
          <p:cNvPicPr>
            <a:picLocks xmlns:a="http://schemas.openxmlformats.org/drawingml/2006/main" noChangeAspect="1"/>
          </p:cNvPicPr>
          <p:nvPr/>
        </p:nvPicPr>
        <p:blipFill>
          <a:blip xmlns:r="http://schemas.openxmlformats.org/officeDocument/2006/relationships" xmlns:a="http://schemas.openxmlformats.org/drawingml/2006/main" r:embed="R14be868db29743f7"/>
          <a:stretch xmlns:a="http://schemas.openxmlformats.org/drawingml/2006/main">
            <a:fillRect l="0" t="0" r="0" b="0"/>
          </a:stretch>
        </p:blipFill>
        <p:spPr>
          <a:xfrm xmlns:a="http://schemas.openxmlformats.org/drawingml/2006/main">
            <a:off x="11405616" y="6464808"/>
            <a:ext cx="393192" cy="393192"/>
          </a:xfrm>
          <a:prstGeom xmlns:a="http://schemas.openxmlformats.org/drawingml/2006/main" prst="rect">
            <a:avLst/>
          </a:prstGeom>
        </p:spPr>
      </p:pic>
      <p:sp>
        <p:nvSpPr>
          <p:cNvPr id="2" name="Accent mark">
            <a:extLst xmlns:a="http://schemas.openxmlformats.org/drawingml/2006/main">
              <a:ext uri="{FF2B5EF4-FFF2-40B4-BE49-F238E27FC236}">
                <a16:creationId xmlns:a16="http://schemas.microsoft.com/office/drawing/2014/main" id="{AED05725-671E-C225-6DF9-7BB572CF6458}"/>
              </a:ext>
            </a:extLst>
          </p:cNvPr>
          <p:cNvSpPr>
            <a:spLocks xmlns:a="http://schemas.openxmlformats.org/drawingml/2006/main" noGrp="1"/>
          </p:cNvSpPr>
          <p:nvPr/>
        </p:nvSpPr>
        <p:spPr>
          <a:xfrm xmlns:a="http://schemas.openxmlformats.org/drawingml/2006/main">
            <a:off x="792538" y="4502811"/>
            <a:ext cx="365760" cy="36576"/>
          </a:xfrm>
          <a:prstGeom xmlns:a="http://schemas.openxmlformats.org/drawingml/2006/main" prst="rect">
            <a:avLst/>
          </a:prstGeom>
          <a:solidFill xmlns:a="http://schemas.openxmlformats.org/drawingml/2006/main">
            <a:srgbClr val="F0CC7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Slide Number Placeholder 5">
            <a:extLst xmlns:a="http://schemas.openxmlformats.org/drawingml/2006/main">
              <a:ext uri="{FF2B5EF4-FFF2-40B4-BE49-F238E27FC236}">
                <a16:creationId xmlns:a16="http://schemas.microsoft.com/office/drawing/2014/main" id="{2A1785D5-56B1-DEF0-BA3B-01F667698630}"/>
              </a:ext>
            </a:extLst>
          </p:cNvPr>
          <p:cNvSpPr>
            <a:spLocks xmlns:a="http://schemas.openxmlformats.org/drawingml/2006/main" noGrp="1"/>
          </p:cNvSpPr>
          <p:nvPr>
            <p:ph type="sldNum" idx="40"/>
          </p:nvPr>
        </p:nvSpPr>
        <p:spPr>
          <a:xfrm xmlns:a="http://schemas.openxmlformats.org/drawingml/2006/main">
            <a:off x="762000" y="6423660"/>
            <a:ext cx="365760" cy="365760"/>
          </a:xfrm>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fld id="{345D60D9-5372-5F40-9443-0F9AE5BDC3C8}" type="slidenum">
              <a:t>‹#›</a:t>
            </a:fld>
          </a:p>
        </p:txBody>
      </p:sp>
      <p:sp>
        <p:nvSpPr>
          <p:cNvPr id="7" name="Footer Placeholder 4">
            <a:extLst xmlns:a="http://schemas.openxmlformats.org/drawingml/2006/main">
              <a:ext uri="{FF2B5EF4-FFF2-40B4-BE49-F238E27FC236}">
                <a16:creationId xmlns:a16="http://schemas.microsoft.com/office/drawing/2014/main" id="{8421D3AC-547A-FA4A-F401-420B85189227}"/>
              </a:ext>
            </a:extLst>
          </p:cNvPr>
          <p:cNvSpPr>
            <a:spLocks xmlns:a="http://schemas.openxmlformats.org/drawingml/2006/main" noGrp="1"/>
          </p:cNvSpPr>
          <p:nvPr>
            <p:ph type="ftr" idx="39"/>
          </p:nvPr>
        </p:nvSpPr>
        <p:spPr>
          <a:xfrm xmlns:a="http://schemas.openxmlformats.org/drawingml/2006/main">
            <a:off x="1127758" y="6423978"/>
            <a:ext cx="8778240" cy="365125"/>
          </a:xfrm>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Copyright © 2026, Oracle and/or its affiliates |  Confidential: Internal/Restricted/Highly Restricted</a:t>
            </a:r>
          </a:p>
        </p:txBody>
      </p:sp>
      <p:sp>
        <p:nvSpPr>
          <p:cNvPr id="8" name="Date Placeholder 3">
            <a:extLst xmlns:a="http://schemas.openxmlformats.org/drawingml/2006/main">
              <a:ext uri="{FF2B5EF4-FFF2-40B4-BE49-F238E27FC236}">
                <a16:creationId xmlns:a16="http://schemas.microsoft.com/office/drawing/2014/main" id="{A4B13FC0-F54E-BB8C-3DE1-8D7172726F3E}"/>
              </a:ext>
            </a:extLst>
          </p:cNvPr>
          <p:cNvSpPr>
            <a:spLocks xmlns:a="http://schemas.openxmlformats.org/drawingml/2006/main" noGrp="1"/>
          </p:cNvSpPr>
          <p:nvPr>
            <p:ph type="dt" idx="38"/>
          </p:nvPr>
        </p:nvSpPr>
        <p:spPr>
          <a:xfrm xmlns:a="http://schemas.openxmlformats.org/drawingml/2006/main">
            <a:off x="9951618" y="6425604"/>
            <a:ext cx="1097280" cy="363500"/>
          </a:xfrm>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[Date]</a:t>
            </a:r>
          </a:p>
        </p:txBody>
      </p:sp>
    </p:spTree>
  </p:cSld>
</p:sldLayout>
</file>

<file path=ppt/slideLayouts/slideLayout38.xml><?xml version="1.0" encoding="utf-8"?>
<p:sldLayout xmlns:p="http://schemas.openxmlformats.org/presentationml/2006/main" preserve="1" userDrawn="1">
  <p:cSld name="Light - Thank You">
    <p:bg>
      <p:bgPr>
        <a:solidFill xmlns:a="http://schemas.openxmlformats.org/drawingml/2006/main">
          <a:schemeClr val="bg2"/>
        </a:solidFill>
      </p:bgPr>
    </p:bg>
    <p:spTree>
      <p:nvGrpSpPr>
        <p:cNvPr id="1" name=""/>
        <p:cNvGrpSpPr/>
        <p:nvPr/>
      </p:nvGrpSpPr>
      <p:grpSpPr>
        <a:xfrm xmlns:a="http://schemas.openxmlformats.org/drawingml/2006/main"/>
      </p:grpSpPr>
      <p:sp>
        <p:nvSpPr>
          <p:cNvPr id="3" name="Thank You">
            <a:extLst xmlns:a="http://schemas.openxmlformats.org/drawingml/2006/main">
              <a:ext uri="{FF2B5EF4-FFF2-40B4-BE49-F238E27FC236}">
                <a16:creationId xmlns:a16="http://schemas.microsoft.com/office/drawing/2014/main" id="{701BFB4F-AD1A-4B21-826E-A2F61F5D8AAB}"/>
              </a:ext>
            </a:extLst>
          </p:cNvPr>
          <p:cNvSpPr>
            <a:spLocks xmlns:a="http://schemas.openxmlformats.org/drawingml/2006/main" noGrp="1"/>
          </p:cNvSpPr>
          <p:nvPr>
            <p:ph type="title" idx="0" hasCustomPrompt="1"/>
          </p:nvPr>
        </p:nvSpPr>
        <p:spPr>
          <a:xfrm xmlns:a="http://schemas.openxmlformats.org/drawingml/2006/main">
            <a:off x="768875" y="3482230"/>
            <a:ext cx="5022325" cy="822960"/>
          </a:xfrm>
          <a:prstGeom xmlns:a="http://schemas.openxmlformats.org/drawingml/2006/main" prst="rect">
            <a:avLst/>
          </a:prstGeom>
          <a:noFill xmlns:a="http://schemas.openxmlformats.org/drawingml/2006/main"/>
        </p:spPr>
        <p:txBody>
          <a:bodyPr xmlns:a="http://schemas.openxmlformats.org/drawingml/2006/main" vert="horz" lIns="0" tIns="0" rIns="0" bIns="0" anchor="b">
            <a:noAutofit/>
          </a:bodyPr>
          <a:lstStyle xmlns:a="http://schemas.openxmlformats.org/drawingml/2006/main">
            <a:lvl1pPr>
              <a:lnSpc>
                <a:spcPct val="100000"/>
              </a:lnSpc>
              <a:buNone/>
              <a:defRPr sz="4000" b="1" i="0">
                <a:latin typeface="Oracle Sans Tab"/>
                <a:ea typeface="Oracle Sans Tab"/>
                <a:cs typeface="Oracle Sans Tab"/>
              </a:defRPr>
            </a:lvl1pPr>
          </a:lstStyle>
          <a:p xmlns:a="http://schemas.openxmlformats.org/drawingml/2006/main">
            <a:pPr marL="0" indent="0">
              <a:lnSpc>
                <a:spcPct val="100000"/>
              </a:lnSpc>
              <a:spcBef>
                <a:spcPts val="0"/>
              </a:spcBef>
              <a:spcAft>
                <a:spcPts val="0"/>
              </a:spcAft>
              <a:buNone/>
            </a:pPr>
            <a:r>
              <a:t>Thank you</a:t>
            </a:r>
          </a:p>
        </p:txBody>
      </p:sp>
      <p:sp>
        <p:nvSpPr>
          <p:cNvPr id="11" name="Text Field">
            <a:extLst xmlns:a="http://schemas.openxmlformats.org/drawingml/2006/main">
              <a:ext uri="{FF2B5EF4-FFF2-40B4-BE49-F238E27FC236}">
                <a16:creationId xmlns:a16="http://schemas.microsoft.com/office/drawing/2014/main" id="{F273E805-B8FF-F84B-99E6-4636F8BD3EBF}"/>
              </a:ext>
            </a:extLst>
          </p:cNvPr>
          <p:cNvSpPr>
            <a:spLocks xmlns:a="http://schemas.openxmlformats.org/drawingml/2006/main" noGrp="1"/>
          </p:cNvSpPr>
          <p:nvPr>
            <p:ph type="body" idx="37"/>
          </p:nvPr>
        </p:nvSpPr>
        <p:spPr>
          <a:xfrm xmlns:a="http://schemas.openxmlformats.org/drawingml/2006/main">
            <a:off x="762000" y="4773585"/>
            <a:ext cx="5029200" cy="266291"/>
          </a:xfrm>
          <a:prstGeom xmlns:a="http://schemas.openxmlformats.org/drawingml/2006/main" prst="rect">
            <a:avLst/>
          </a:prstGeom>
        </p:spPr>
        <p:txBody>
          <a:bodyPr xmlns:a="http://schemas.openxmlformats.org/drawingml/2006/main">
            <a:noAutofit/>
          </a:bodyPr>
          <a:lstStyle xmlns:a="http://schemas.openxmlformats.org/drawingml/2006/main">
            <a:lvl1pPr>
              <a:lnSpc>
                <a:spcPct val="100000"/>
              </a:lnSpc>
              <a:buNone/>
              <a:defRPr b="1"/>
            </a:lvl1pPr>
          </a:lstStyle>
          <a:p xmlns:a="http://schemas.openxmlformats.org/drawingml/2006/main">
            <a:pPr>
              <a:buNone/>
            </a:pPr>
            <a:r>
              <a:t>Click to edit Master text styles</a:t>
            </a:r>
          </a:p>
        </p:txBody>
      </p:sp>
      <p:sp>
        <p:nvSpPr>
          <p:cNvPr id="10" name="Text Field 2">
            <a:extLst xmlns:a="http://schemas.openxmlformats.org/drawingml/2006/main">
              <a:ext uri="{FF2B5EF4-FFF2-40B4-BE49-F238E27FC236}">
                <a16:creationId xmlns:a16="http://schemas.microsoft.com/office/drawing/2014/main" id="{283762D0-0D31-A347-AD9E-095398CD17C5}"/>
              </a:ext>
            </a:extLst>
          </p:cNvPr>
          <p:cNvSpPr>
            <a:spLocks xmlns:a="http://schemas.openxmlformats.org/drawingml/2006/main" noGrp="1"/>
          </p:cNvSpPr>
          <p:nvPr>
            <p:ph type="body" idx="36"/>
          </p:nvPr>
        </p:nvSpPr>
        <p:spPr>
          <a:xfrm xmlns:a="http://schemas.openxmlformats.org/drawingml/2006/main">
            <a:off x="762000" y="5111178"/>
            <a:ext cx="5029200" cy="895181"/>
          </a:xfrm>
          <a:prstGeom xmlns:a="http://schemas.openxmlformats.org/drawingml/2006/main" prst="rect">
            <a:avLst/>
          </a:prstGeom>
        </p:spPr>
        <p:txBody>
          <a:bodyPr xmlns:a="http://schemas.openxmlformats.org/drawingml/2006/main">
            <a:noAutofit/>
          </a:bodyPr>
          <a:lstStyle xmlns:a="http://schemas.openxmlformats.org/drawingml/2006/main">
            <a:lvl1pPr>
              <a:lnSpc>
                <a:spcPct val="100000"/>
              </a:lnSpc>
              <a:buNone/>
              <a:defRPr/>
            </a:lvl1pPr>
          </a:lstStyle>
          <a:p xmlns:a="http://schemas.openxmlformats.org/drawingml/2006/main">
            <a:pPr>
              <a:buNone/>
            </a:pPr>
            <a:r>
              <a:t>Click to edit Master text styles</a:t>
            </a:r>
          </a:p>
        </p:txBody>
      </p:sp>
      <p:pic>
        <p:nvPicPr>
          <p:cNvPr id="13" name="OTag"/>
          <p:cNvPicPr>
            <a:picLocks xmlns:a="http://schemas.openxmlformats.org/drawingml/2006/main" noChangeAspect="1"/>
          </p:cNvPicPr>
          <p:nvPr/>
        </p:nvPicPr>
        <p:blipFill>
          <a:blip xmlns:r="http://schemas.openxmlformats.org/officeDocument/2006/relationships" xmlns:a="http://schemas.openxmlformats.org/drawingml/2006/main" r:embed="Rf4d9869feb4d4f8f"/>
          <a:stretch xmlns:a="http://schemas.openxmlformats.org/drawingml/2006/main">
            <a:fillRect l="0" t="0" r="0" b="0"/>
          </a:stretch>
        </p:blipFill>
        <p:spPr>
          <a:xfrm xmlns:a="http://schemas.openxmlformats.org/drawingml/2006/main">
            <a:off x="11405616" y="6464808"/>
            <a:ext cx="393192" cy="393192"/>
          </a:xfrm>
          <a:prstGeom xmlns:a="http://schemas.openxmlformats.org/drawingml/2006/main" prst="rect">
            <a:avLst/>
          </a:prstGeom>
        </p:spPr>
      </p:pic>
      <p:sp>
        <p:nvSpPr>
          <p:cNvPr id="33" name="Date Placeholder 32">
            <a:extLst xmlns:a="http://schemas.openxmlformats.org/drawingml/2006/main">
              <a:ext uri="{FF2B5EF4-FFF2-40B4-BE49-F238E27FC236}">
                <a16:creationId xmlns:a16="http://schemas.microsoft.com/office/drawing/2014/main" id="{C757BBF7-1C67-AA09-584F-7A752DCB4BC9}"/>
              </a:ext>
            </a:extLst>
          </p:cNvPr>
          <p:cNvSpPr>
            <a:spLocks xmlns:a="http://schemas.openxmlformats.org/drawingml/2006/main" noGrp="1"/>
          </p:cNvSpPr>
          <p:nvPr>
            <p:ph type="dt" idx="38"/>
          </p:nvPr>
        </p:nvSpPr>
        <p:spPr/>
        <p:txBody>
          <a:bodyPr xmlns:a="http://schemas.openxmlformats.org/drawingml/2006/main"/>
          <a:lstStyle xmlns:a="http://schemas.openxmlformats.org/drawingml/2006/main">
            <a:lvl1pPr>
              <a:buNone/>
              <a:defRPr>
                <a:solidFill>
                  <a:srgbClr val="514C47"/>
                </a:solidFill>
              </a:defRPr>
            </a:lvl1pPr>
          </a:lstStyle>
          <a:p xmlns:a="http://schemas.openxmlformats.org/drawingml/2006/main">
            <a:r>
              <a:t>[Date]</a:t>
            </a:r>
          </a:p>
        </p:txBody>
      </p:sp>
      <p:sp>
        <p:nvSpPr>
          <p:cNvPr id="34" name="Footer Placeholder 33">
            <a:extLst xmlns:a="http://schemas.openxmlformats.org/drawingml/2006/main">
              <a:ext uri="{FF2B5EF4-FFF2-40B4-BE49-F238E27FC236}">
                <a16:creationId xmlns:a16="http://schemas.microsoft.com/office/drawing/2014/main" id="{2B12D776-70C0-CC40-00F8-F8AB6108C9AA}"/>
              </a:ext>
            </a:extLst>
          </p:cNvPr>
          <p:cNvSpPr>
            <a:spLocks xmlns:a="http://schemas.openxmlformats.org/drawingml/2006/main" noGrp="1"/>
          </p:cNvSpPr>
          <p:nvPr>
            <p:ph type="ftr" idx="39"/>
          </p:nvPr>
        </p:nvSpPr>
        <p:spPr/>
        <p:txBody>
          <a:bodyPr xmlns:a="http://schemas.openxmlformats.org/drawingml/2006/main"/>
          <a:lstStyle xmlns:a="http://schemas.openxmlformats.org/drawingml/2006/main">
            <a:lvl1pPr>
              <a:buNone/>
              <a:defRPr>
                <a:solidFill>
                  <a:srgbClr val="514C47"/>
                </a:solidFill>
              </a:defRPr>
            </a:lvl1pPr>
          </a:lstStyle>
          <a:p xmlns:a="http://schemas.openxmlformats.org/drawingml/2006/main">
            <a:r>
              <a:t>Copyright © 2026, Oracle and/or its affiliates |  Confidential: Internal/Restricted/Highly Restricted</a:t>
            </a:r>
          </a:p>
        </p:txBody>
      </p:sp>
      <p:sp>
        <p:nvSpPr>
          <p:cNvPr id="35" name="Slide Number Placeholder 34">
            <a:extLst xmlns:a="http://schemas.openxmlformats.org/drawingml/2006/main">
              <a:ext uri="{FF2B5EF4-FFF2-40B4-BE49-F238E27FC236}">
                <a16:creationId xmlns:a16="http://schemas.microsoft.com/office/drawing/2014/main" id="{2021DDA7-EEBD-CE8D-1221-C07F76A0D39F}"/>
              </a:ext>
            </a:extLst>
          </p:cNvPr>
          <p:cNvSpPr>
            <a:spLocks xmlns:a="http://schemas.openxmlformats.org/drawingml/2006/main" noGrp="1"/>
          </p:cNvSpPr>
          <p:nvPr>
            <p:ph type="sldNum" idx="40"/>
          </p:nvPr>
        </p:nvSpPr>
        <p:spPr/>
        <p:txBody>
          <a:bodyPr xmlns:a="http://schemas.openxmlformats.org/drawingml/2006/main"/>
          <a:lstStyle xmlns:a="http://schemas.openxmlformats.org/drawingml/2006/main">
            <a:lvl1pPr>
              <a:buNone/>
              <a:defRPr>
                <a:solidFill>
                  <a:srgbClr val="514C47"/>
                </a:solidFill>
              </a:defRPr>
            </a:lvl1pPr>
          </a:lstStyle>
          <a:p xmlns:a="http://schemas.openxmlformats.org/drawingml/2006/main">
            <a:fld id="{345D60D9-5372-5F40-9443-0F9AE5BDC3C8}" type="slidenum">
              <a:t>‹#›</a:t>
            </a:fld>
          </a:p>
        </p:txBody>
      </p:sp>
      <p:pic>
        <p:nvPicPr>
          <p:cNvPr id="36" name="OTag"/>
          <p:cNvPicPr>
            <a:picLocks xmlns:a="http://schemas.openxmlformats.org/drawingml/2006/main" noChangeAspect="1"/>
          </p:cNvPicPr>
          <p:nvPr/>
        </p:nvPicPr>
        <p:blipFill>
          <a:blip xmlns:r="http://schemas.openxmlformats.org/officeDocument/2006/relationships" xmlns:a="http://schemas.openxmlformats.org/drawingml/2006/main" r:embed="Rf4d9869feb4d4f8f"/>
          <a:stretch xmlns:a="http://schemas.openxmlformats.org/drawingml/2006/main">
            <a:fillRect l="0" t="0" r="0" b="0"/>
          </a:stretch>
        </p:blipFill>
        <p:spPr>
          <a:xfrm xmlns:a="http://schemas.openxmlformats.org/drawingml/2006/main">
            <a:off x="11402373" y="6464808"/>
            <a:ext cx="393192" cy="393192"/>
          </a:xfrm>
          <a:prstGeom xmlns:a="http://schemas.openxmlformats.org/drawingml/2006/main" prst="rect">
            <a:avLst/>
          </a:prstGeom>
        </p:spPr>
      </p:pic>
      <p:pic>
        <p:nvPicPr>
          <p:cNvPr id="37" name="Graphic 3"/>
          <p:cNvPicPr>
            <a:picLocks xmlns:a="http://schemas.openxmlformats.org/drawingml/2006/main" noChangeAspect="1"/>
          </p:cNvPicPr>
          <p:nvPr/>
        </p:nvPicPr>
        <p:blipFill>
          <a:blip xmlns:r="http://schemas.openxmlformats.org/officeDocument/2006/relationships" xmlns:a="http://schemas.openxmlformats.org/drawingml/2006/main" r:embed="R11ad7bd90f1046da">
            <a:extLst>
              <a:ext uri="{96DAC541-7B7A-43D3-8B79-37D633B846F1}">
                <asvg:svgBlip xmlns:asvg="http://schemas.microsoft.com/office/drawing/2016/SVG/main" r:embed="R146f6465b42c4f60"/>
              </a:ext>
            </a:extLst>
          </a:blip>
          <a:stretch xmlns:a="http://schemas.openxmlformats.org/drawingml/2006/main">
            <a:fillRect l="0" t="0" r="0" b="0"/>
          </a:stretch>
        </p:blipFill>
        <p:spPr>
          <a:xfrm xmlns:a="http://schemas.openxmlformats.org/drawingml/2006/main">
            <a:off x="4419600" y="0"/>
            <a:ext cx="7772400" cy="5181600"/>
          </a:xfrm>
          <a:prstGeom xmlns:a="http://schemas.openxmlformats.org/drawingml/2006/main" prst="rect">
            <a:avLst/>
          </a:prstGeom>
        </p:spPr>
      </p:pic>
      <p:sp>
        <p:nvSpPr>
          <p:cNvPr id="2" name="Accent mark">
            <a:extLst xmlns:a="http://schemas.openxmlformats.org/drawingml/2006/main">
              <a:ext uri="{FF2B5EF4-FFF2-40B4-BE49-F238E27FC236}">
                <a16:creationId xmlns:a16="http://schemas.microsoft.com/office/drawing/2014/main" id="{B0EC2F66-9907-2F15-B317-36B39B8BBE6F}"/>
              </a:ext>
            </a:extLst>
          </p:cNvPr>
          <p:cNvSpPr>
            <a:spLocks xmlns:a="http://schemas.openxmlformats.org/drawingml/2006/main" noGrp="1"/>
          </p:cNvSpPr>
          <p:nvPr/>
        </p:nvSpPr>
        <p:spPr>
          <a:xfrm xmlns:a="http://schemas.openxmlformats.org/drawingml/2006/main">
            <a:off x="792538" y="4502811"/>
            <a:ext cx="365760" cy="36576"/>
          </a:xfrm>
          <a:prstGeom xmlns:a="http://schemas.openxmlformats.org/drawingml/2006/main" prst="rect">
            <a:avLst/>
          </a:prstGeom>
          <a:solidFill xmlns:a="http://schemas.openxmlformats.org/drawingml/2006/main">
            <a:srgbClr val="C74634"/>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Tree>
  </p:cSld>
</p:sldLayout>
</file>

<file path=ppt/slideLayouts/slideLayout39.xml><?xml version="1.0" encoding="utf-8"?>
<p:sldLayout xmlns:p="http://schemas.openxmlformats.org/presentationml/2006/main" preserve="1" userDrawn="1">
  <p:cSld name="Dark - Safe harbor_Pillar">
    <p:bg>
      <p:bgRef idx="1001">
        <a:schemeClr xmlns:a="http://schemas.openxmlformats.org/drawingml/2006/main" val="bg2"/>
      </p:bgRef>
    </p:bg>
    <p:spTree>
      <p:nvGrpSpPr>
        <p:cNvPr id="1" name=""/>
        <p:cNvGrpSpPr/>
        <p:nvPr/>
      </p:nvGrpSpPr>
      <p:grpSpPr>
        <a:xfrm xmlns:a="http://schemas.openxmlformats.org/drawingml/2006/main"/>
      </p:grpSpPr>
      <p:sp>
        <p:nvSpPr>
          <p:cNvPr id="3" name="Title 2">
            <a:extLst xmlns:a="http://schemas.openxmlformats.org/drawingml/2006/main">
              <a:ext uri="{FF2B5EF4-FFF2-40B4-BE49-F238E27FC236}">
                <a16:creationId xmlns:a16="http://schemas.microsoft.com/office/drawing/2014/main" id="{51E051E1-71EC-4D3F-847F-0BC7D691C8EC}"/>
              </a:ext>
            </a:extLst>
          </p:cNvPr>
          <p:cNvSpPr>
            <a:spLocks xmlns:a="http://schemas.openxmlformats.org/drawingml/2006/main" noGrp="1"/>
          </p:cNvSpPr>
          <p:nvPr>
            <p:ph type="title" idx="0" hasCustomPrompt="1"/>
          </p:nvPr>
        </p:nvSpPr>
        <p:spPr>
          <a:xfrm xmlns:a="http://schemas.openxmlformats.org/drawingml/2006/main">
            <a:off x="768875" y="182403"/>
            <a:ext cx="10671048" cy="822960"/>
          </a:xfrm>
        </p:spPr>
        <p:txBody>
          <a:bodyPr xmlns:a="http://schemas.openxmlformats.org/drawingml/2006/main"/>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r>
              <a:t>Safe harbor statement</a:t>
            </a:r>
          </a:p>
        </p:txBody>
      </p:sp>
      <p:sp>
        <p:nvSpPr>
          <p:cNvPr id="8" name="TextBox 7">
            <a:extLst xmlns:a="http://schemas.openxmlformats.org/drawingml/2006/main">
              <a:ext uri="{FF2B5EF4-FFF2-40B4-BE49-F238E27FC236}">
                <a16:creationId xmlns:a16="http://schemas.microsoft.com/office/drawing/2014/main" id="{F2087D21-F78B-45C7-2C05-43C5D2F54367}"/>
              </a:ext>
            </a:extLst>
          </p:cNvPr>
          <p:cNvSpPr>
            <a:spLocks xmlns:a="http://schemas.openxmlformats.org/drawingml/2006/main" noGrp="1"/>
          </p:cNvSpPr>
          <p:nvPr/>
        </p:nvSpPr>
        <p:spPr>
          <a:xfrm xmlns:a="http://schemas.openxmlformats.org/drawingml/2006/main">
            <a:off x="762000" y="2344333"/>
            <a:ext cx="8854338" cy="1709763"/>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nSpc>
                <a:spcPts val="2120"/>
              </a:lnSpc>
              <a:spcAft>
                <a:spcPts val="0"/>
              </a:spcAft>
              <a:buNone/>
            </a:pPr>
            <a:r>
              <a:rPr sz="1800" b="0" i="0">
                <a:solidFill>
                  <a:schemeClr val="tx1"/>
                </a:solidFill>
                <a:latin typeface="+mn-lt"/>
                <a:ea typeface="+mn-lt"/>
                <a:cs typeface="+mn-lt"/>
              </a:rPr>
              <a:t>The following is intended to outline our general product direction. It is intended for information purposes only, and may not be incorporated into any contract. It is not a commitment to deliver any material, code, or functionality, and should not be relied upon in making purchasing decisions. The development, release, timing, and pricing of any features or functionality described for Oracle’s products may change and remains at the sole discretion of Oracle Corporation.</a:t>
            </a:r>
          </a:p>
        </p:txBody>
      </p:sp>
      <p:sp>
        <p:nvSpPr>
          <p:cNvPr id="2" name="Slide Number Placeholder 5">
            <a:extLst xmlns:a="http://schemas.openxmlformats.org/drawingml/2006/main">
              <a:ext uri="{FF2B5EF4-FFF2-40B4-BE49-F238E27FC236}">
                <a16:creationId xmlns:a16="http://schemas.microsoft.com/office/drawing/2014/main" id="{540641E3-ACAB-E839-02EF-7C57C307FABA}"/>
              </a:ext>
            </a:extLst>
          </p:cNvPr>
          <p:cNvSpPr>
            <a:spLocks xmlns:a="http://schemas.openxmlformats.org/drawingml/2006/main" noGrp="1"/>
          </p:cNvSpPr>
          <p:nvPr>
            <p:ph type="sldNum" idx="40"/>
          </p:nvPr>
        </p:nvSpPr>
        <p:spPr>
          <a:xfrm xmlns:a="http://schemas.openxmlformats.org/drawingml/2006/main">
            <a:off x="762000" y="6423660"/>
            <a:ext cx="365760" cy="365760"/>
          </a:xfrm>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fld id="{345D60D9-5372-5F40-9443-0F9AE5BDC3C8}" type="slidenum">
              <a:t>‹#›</a:t>
            </a:fld>
          </a:p>
        </p:txBody>
      </p:sp>
      <p:sp>
        <p:nvSpPr>
          <p:cNvPr id="4" name="Footer Placeholder 4">
            <a:extLst xmlns:a="http://schemas.openxmlformats.org/drawingml/2006/main">
              <a:ext uri="{FF2B5EF4-FFF2-40B4-BE49-F238E27FC236}">
                <a16:creationId xmlns:a16="http://schemas.microsoft.com/office/drawing/2014/main" id="{BD409CAB-1191-6D39-1254-89464A0612E4}"/>
              </a:ext>
            </a:extLst>
          </p:cNvPr>
          <p:cNvSpPr>
            <a:spLocks xmlns:a="http://schemas.openxmlformats.org/drawingml/2006/main" noGrp="1"/>
          </p:cNvSpPr>
          <p:nvPr>
            <p:ph type="ftr" idx="39"/>
          </p:nvPr>
        </p:nvSpPr>
        <p:spPr>
          <a:xfrm xmlns:a="http://schemas.openxmlformats.org/drawingml/2006/main">
            <a:off x="1127758" y="6423978"/>
            <a:ext cx="8778240" cy="365125"/>
          </a:xfrm>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Copyright © 2026, Oracle and/or its affiliates |  Confidential: Internal/Restricted/Highly Restricted</a:t>
            </a:r>
          </a:p>
        </p:txBody>
      </p:sp>
      <p:sp>
        <p:nvSpPr>
          <p:cNvPr id="9" name="Date Placeholder 3">
            <a:extLst xmlns:a="http://schemas.openxmlformats.org/drawingml/2006/main">
              <a:ext uri="{FF2B5EF4-FFF2-40B4-BE49-F238E27FC236}">
                <a16:creationId xmlns:a16="http://schemas.microsoft.com/office/drawing/2014/main" id="{DC7047DB-AC61-D690-04AA-5A30B7A328DB}"/>
              </a:ext>
            </a:extLst>
          </p:cNvPr>
          <p:cNvSpPr>
            <a:spLocks xmlns:a="http://schemas.openxmlformats.org/drawingml/2006/main" noGrp="1"/>
          </p:cNvSpPr>
          <p:nvPr>
            <p:ph type="dt" idx="38"/>
          </p:nvPr>
        </p:nvSpPr>
        <p:spPr>
          <a:xfrm xmlns:a="http://schemas.openxmlformats.org/drawingml/2006/main">
            <a:off x="9951618" y="6425604"/>
            <a:ext cx="1097280" cy="363500"/>
          </a:xfrm>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[Date]</a:t>
            </a:r>
          </a:p>
        </p:txBody>
      </p:sp>
    </p:spTree>
  </p:cSld>
</p:sldLayout>
</file>

<file path=ppt/slideLayouts/slideLayout40.xml><?xml version="1.0" encoding="utf-8"?>
<p:sldLayout xmlns:p="http://schemas.openxmlformats.org/presentationml/2006/main" preserve="1" userDrawn="1">
  <p:cSld name="Light - Safe harbor_Pillar">
    <p:bg>
      <p:bgPr>
        <a:solidFill xmlns:a="http://schemas.openxmlformats.org/drawingml/2006/main">
          <a:schemeClr val="bg2"/>
        </a:solidFill>
      </p:bgPr>
    </p:bg>
    <p:spTree>
      <p:nvGrpSpPr>
        <p:cNvPr id="1" name=""/>
        <p:cNvGrpSpPr/>
        <p:nvPr/>
      </p:nvGrpSpPr>
      <p:grpSpPr>
        <a:xfrm xmlns:a="http://schemas.openxmlformats.org/drawingml/2006/main"/>
      </p:grpSpPr>
      <p:sp>
        <p:nvSpPr>
          <p:cNvPr id="3" name="Title 2">
            <a:extLst xmlns:a="http://schemas.openxmlformats.org/drawingml/2006/main">
              <a:ext uri="{FF2B5EF4-FFF2-40B4-BE49-F238E27FC236}">
                <a16:creationId xmlns:a16="http://schemas.microsoft.com/office/drawing/2014/main" id="{51E051E1-71EC-4D3F-847F-0BC7D691C8EC}"/>
              </a:ext>
            </a:extLst>
          </p:cNvPr>
          <p:cNvSpPr>
            <a:spLocks xmlns:a="http://schemas.openxmlformats.org/drawingml/2006/main" noGrp="1"/>
          </p:cNvSpPr>
          <p:nvPr>
            <p:ph type="title" idx="0" hasCustomPrompt="1"/>
          </p:nvPr>
        </p:nvSpPr>
        <p:spPr>
          <a:xfrm xmlns:a="http://schemas.openxmlformats.org/drawingml/2006/main">
            <a:off x="768875" y="182403"/>
            <a:ext cx="10671048" cy="822960"/>
          </a:xfrm>
        </p:spPr>
        <p:txBody>
          <a:bodyPr xmlns:a="http://schemas.openxmlformats.org/drawingml/2006/main"/>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r>
              <a:t>Safe harbor statement</a:t>
            </a:r>
          </a:p>
        </p:txBody>
      </p:sp>
      <p:sp>
        <p:nvSpPr>
          <p:cNvPr id="5" name="TextBox 4">
            <a:extLst xmlns:a="http://schemas.openxmlformats.org/drawingml/2006/main">
              <a:ext uri="{FF2B5EF4-FFF2-40B4-BE49-F238E27FC236}">
                <a16:creationId xmlns:a16="http://schemas.microsoft.com/office/drawing/2014/main" id="{CA4392FF-7C2C-D37B-DD7D-60C8C946E8C6}"/>
              </a:ext>
            </a:extLst>
          </p:cNvPr>
          <p:cNvSpPr>
            <a:spLocks xmlns:a="http://schemas.openxmlformats.org/drawingml/2006/main" noGrp="1"/>
          </p:cNvSpPr>
          <p:nvPr/>
        </p:nvSpPr>
        <p:spPr>
          <a:xfrm xmlns:a="http://schemas.openxmlformats.org/drawingml/2006/main">
            <a:off x="762000" y="2344333"/>
            <a:ext cx="8854338" cy="1709763"/>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nSpc>
                <a:spcPts val="2120"/>
              </a:lnSpc>
              <a:spcAft>
                <a:spcPts val="0"/>
              </a:spcAft>
              <a:buNone/>
            </a:pPr>
            <a:r>
              <a:rPr sz="1800" b="0" i="0">
                <a:solidFill>
                  <a:schemeClr val="tx1"/>
                </a:solidFill>
                <a:latin typeface="+mn-lt"/>
                <a:ea typeface="+mn-lt"/>
                <a:cs typeface="+mn-lt"/>
              </a:rPr>
              <a:t>The following is intended to outline our general product direction. It is intended for information purposes only, and may not be incorporated into any contract. It is not a commitment to deliver any material, code, or functionality, and should not be relied upon in making purchasing decisions. The development, release, timing, and pricing of any features or functionality described for Oracle’s products may change and remains at the sole discretion of Oracle Corporation.</a:t>
            </a:r>
          </a:p>
        </p:txBody>
      </p:sp>
      <p:sp>
        <p:nvSpPr>
          <p:cNvPr id="4" name="Date Placeholder 3">
            <a:extLst xmlns:a="http://schemas.openxmlformats.org/drawingml/2006/main">
              <a:ext uri="{FF2B5EF4-FFF2-40B4-BE49-F238E27FC236}">
                <a16:creationId xmlns:a16="http://schemas.microsoft.com/office/drawing/2014/main" id="{FCF6CFC0-B1A7-65DC-D50E-11CA6C5980BE}"/>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r>
              <a:t>[Date]</a:t>
            </a:r>
          </a:p>
        </p:txBody>
      </p:sp>
      <p:sp>
        <p:nvSpPr>
          <p:cNvPr id="6" name="Footer Placeholder 5">
            <a:extLst xmlns:a="http://schemas.openxmlformats.org/drawingml/2006/main">
              <a:ext uri="{FF2B5EF4-FFF2-40B4-BE49-F238E27FC236}">
                <a16:creationId xmlns:a16="http://schemas.microsoft.com/office/drawing/2014/main" id="{4C76ABC6-F319-24F4-BEE1-D506B2F9E4AD}"/>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7" name="Slide Number Placeholder 6">
            <a:extLst xmlns:a="http://schemas.openxmlformats.org/drawingml/2006/main">
              <a:ext uri="{FF2B5EF4-FFF2-40B4-BE49-F238E27FC236}">
                <a16:creationId xmlns:a16="http://schemas.microsoft.com/office/drawing/2014/main" id="{8A82F60B-DD6F-FC5C-113A-1BAB731F379C}"/>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41.xml><?xml version="1.0" encoding="utf-8"?>
<p:sldLayout xmlns:p="http://schemas.openxmlformats.org/presentationml/2006/main" preserve="1" userDrawn="1">
  <p:cSld name="Note on safe harbor/forward looking">
    <p:bg>
      <p:bgPr>
        <a:solidFill xmlns:a="http://schemas.openxmlformats.org/drawingml/2006/main">
          <a:schemeClr val="bg2"/>
        </a:solidFill>
      </p:bgPr>
    </p:bg>
    <p:spTree>
      <p:nvGrpSpPr>
        <p:cNvPr id="1" name=""/>
        <p:cNvGrpSpPr/>
        <p:nvPr/>
      </p:nvGrpSpPr>
      <p:grpSpPr>
        <a:xfrm xmlns:a="http://schemas.openxmlformats.org/drawingml/2006/main"/>
      </p:grpSpPr>
      <p:sp>
        <p:nvSpPr>
          <p:cNvPr id="3" name="Title 2">
            <a:extLst xmlns:a="http://schemas.openxmlformats.org/drawingml/2006/main">
              <a:ext uri="{FF2B5EF4-FFF2-40B4-BE49-F238E27FC236}">
                <a16:creationId xmlns:a16="http://schemas.microsoft.com/office/drawing/2014/main" id="{51E051E1-71EC-4D3F-847F-0BC7D691C8EC}"/>
              </a:ext>
            </a:extLst>
          </p:cNvPr>
          <p:cNvSpPr>
            <a:spLocks xmlns:a="http://schemas.openxmlformats.org/drawingml/2006/main" noGrp="1"/>
          </p:cNvSpPr>
          <p:nvPr>
            <p:ph type="title" idx="0" hasCustomPrompt="1"/>
          </p:nvPr>
        </p:nvSpPr>
        <p:spPr>
          <a:xfrm xmlns:a="http://schemas.openxmlformats.org/drawingml/2006/main">
            <a:off x="768875" y="182403"/>
            <a:ext cx="10671048" cy="822960"/>
          </a:xfrm>
        </p:spPr>
        <p:txBody>
          <a:bodyPr xmlns:a="http://schemas.openxmlformats.org/drawingml/2006/main"/>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r>
              <a:t>Safe harbor/forward looking</a:t>
            </a:r>
          </a:p>
        </p:txBody>
      </p:sp>
      <p:sp>
        <p:nvSpPr>
          <p:cNvPr id="17" name="TextBox 16">
            <a:extLst xmlns:a="http://schemas.openxmlformats.org/drawingml/2006/main">
              <a:ext uri="{FF2B5EF4-FFF2-40B4-BE49-F238E27FC236}">
                <a16:creationId xmlns:a16="http://schemas.microsoft.com/office/drawing/2014/main" id="{E5EA32E2-5AE7-3199-6814-98A3082209E7}"/>
              </a:ext>
            </a:extLst>
          </p:cNvPr>
          <p:cNvSpPr>
            <a:spLocks xmlns:a="http://schemas.openxmlformats.org/drawingml/2006/main" noGrp="1"/>
          </p:cNvSpPr>
          <p:nvPr/>
        </p:nvSpPr>
        <p:spPr>
          <a:xfrm xmlns:a="http://schemas.openxmlformats.org/drawingml/2006/main">
            <a:off x="762000" y="1608575"/>
            <a:ext cx="5084064" cy="3278398"/>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marL="0" indent="0" algn="l">
              <a:lnSpc>
                <a:spcPct val="120000"/>
              </a:lnSpc>
              <a:spcBef>
                <a:spcPts val="0"/>
              </a:spcBef>
              <a:spcAft>
                <a:spcPts val="900"/>
              </a:spcAft>
              <a:buNone/>
            </a:pPr>
            <a:r>
              <a:rPr sz="1400" b="0" i="0">
                <a:solidFill>
                  <a:schemeClr val="tx1"/>
                </a:solidFill>
                <a:latin typeface="Oracle Sans"/>
                <a:ea typeface="Oracle Sans"/>
                <a:cs typeface="Oracle Sans"/>
              </a:rPr>
              <a:t>The Legal Entity footer is required on every slide.</a:t>
            </a:r>
          </a:p>
          <a:p xmlns:a="http://schemas.openxmlformats.org/drawingml/2006/main">
            <a:pPr marL="0" indent="0" algn="l">
              <a:lnSpc>
                <a:spcPct val="120000"/>
              </a:lnSpc>
              <a:spcBef>
                <a:spcPts val="0"/>
              </a:spcBef>
              <a:spcAft>
                <a:spcPts val="900"/>
              </a:spcAft>
              <a:buNone/>
            </a:pPr>
            <a:r>
              <a:rPr sz="1400" b="0" i="0">
                <a:solidFill>
                  <a:schemeClr val="tx1"/>
                </a:solidFill>
                <a:latin typeface="Oracle Sans"/>
                <a:ea typeface="Oracle Sans"/>
                <a:cs typeface="Oracle Sans"/>
              </a:rPr>
              <a:t>The Regulatory Statement is required on the title slide, and Forward-Looking statement slide (if the Forward-Looking statement slide is needed).</a:t>
            </a:r>
          </a:p>
          <a:p xmlns:a="http://schemas.openxmlformats.org/drawingml/2006/main">
            <a:pPr marL="0" indent="0" algn="l">
              <a:lnSpc>
                <a:spcPct val="120000"/>
              </a:lnSpc>
              <a:spcBef>
                <a:spcPts val="0"/>
              </a:spcBef>
              <a:spcAft>
                <a:spcPts val="900"/>
              </a:spcAft>
              <a:buNone/>
            </a:pPr>
            <a:r>
              <a:rPr sz="1400" b="0" i="0">
                <a:solidFill>
                  <a:schemeClr val="tx1"/>
                </a:solidFill>
                <a:latin typeface="Oracle Sans"/>
                <a:ea typeface="Oracle Sans"/>
                <a:cs typeface="Oracle Sans"/>
              </a:rPr>
              <a:t>The Forward-Looking statement and Safe Harbor slides are required only for external presentations that pertain to:</a:t>
            </a:r>
          </a:p>
          <a:p xmlns:a="http://schemas.openxmlformats.org/drawingml/2006/main">
            <a:pPr marL="171441" indent="-171441" algn="l">
              <a:lnSpc>
                <a:spcPct val="110000"/>
              </a:lnSpc>
              <a:spcBef>
                <a:spcPts val="0"/>
              </a:spcBef>
              <a:spcAft>
                <a:spcPts val="900"/>
              </a:spcAft>
              <a:buChar char="•"/>
            </a:pPr>
            <a:r>
              <a:rPr sz="1400" b="0" i="0">
                <a:solidFill>
                  <a:schemeClr val="tx1"/>
                </a:solidFill>
                <a:latin typeface="Oracle Sans"/>
                <a:ea typeface="Oracle Sans"/>
                <a:cs typeface="Oracle Sans"/>
              </a:rPr>
              <a:t>Product launches</a:t>
            </a:r>
          </a:p>
          <a:p xmlns:a="http://schemas.openxmlformats.org/drawingml/2006/main">
            <a:pPr marL="171441" indent="-171441" algn="l">
              <a:lnSpc>
                <a:spcPct val="110000"/>
              </a:lnSpc>
              <a:spcBef>
                <a:spcPts val="0"/>
              </a:spcBef>
              <a:spcAft>
                <a:spcPts val="900"/>
              </a:spcAft>
              <a:buChar char="•"/>
            </a:pPr>
            <a:r>
              <a:rPr sz="1400" b="0" i="0">
                <a:solidFill>
                  <a:schemeClr val="tx1"/>
                </a:solidFill>
                <a:latin typeface="Oracle Sans"/>
                <a:ea typeface="Oracle Sans"/>
                <a:cs typeface="Oracle Sans"/>
              </a:rPr>
              <a:t>Executive presentations</a:t>
            </a:r>
          </a:p>
          <a:p xmlns:a="http://schemas.openxmlformats.org/drawingml/2006/main">
            <a:pPr marL="171441" indent="-171441" algn="l">
              <a:lnSpc>
                <a:spcPct val="110000"/>
              </a:lnSpc>
              <a:spcBef>
                <a:spcPts val="0"/>
              </a:spcBef>
              <a:spcAft>
                <a:spcPts val="900"/>
              </a:spcAft>
              <a:buChar char="•"/>
            </a:pPr>
            <a:r>
              <a:rPr sz="1400" b="0" i="0">
                <a:solidFill>
                  <a:schemeClr val="tx1"/>
                </a:solidFill>
                <a:latin typeface="Oracle Sans"/>
                <a:ea typeface="Oracle Sans"/>
                <a:cs typeface="Oracle Sans"/>
              </a:rPr>
              <a:t>Keynotes at major events</a:t>
            </a:r>
          </a:p>
          <a:p xmlns:a="http://schemas.openxmlformats.org/drawingml/2006/main">
            <a:pPr marL="171441" indent="-171441" algn="l">
              <a:lnSpc>
                <a:spcPct val="110000"/>
              </a:lnSpc>
              <a:spcBef>
                <a:spcPts val="0"/>
              </a:spcBef>
              <a:spcAft>
                <a:spcPts val="900"/>
              </a:spcAft>
              <a:buChar char="•"/>
            </a:pPr>
            <a:r>
              <a:rPr sz="1400" b="0" i="0">
                <a:solidFill>
                  <a:schemeClr val="tx1"/>
                </a:solidFill>
                <a:latin typeface="Oracle Sans"/>
                <a:ea typeface="Oracle Sans"/>
                <a:cs typeface="Oracle Sans"/>
              </a:rPr>
              <a:t>Events attended by financial analysts</a:t>
            </a:r>
          </a:p>
        </p:txBody>
      </p:sp>
      <p:sp>
        <p:nvSpPr>
          <p:cNvPr id="19" name="TextBox 18">
            <a:extLst xmlns:a="http://schemas.openxmlformats.org/drawingml/2006/main">
              <a:ext uri="{FF2B5EF4-FFF2-40B4-BE49-F238E27FC236}">
                <a16:creationId xmlns:a16="http://schemas.microsoft.com/office/drawing/2014/main" id="{08E9360F-1286-D2C8-A87B-E68B6EAEB555}"/>
              </a:ext>
            </a:extLst>
          </p:cNvPr>
          <p:cNvSpPr>
            <a:spLocks xmlns:a="http://schemas.openxmlformats.org/drawingml/2006/main" noGrp="1"/>
          </p:cNvSpPr>
          <p:nvPr/>
        </p:nvSpPr>
        <p:spPr>
          <a:xfrm xmlns:a="http://schemas.openxmlformats.org/drawingml/2006/main">
            <a:off x="6345936" y="1608575"/>
            <a:ext cx="5084064" cy="3414589"/>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marL="0" indent="0" algn="l">
              <a:lnSpc>
                <a:spcPct val="120000"/>
              </a:lnSpc>
              <a:spcBef>
                <a:spcPts val="0"/>
              </a:spcBef>
              <a:spcAft>
                <a:spcPts val="900"/>
              </a:spcAft>
              <a:buNone/>
            </a:pPr>
            <a:r>
              <a:rPr sz="1400" b="0" i="0">
                <a:solidFill>
                  <a:schemeClr val="tx1"/>
                </a:solidFill>
                <a:latin typeface="Oracle Sans"/>
                <a:ea typeface="Oracle Sans"/>
                <a:cs typeface="Oracle Sans"/>
              </a:rPr>
              <a:t>If it is required, it should appear twice: after the title slide and at the end of the slide deck.  When video recording, there should be a 3  second camera hold on the final slide. </a:t>
            </a:r>
          </a:p>
          <a:p xmlns:a="http://schemas.openxmlformats.org/drawingml/2006/main">
            <a:pPr marL="0" indent="0" algn="l">
              <a:lnSpc>
                <a:spcPct val="120000"/>
              </a:lnSpc>
              <a:spcBef>
                <a:spcPts val="0"/>
              </a:spcBef>
              <a:spcAft>
                <a:spcPts val="900"/>
              </a:spcAft>
              <a:buNone/>
            </a:pPr>
            <a:r>
              <a:rPr sz="1400" b="0" i="0">
                <a:solidFill>
                  <a:schemeClr val="tx1"/>
                </a:solidFill>
                <a:latin typeface="Oracle Sans"/>
                <a:ea typeface="Oracle Sans"/>
                <a:cs typeface="Oracle Sans"/>
              </a:rPr>
              <a:t>The Safe harbor slide should be placed immediately following the title slide. </a:t>
            </a:r>
          </a:p>
          <a:p xmlns:a="http://schemas.openxmlformats.org/drawingml/2006/main">
            <a:pPr marL="0" indent="0" algn="l">
              <a:lnSpc>
                <a:spcPct val="120000"/>
              </a:lnSpc>
              <a:spcBef>
                <a:spcPts val="0"/>
              </a:spcBef>
              <a:spcAft>
                <a:spcPts val="900"/>
              </a:spcAft>
              <a:buNone/>
            </a:pPr>
            <a:r>
              <a:rPr sz="1400" b="0" i="0">
                <a:solidFill>
                  <a:srgbClr val="C74634"/>
                </a:solidFill>
                <a:latin typeface="Oracle Sans"/>
                <a:ea typeface="Oracle Sans"/>
                <a:cs typeface="Oracle Sans"/>
              </a:rPr>
              <a:t>If the presentation does not pertain to any one of the above, the Forward-Looking statement and Safe harbor slides can be left out entirely and should be deleted</a:t>
            </a:r>
          </a:p>
        </p:txBody>
      </p:sp>
      <p:cxnSp>
        <p:nvCxnSpPr>
          <p:cNvPr id="20" name="Column Divider"/>
          <p:cNvCxnSpPr/>
          <p:nvPr/>
        </p:nvCxnSpPr>
        <p:spPr>
          <a:xfrm xmlns:a="http://schemas.openxmlformats.org/drawingml/2006/main">
            <a:off x="6109577" y="1608575"/>
            <a:ext cx="0" cy="4507992"/>
          </a:xfrm>
          <a:prstGeom xmlns:a="http://schemas.openxmlformats.org/drawingml/2006/main" prst="line">
            <a:avLst/>
          </a:prstGeom>
          <a:ln xmlns:a="http://schemas.openxmlformats.org/drawingml/2006/main" w="12700" cap="flat">
            <a:solidFill>
              <a:srgbClr val="8B8580">
                <a:alpha val="25000"/>
              </a:srgbClr>
            </a:solidFill>
            <a:prstDash val="solid"/>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cxnSp>
      <p:sp>
        <p:nvSpPr>
          <p:cNvPr id="4" name="Date Placeholder 3">
            <a:extLst xmlns:a="http://schemas.openxmlformats.org/drawingml/2006/main">
              <a:ext uri="{FF2B5EF4-FFF2-40B4-BE49-F238E27FC236}">
                <a16:creationId xmlns:a16="http://schemas.microsoft.com/office/drawing/2014/main" id="{95B96578-F41B-DA61-4EC1-4DEE5B0E239B}"/>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r>
              <a:t>[Date]</a:t>
            </a:r>
          </a:p>
        </p:txBody>
      </p:sp>
      <p:sp>
        <p:nvSpPr>
          <p:cNvPr id="6" name="Footer Placeholder 5">
            <a:extLst xmlns:a="http://schemas.openxmlformats.org/drawingml/2006/main">
              <a:ext uri="{FF2B5EF4-FFF2-40B4-BE49-F238E27FC236}">
                <a16:creationId xmlns:a16="http://schemas.microsoft.com/office/drawing/2014/main" id="{004F2E29-C807-15E0-8296-5227CFB29CE9}"/>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7" name="Slide Number Placeholder 6">
            <a:extLst xmlns:a="http://schemas.openxmlformats.org/drawingml/2006/main">
              <a:ext uri="{FF2B5EF4-FFF2-40B4-BE49-F238E27FC236}">
                <a16:creationId xmlns:a16="http://schemas.microsoft.com/office/drawing/2014/main" id="{C066A835-2125-F224-B764-2D2970588D40}"/>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42.xml><?xml version="1.0" encoding="utf-8"?>
<p:sldLayout xmlns:p="http://schemas.openxmlformats.org/presentationml/2006/main" preserve="1" userDrawn="1">
  <p:cSld name="Speaker_1_Name">
    <p:bg>
      <p:bgRef idx="1001">
        <a:schemeClr xmlns:a="http://schemas.openxmlformats.org/drawingml/2006/main" val="bg2"/>
      </p:bgRef>
    </p:bg>
    <p:spTree>
      <p:nvGrpSpPr>
        <p:cNvPr id="1" name=""/>
        <p:cNvGrpSpPr/>
        <p:nvPr/>
      </p:nvGrpSpPr>
      <p:grpSpPr>
        <a:xfrm xmlns:a="http://schemas.openxmlformats.org/drawingml/2006/main"/>
      </p:grpSpPr>
      <p:pic>
        <p:nvPicPr>
          <p:cNvPr id="1" name="Graphic 1"/>
          <p:cNvPicPr>
            <a:picLocks xmlns:a="http://schemas.openxmlformats.org/drawingml/2006/main" noChangeAspect="1"/>
          </p:cNvPicPr>
          <p:nvPr/>
        </p:nvPicPr>
        <p:blipFill>
          <a:blip xmlns:r="http://schemas.openxmlformats.org/officeDocument/2006/relationships" xmlns:a="http://schemas.openxmlformats.org/drawingml/2006/main" r:embed="R41a0e843e484438c">
            <a:extLst>
              <a:ext uri="{96DAC541-7B7A-43D3-8B79-37D633B846F1}">
                <asvg:svgBlip xmlns:asvg="http://schemas.microsoft.com/office/drawing/2016/SVG/main" r:embed="Rf60d0d2125864818"/>
              </a:ext>
            </a:extLst>
          </a:blip>
          <a:srcRect xmlns:a="http://schemas.openxmlformats.org/drawingml/2006/main" l="5687" t="0" r="0" b="27270"/>
          <a:stretch xmlns:a="http://schemas.openxmlformats.org/drawingml/2006/main"/>
        </p:blipFill>
        <p:spPr>
          <a:xfrm xmlns:a="http://schemas.openxmlformats.org/drawingml/2006/main" rot="10800000">
            <a:off x="0" y="3611878"/>
            <a:ext cx="6314112" cy="3246122"/>
          </a:xfrm>
          <a:prstGeom xmlns:a="http://schemas.openxmlformats.org/drawingml/2006/main" prst="rect">
            <a:avLst/>
          </a:prstGeom>
        </p:spPr>
      </p:pic>
      <p:pic>
        <p:nvPicPr>
          <p:cNvPr id="2" name="Graphic 2"/>
          <p:cNvPicPr>
            <a:picLocks xmlns:a="http://schemas.openxmlformats.org/drawingml/2006/main" noChangeAspect="1"/>
          </p:cNvPicPr>
          <p:nvPr/>
        </p:nvPicPr>
        <p:blipFill>
          <a:blip xmlns:r="http://schemas.openxmlformats.org/officeDocument/2006/relationships" xmlns:a="http://schemas.openxmlformats.org/drawingml/2006/main" r:embed="R41a0e843e484438c">
            <a:extLst>
              <a:ext uri="{96DAC541-7B7A-43D3-8B79-37D633B846F1}">
                <asvg:svgBlip xmlns:asvg="http://schemas.microsoft.com/office/drawing/2016/SVG/main" r:embed="Rf60d0d2125864818"/>
              </a:ext>
            </a:extLst>
          </a:blip>
          <a:srcRect xmlns:a="http://schemas.openxmlformats.org/drawingml/2006/main" l="5687" t="0" r="0" b="27270"/>
          <a:stretch xmlns:a="http://schemas.openxmlformats.org/drawingml/2006/main"/>
        </p:blipFill>
        <p:spPr>
          <a:xfrm xmlns:a="http://schemas.openxmlformats.org/drawingml/2006/main">
            <a:off x="5877887" y="1"/>
            <a:ext cx="6314112" cy="3246122"/>
          </a:xfrm>
          <a:prstGeom xmlns:a="http://schemas.openxmlformats.org/drawingml/2006/main" prst="rect">
            <a:avLst/>
          </a:prstGeom>
        </p:spPr>
      </p:pic>
      <p:sp>
        <p:nvSpPr>
          <p:cNvPr id="8" name="Title 3">
            <a:extLst xmlns:a="http://schemas.openxmlformats.org/drawingml/2006/main">
              <a:ext uri="{FF2B5EF4-FFF2-40B4-BE49-F238E27FC236}">
                <a16:creationId xmlns:a16="http://schemas.microsoft.com/office/drawing/2014/main" id="{0638DF7B-BBB6-684E-A5BB-80F1125943EF}"/>
              </a:ext>
            </a:extLst>
          </p:cNvPr>
          <p:cNvSpPr>
            <a:spLocks xmlns:a="http://schemas.openxmlformats.org/drawingml/2006/main" noGrp="1"/>
          </p:cNvSpPr>
          <p:nvPr>
            <p:ph type="title" idx="0" hasCustomPrompt="1"/>
          </p:nvPr>
        </p:nvSpPr>
        <p:spPr>
          <a:xfrm xmlns:a="http://schemas.openxmlformats.org/drawingml/2006/main">
            <a:off x="768875" y="182403"/>
            <a:ext cx="10671048" cy="822960"/>
          </a:xfrm>
        </p:spPr>
        <p:txBody>
          <a:bodyPr xmlns:a="http://schemas.openxmlformats.org/drawingml/2006/main"/>
          <a:lstStyle xmlns:a="http://schemas.openxmlformats.org/drawingml/2006/main">
            <a:lvl1pPr>
              <a:lnSpc>
                <a:spcPct val="100000"/>
              </a:lnSpc>
              <a:buNone/>
              <a:defRPr b="1" i="0">
                <a:solidFill>
                  <a:schemeClr val="tx1"/>
                </a:solidFill>
                <a:latin typeface="Oracle Sans Tab"/>
                <a:ea typeface="Oracle Sans Tab"/>
                <a:cs typeface="Oracle Sans Tab"/>
              </a:defRPr>
            </a:lvl1pPr>
          </a:lstStyle>
          <a:p xmlns:a="http://schemas.openxmlformats.org/drawingml/2006/main">
            <a:r>
              <a:t>One speaker on stage</a:t>
            </a:r>
          </a:p>
        </p:txBody>
      </p:sp>
      <p:sp>
        <p:nvSpPr>
          <p:cNvPr id="4" name="Text Placeholder 33">
            <a:extLst xmlns:a="http://schemas.openxmlformats.org/drawingml/2006/main">
              <a:ext uri="{FF2B5EF4-FFF2-40B4-BE49-F238E27FC236}">
                <a16:creationId xmlns:a16="http://schemas.microsoft.com/office/drawing/2014/main" id="{23FEB0B4-B182-7549-DC07-DDA74F8C8764}"/>
              </a:ext>
            </a:extLst>
          </p:cNvPr>
          <p:cNvSpPr>
            <a:spLocks xmlns:a="http://schemas.openxmlformats.org/drawingml/2006/main" noGrp="1"/>
          </p:cNvSpPr>
          <p:nvPr>
            <p:ph type="body" idx="13" hasCustomPrompt="1"/>
          </p:nvPr>
        </p:nvSpPr>
        <p:spPr>
          <a:xfrm xmlns:a="http://schemas.openxmlformats.org/drawingml/2006/main">
            <a:off x="3810000" y="2720621"/>
            <a:ext cx="4572000" cy="640073"/>
          </a:xfrm>
        </p:spPr>
        <p:txBody>
          <a:bodyPr xmlns:a="http://schemas.openxmlformats.org/drawingml/2006/main" vert="horz" lIns="0" tIns="0" rIns="0" bIns="0" anchor="b">
            <a:noAutofit/>
          </a:bodyPr>
          <a:lstStyle xmlns:a="http://schemas.openxmlformats.org/drawingml/2006/main">
            <a:lvl1pPr algn="ctr">
              <a:lnSpc>
                <a:spcPct val="100000"/>
              </a:lnSpc>
              <a:buNone/>
              <a:defRPr sz="2800" b="1" i="0">
                <a:solidFill>
                  <a:schemeClr val="tx1"/>
                </a:solidFill>
                <a:latin typeface="Oracle Sans Tab"/>
                <a:ea typeface="Oracle Sans Tab"/>
                <a:cs typeface="Oracle Sans Tab"/>
              </a:defRPr>
            </a:lvl1pPr>
          </a:lstStyle>
          <a:p xmlns:a="http://schemas.openxmlformats.org/drawingml/2006/main">
            <a:pPr>
              <a:spcBef>
                <a:spcPts val="0"/>
              </a:spcBef>
              <a:buNone/>
            </a:pPr>
            <a:r>
              <a:t>Add speaker name</a:t>
            </a:r>
          </a:p>
        </p:txBody>
      </p:sp>
      <p:sp>
        <p:nvSpPr>
          <p:cNvPr id="5" name="Text Placeholder 33">
            <a:extLst xmlns:a="http://schemas.openxmlformats.org/drawingml/2006/main">
              <a:ext uri="{FF2B5EF4-FFF2-40B4-BE49-F238E27FC236}">
                <a16:creationId xmlns:a16="http://schemas.microsoft.com/office/drawing/2014/main" id="{580B83F2-896B-0C6B-B807-89AAAC67626C}"/>
              </a:ext>
            </a:extLst>
          </p:cNvPr>
          <p:cNvSpPr>
            <a:spLocks xmlns:a="http://schemas.openxmlformats.org/drawingml/2006/main" noGrp="1"/>
          </p:cNvSpPr>
          <p:nvPr>
            <p:ph type="body" idx="14" hasCustomPrompt="1"/>
          </p:nvPr>
        </p:nvSpPr>
        <p:spPr>
          <a:xfrm xmlns:a="http://schemas.openxmlformats.org/drawingml/2006/main">
            <a:off x="3810000" y="3359674"/>
            <a:ext cx="4572000" cy="640073"/>
          </a:xfrm>
        </p:spPr>
        <p:txBody>
          <a:bodyPr xmlns:a="http://schemas.openxmlformats.org/drawingml/2006/main" vert="horz" lIns="0" tIns="0" rIns="0" bIns="0" anchor="t">
            <a:noAutofit/>
          </a:bodyPr>
          <a:lstStyle xmlns:a="http://schemas.openxmlformats.org/drawingml/2006/main">
            <a:lvl1pPr algn="ctr">
              <a:lnSpc>
                <a:spcPct val="100000"/>
              </a:lnSpc>
              <a:buNone/>
              <a:defRPr sz="2400" b="0" i="0">
                <a:solidFill>
                  <a:schemeClr val="tx1"/>
                </a:solidFill>
                <a:latin typeface="Oracle Sans Tab"/>
                <a:ea typeface="Oracle Sans Tab"/>
                <a:cs typeface="Oracle Sans Tab"/>
              </a:defRPr>
            </a:lvl1pPr>
          </a:lstStyle>
          <a:p xmlns:a="http://schemas.openxmlformats.org/drawingml/2006/main">
            <a:pPr>
              <a:spcBef>
                <a:spcPts val="0"/>
              </a:spcBef>
              <a:buNone/>
            </a:pPr>
            <a:r>
              <a:t>Add speaker title</a:t>
            </a:r>
          </a:p>
        </p:txBody>
      </p:sp>
      <p:sp>
        <p:nvSpPr>
          <p:cNvPr id="9" name="Date Placeholder 8">
            <a:extLst xmlns:a="http://schemas.openxmlformats.org/drawingml/2006/main">
              <a:ext uri="{FF2B5EF4-FFF2-40B4-BE49-F238E27FC236}">
                <a16:creationId xmlns:a16="http://schemas.microsoft.com/office/drawing/2014/main" id="{FC3CEA58-179F-2A16-604F-3072E3C9807D}"/>
              </a:ext>
            </a:extLst>
          </p:cNvPr>
          <p:cNvSpPr>
            <a:spLocks xmlns:a="http://schemas.openxmlformats.org/drawingml/2006/main" noGrp="1"/>
          </p:cNvSpPr>
          <p:nvPr>
            <p:ph type="dt" idx="15"/>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[Date]</a:t>
            </a:r>
          </a:p>
        </p:txBody>
      </p:sp>
      <p:sp>
        <p:nvSpPr>
          <p:cNvPr id="10" name="Footer Placeholder 9">
            <a:extLst xmlns:a="http://schemas.openxmlformats.org/drawingml/2006/main">
              <a:ext uri="{FF2B5EF4-FFF2-40B4-BE49-F238E27FC236}">
                <a16:creationId xmlns:a16="http://schemas.microsoft.com/office/drawing/2014/main" id="{C99DE84C-7B40-1840-AE80-6C87B6D87D8C}"/>
              </a:ext>
            </a:extLst>
          </p:cNvPr>
          <p:cNvSpPr>
            <a:spLocks xmlns:a="http://schemas.openxmlformats.org/drawingml/2006/main" noGrp="1"/>
          </p:cNvSpPr>
          <p:nvPr>
            <p:ph type="ftr" idx="16"/>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Copyright © 2026, Oracle and/or its affiliates |  Confidential: Internal/Restricted/Highly Restricted</a:t>
            </a:r>
          </a:p>
        </p:txBody>
      </p:sp>
      <p:sp>
        <p:nvSpPr>
          <p:cNvPr id="11" name="Slide Number Placeholder 10">
            <a:extLst xmlns:a="http://schemas.openxmlformats.org/drawingml/2006/main">
              <a:ext uri="{FF2B5EF4-FFF2-40B4-BE49-F238E27FC236}">
                <a16:creationId xmlns:a16="http://schemas.microsoft.com/office/drawing/2014/main" id="{FFA2DC16-243A-C0C9-6E71-9B8652B906C1}"/>
              </a:ext>
            </a:extLst>
          </p:cNvPr>
          <p:cNvSpPr>
            <a:spLocks xmlns:a="http://schemas.openxmlformats.org/drawingml/2006/main" noGrp="1"/>
          </p:cNvSpPr>
          <p:nvPr>
            <p:ph type="sldNum" idx="17"/>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fld id="{345D60D9-5372-5F40-9443-0F9AE5BDC3C8}" type="slidenum">
              <a:t>‹#›</a:t>
            </a:fld>
          </a:p>
        </p:txBody>
      </p:sp>
    </p:spTree>
  </p:cSld>
</p:sldLayout>
</file>

<file path=ppt/slideLayouts/slideLayout43.xml><?xml version="1.0" encoding="utf-8"?>
<p:sldLayout xmlns:p="http://schemas.openxmlformats.org/presentationml/2006/main" preserve="1" userDrawn="1">
  <p:cSld name="Speaker_2_Name">
    <p:bg>
      <p:bgRef idx="1001">
        <a:schemeClr xmlns:a="http://schemas.openxmlformats.org/drawingml/2006/main" val="bg2"/>
      </p:bgRef>
    </p:bg>
    <p:spTree>
      <p:nvGrpSpPr>
        <p:cNvPr id="1" name=""/>
        <p:cNvGrpSpPr/>
        <p:nvPr/>
      </p:nvGrpSpPr>
      <p:grpSpPr>
        <a:xfrm xmlns:a="http://schemas.openxmlformats.org/drawingml/2006/main"/>
      </p:grpSpPr>
      <p:sp>
        <p:nvSpPr>
          <p:cNvPr id="8" name="Title 3">
            <a:extLst xmlns:a="http://schemas.openxmlformats.org/drawingml/2006/main">
              <a:ext uri="{FF2B5EF4-FFF2-40B4-BE49-F238E27FC236}">
                <a16:creationId xmlns:a16="http://schemas.microsoft.com/office/drawing/2014/main" id="{0638DF7B-BBB6-684E-A5BB-80F1125943EF}"/>
              </a:ext>
            </a:extLst>
          </p:cNvPr>
          <p:cNvSpPr>
            <a:spLocks xmlns:a="http://schemas.openxmlformats.org/drawingml/2006/main" noGrp="1"/>
          </p:cNvSpPr>
          <p:nvPr>
            <p:ph type="title" idx="0" hasCustomPrompt="1"/>
          </p:nvPr>
        </p:nvSpPr>
        <p:spPr>
          <a:xfrm xmlns:a="http://schemas.openxmlformats.org/drawingml/2006/main">
            <a:off x="768875" y="182403"/>
            <a:ext cx="10671048" cy="822960"/>
          </a:xfrm>
        </p:spPr>
        <p:txBody>
          <a:bodyPr xmlns:a="http://schemas.openxmlformats.org/drawingml/2006/main"/>
          <a:lstStyle xmlns:a="http://schemas.openxmlformats.org/drawingml/2006/main">
            <a:lvl1pPr>
              <a:lnSpc>
                <a:spcPct val="100000"/>
              </a:lnSpc>
              <a:buNone/>
              <a:defRPr b="1" i="0">
                <a:solidFill>
                  <a:schemeClr val="tx1"/>
                </a:solidFill>
                <a:latin typeface="Oracle Sans Tab"/>
                <a:ea typeface="Oracle Sans Tab"/>
                <a:cs typeface="Oracle Sans Tab"/>
              </a:defRPr>
            </a:lvl1pPr>
          </a:lstStyle>
          <a:p xmlns:a="http://schemas.openxmlformats.org/drawingml/2006/main">
            <a:r>
              <a:t>Two speakers on stage</a:t>
            </a:r>
          </a:p>
        </p:txBody>
      </p:sp>
      <p:pic>
        <p:nvPicPr>
          <p:cNvPr id="9" name="Graphic 2"/>
          <p:cNvPicPr>
            <a:picLocks xmlns:a="http://schemas.openxmlformats.org/drawingml/2006/main" noChangeAspect="1"/>
          </p:cNvPicPr>
          <p:nvPr/>
        </p:nvPicPr>
        <p:blipFill>
          <a:blip xmlns:r="http://schemas.openxmlformats.org/officeDocument/2006/relationships" xmlns:a="http://schemas.openxmlformats.org/drawingml/2006/main" r:embed="R6df1b40caad34659">
            <a:extLst>
              <a:ext uri="{96DAC541-7B7A-43D3-8B79-37D633B846F1}">
                <asvg:svgBlip xmlns:asvg="http://schemas.microsoft.com/office/drawing/2016/SVG/main" r:embed="Rc002d4e685644eeb"/>
              </a:ext>
            </a:extLst>
          </a:blip>
          <a:srcRect xmlns:a="http://schemas.openxmlformats.org/drawingml/2006/main" l="5687" t="0" r="0" b="27270"/>
          <a:stretch xmlns:a="http://schemas.openxmlformats.org/drawingml/2006/main"/>
        </p:blipFill>
        <p:spPr>
          <a:xfrm xmlns:a="http://schemas.openxmlformats.org/drawingml/2006/main">
            <a:off x="5877887" y="1"/>
            <a:ext cx="6314112" cy="3246122"/>
          </a:xfrm>
          <a:prstGeom xmlns:a="http://schemas.openxmlformats.org/drawingml/2006/main" prst="rect">
            <a:avLst/>
          </a:prstGeom>
        </p:spPr>
      </p:pic>
      <p:sp>
        <p:nvSpPr>
          <p:cNvPr id="10" name="Footer Placeholder 9">
            <a:extLst xmlns:a="http://schemas.openxmlformats.org/drawingml/2006/main">
              <a:ext uri="{FF2B5EF4-FFF2-40B4-BE49-F238E27FC236}">
                <a16:creationId xmlns:a16="http://schemas.microsoft.com/office/drawing/2014/main" id="{8EEC5612-9EFC-A5C7-60F5-422AA3E3BA9F}"/>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Copyright © 2026, Oracle and/or its affiliates |  Confidential: Internal/Restricted/Highly Restricted</a:t>
            </a:r>
          </a:p>
        </p:txBody>
      </p:sp>
      <p:sp>
        <p:nvSpPr>
          <p:cNvPr id="6" name="Text Placeholder 33">
            <a:extLst xmlns:a="http://schemas.openxmlformats.org/drawingml/2006/main">
              <a:ext uri="{FF2B5EF4-FFF2-40B4-BE49-F238E27FC236}">
                <a16:creationId xmlns:a16="http://schemas.microsoft.com/office/drawing/2014/main" id="{B08936F9-0286-6F6F-D932-A07929F397D4}"/>
              </a:ext>
            </a:extLst>
          </p:cNvPr>
          <p:cNvSpPr>
            <a:spLocks xmlns:a="http://schemas.openxmlformats.org/drawingml/2006/main" noGrp="1"/>
          </p:cNvSpPr>
          <p:nvPr>
            <p:ph type="body" idx="13" hasCustomPrompt="1"/>
          </p:nvPr>
        </p:nvSpPr>
        <p:spPr>
          <a:xfrm xmlns:a="http://schemas.openxmlformats.org/drawingml/2006/main">
            <a:off x="807676" y="1937607"/>
            <a:ext cx="5120640" cy="640073"/>
          </a:xfrm>
        </p:spPr>
        <p:txBody>
          <a:bodyPr xmlns:a="http://schemas.openxmlformats.org/drawingml/2006/main" vert="horz" lIns="0" tIns="0" rIns="0" bIns="0" anchor="b">
            <a:noAutofit/>
          </a:bodyPr>
          <a:lstStyle xmlns:a="http://schemas.openxmlformats.org/drawingml/2006/main">
            <a:lvl1pPr algn="l">
              <a:lnSpc>
                <a:spcPct val="100000"/>
              </a:lnSpc>
              <a:buNone/>
              <a:defRPr sz="2000" b="1" i="0">
                <a:solidFill>
                  <a:schemeClr val="tx1"/>
                </a:solidFill>
                <a:latin typeface="Oracle Sans Tab"/>
                <a:ea typeface="Oracle Sans Tab"/>
                <a:cs typeface="Oracle Sans Tab"/>
              </a:defRPr>
            </a:lvl1pPr>
          </a:lstStyle>
          <a:p xmlns:a="http://schemas.openxmlformats.org/drawingml/2006/main">
            <a:pPr>
              <a:spcBef>
                <a:spcPts val="0"/>
              </a:spcBef>
              <a:buNone/>
            </a:pPr>
            <a:r>
              <a:t>Add speaker name</a:t>
            </a:r>
          </a:p>
        </p:txBody>
      </p:sp>
      <p:sp>
        <p:nvSpPr>
          <p:cNvPr id="7" name="Text Placeholder 33">
            <a:extLst xmlns:a="http://schemas.openxmlformats.org/drawingml/2006/main">
              <a:ext uri="{FF2B5EF4-FFF2-40B4-BE49-F238E27FC236}">
                <a16:creationId xmlns:a16="http://schemas.microsoft.com/office/drawing/2014/main" id="{0715FEE8-35E5-A66D-91EB-17A751EFD8E6}"/>
              </a:ext>
            </a:extLst>
          </p:cNvPr>
          <p:cNvSpPr>
            <a:spLocks xmlns:a="http://schemas.openxmlformats.org/drawingml/2006/main" noGrp="1"/>
          </p:cNvSpPr>
          <p:nvPr>
            <p:ph type="body" idx="14" hasCustomPrompt="1"/>
          </p:nvPr>
        </p:nvSpPr>
        <p:spPr>
          <a:xfrm xmlns:a="http://schemas.openxmlformats.org/drawingml/2006/main">
            <a:off x="807676" y="2576660"/>
            <a:ext cx="5120640" cy="640073"/>
          </a:xfrm>
        </p:spPr>
        <p:txBody>
          <a:bodyPr xmlns:a="http://schemas.openxmlformats.org/drawingml/2006/main" vert="horz" lIns="0" tIns="0" rIns="0" bIns="0" anchor="t">
            <a:noAutofit/>
          </a:bodyPr>
          <a:lstStyle xmlns:a="http://schemas.openxmlformats.org/drawingml/2006/main">
            <a:lvl1pPr algn="l">
              <a:lnSpc>
                <a:spcPct val="100000"/>
              </a:lnSpc>
              <a:buNone/>
              <a:defRPr sz="2000" b="0" i="0">
                <a:solidFill>
                  <a:schemeClr val="tx1"/>
                </a:solidFill>
                <a:latin typeface="Oracle Sans Tab"/>
                <a:ea typeface="Oracle Sans Tab"/>
                <a:cs typeface="Oracle Sans Tab"/>
              </a:defRPr>
            </a:lvl1pPr>
          </a:lstStyle>
          <a:p xmlns:a="http://schemas.openxmlformats.org/drawingml/2006/main">
            <a:pPr>
              <a:spcBef>
                <a:spcPts val="0"/>
              </a:spcBef>
              <a:buNone/>
            </a:pPr>
            <a:r>
              <a:t>Add speaker title</a:t>
            </a:r>
          </a:p>
        </p:txBody>
      </p:sp>
      <p:sp>
        <p:nvSpPr>
          <p:cNvPr id="12" name="Text Placeholder 33">
            <a:extLst xmlns:a="http://schemas.openxmlformats.org/drawingml/2006/main">
              <a:ext uri="{FF2B5EF4-FFF2-40B4-BE49-F238E27FC236}">
                <a16:creationId xmlns:a16="http://schemas.microsoft.com/office/drawing/2014/main" id="{A476E992-5CB8-77CD-3D59-FC21C7FE9867}"/>
              </a:ext>
            </a:extLst>
          </p:cNvPr>
          <p:cNvSpPr>
            <a:spLocks xmlns:a="http://schemas.openxmlformats.org/drawingml/2006/main" noGrp="1"/>
          </p:cNvSpPr>
          <p:nvPr>
            <p:ph type="body" idx="19" hasCustomPrompt="1"/>
          </p:nvPr>
        </p:nvSpPr>
        <p:spPr>
          <a:xfrm xmlns:a="http://schemas.openxmlformats.org/drawingml/2006/main">
            <a:off x="792538" y="3429000"/>
            <a:ext cx="5120640" cy="640073"/>
          </a:xfrm>
        </p:spPr>
        <p:txBody>
          <a:bodyPr xmlns:a="http://schemas.openxmlformats.org/drawingml/2006/main" vert="horz" lIns="0" tIns="0" rIns="0" bIns="0" anchor="b">
            <a:noAutofit/>
          </a:bodyPr>
          <a:lstStyle xmlns:a="http://schemas.openxmlformats.org/drawingml/2006/main">
            <a:lvl1pPr algn="l">
              <a:lnSpc>
                <a:spcPct val="100000"/>
              </a:lnSpc>
              <a:buNone/>
              <a:defRPr sz="2000" b="1" i="0">
                <a:solidFill>
                  <a:schemeClr val="tx1"/>
                </a:solidFill>
                <a:latin typeface="Oracle Sans Tab"/>
                <a:ea typeface="Oracle Sans Tab"/>
                <a:cs typeface="Oracle Sans Tab"/>
              </a:defRPr>
            </a:lvl1pPr>
          </a:lstStyle>
          <a:p xmlns:a="http://schemas.openxmlformats.org/drawingml/2006/main">
            <a:pPr>
              <a:spcBef>
                <a:spcPts val="0"/>
              </a:spcBef>
              <a:buNone/>
            </a:pPr>
            <a:r>
              <a:t>Add speaker name</a:t>
            </a:r>
          </a:p>
        </p:txBody>
      </p:sp>
      <p:sp>
        <p:nvSpPr>
          <p:cNvPr id="13" name="Text Placeholder 33">
            <a:extLst xmlns:a="http://schemas.openxmlformats.org/drawingml/2006/main">
              <a:ext uri="{FF2B5EF4-FFF2-40B4-BE49-F238E27FC236}">
                <a16:creationId xmlns:a16="http://schemas.microsoft.com/office/drawing/2014/main" id="{A493C7D7-4F9B-DA7C-D7EB-59661A8EBDF7}"/>
              </a:ext>
            </a:extLst>
          </p:cNvPr>
          <p:cNvSpPr>
            <a:spLocks xmlns:a="http://schemas.openxmlformats.org/drawingml/2006/main" noGrp="1"/>
          </p:cNvSpPr>
          <p:nvPr>
            <p:ph type="body" idx="20" hasCustomPrompt="1"/>
          </p:nvPr>
        </p:nvSpPr>
        <p:spPr>
          <a:xfrm xmlns:a="http://schemas.openxmlformats.org/drawingml/2006/main">
            <a:off x="792538" y="4068053"/>
            <a:ext cx="5120640" cy="640073"/>
          </a:xfrm>
        </p:spPr>
        <p:txBody>
          <a:bodyPr xmlns:a="http://schemas.openxmlformats.org/drawingml/2006/main" vert="horz" lIns="0" tIns="0" rIns="0" bIns="0" anchor="t">
            <a:noAutofit/>
          </a:bodyPr>
          <a:lstStyle xmlns:a="http://schemas.openxmlformats.org/drawingml/2006/main">
            <a:lvl1pPr algn="l">
              <a:lnSpc>
                <a:spcPct val="100000"/>
              </a:lnSpc>
              <a:buNone/>
              <a:defRPr sz="2000" b="0" i="0">
                <a:solidFill>
                  <a:schemeClr val="tx1"/>
                </a:solidFill>
                <a:latin typeface="Oracle Sans Tab"/>
                <a:ea typeface="Oracle Sans Tab"/>
                <a:cs typeface="Oracle Sans Tab"/>
              </a:defRPr>
            </a:lvl1pPr>
          </a:lstStyle>
          <a:p xmlns:a="http://schemas.openxmlformats.org/drawingml/2006/main">
            <a:pPr>
              <a:spcBef>
                <a:spcPts val="0"/>
              </a:spcBef>
              <a:buNone/>
            </a:pPr>
            <a:r>
              <a:t>Add speaker title</a:t>
            </a:r>
          </a:p>
        </p:txBody>
      </p:sp>
      <p:sp>
        <p:nvSpPr>
          <p:cNvPr id="11" name="Slide Number Placeholder 10">
            <a:extLst xmlns:a="http://schemas.openxmlformats.org/drawingml/2006/main">
              <a:ext uri="{FF2B5EF4-FFF2-40B4-BE49-F238E27FC236}">
                <a16:creationId xmlns:a16="http://schemas.microsoft.com/office/drawing/2014/main" id="{B01A2761-9610-DAD1-E4E2-18899B9B522F}"/>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fld id="{345D60D9-5372-5F40-9443-0F9AE5BDC3C8}" type="slidenum">
              <a:t>‹#›</a:t>
            </a:fld>
          </a:p>
        </p:txBody>
      </p:sp>
      <p:sp>
        <p:nvSpPr>
          <p:cNvPr id="9" name="Date Placeholder 8">
            <a:extLst xmlns:a="http://schemas.openxmlformats.org/drawingml/2006/main">
              <a:ext uri="{FF2B5EF4-FFF2-40B4-BE49-F238E27FC236}">
                <a16:creationId xmlns:a16="http://schemas.microsoft.com/office/drawing/2014/main" id="{4ACA5DC3-86B0-1F65-3F2B-CA7D6A4147D2}"/>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[Date]</a:t>
            </a:r>
          </a:p>
        </p:txBody>
      </p:sp>
    </p:spTree>
  </p:cSld>
</p:sldLayout>
</file>

<file path=ppt/slideLayouts/slideLayout44.xml><?xml version="1.0" encoding="utf-8"?>
<p:sldLayout xmlns:p="http://schemas.openxmlformats.org/presentationml/2006/main" preserve="1" userDrawn="1">
  <p:cSld name="Speaker_3_Name">
    <p:bg>
      <p:bgRef idx="1001">
        <a:schemeClr xmlns:a="http://schemas.openxmlformats.org/drawingml/2006/main" val="bg2"/>
      </p:bgRef>
    </p:bg>
    <p:spTree>
      <p:nvGrpSpPr>
        <p:cNvPr id="1" name=""/>
        <p:cNvGrpSpPr/>
        <p:nvPr/>
      </p:nvGrpSpPr>
      <p:grpSpPr>
        <a:xfrm xmlns:a="http://schemas.openxmlformats.org/drawingml/2006/main"/>
      </p:grpSpPr>
      <p:sp>
        <p:nvSpPr>
          <p:cNvPr id="8" name="Title 3">
            <a:extLst xmlns:a="http://schemas.openxmlformats.org/drawingml/2006/main">
              <a:ext uri="{FF2B5EF4-FFF2-40B4-BE49-F238E27FC236}">
                <a16:creationId xmlns:a16="http://schemas.microsoft.com/office/drawing/2014/main" id="{0638DF7B-BBB6-684E-A5BB-80F1125943EF}"/>
              </a:ext>
            </a:extLst>
          </p:cNvPr>
          <p:cNvSpPr>
            <a:spLocks xmlns:a="http://schemas.openxmlformats.org/drawingml/2006/main" noGrp="1"/>
          </p:cNvSpPr>
          <p:nvPr>
            <p:ph type="title" idx="0" hasCustomPrompt="1"/>
          </p:nvPr>
        </p:nvSpPr>
        <p:spPr>
          <a:xfrm xmlns:a="http://schemas.openxmlformats.org/drawingml/2006/main">
            <a:off x="768875" y="182403"/>
            <a:ext cx="10671048" cy="822960"/>
          </a:xfrm>
        </p:spPr>
        <p:txBody>
          <a:bodyPr xmlns:a="http://schemas.openxmlformats.org/drawingml/2006/main"/>
          <a:lstStyle xmlns:a="http://schemas.openxmlformats.org/drawingml/2006/main">
            <a:lvl1pPr>
              <a:lnSpc>
                <a:spcPct val="100000"/>
              </a:lnSpc>
              <a:buNone/>
              <a:defRPr b="1" i="0">
                <a:solidFill>
                  <a:schemeClr val="tx1"/>
                </a:solidFill>
                <a:latin typeface="Oracle Sans Tab"/>
                <a:ea typeface="Oracle Sans Tab"/>
                <a:cs typeface="Oracle Sans Tab"/>
              </a:defRPr>
            </a:lvl1pPr>
          </a:lstStyle>
          <a:p xmlns:a="http://schemas.openxmlformats.org/drawingml/2006/main">
            <a:r>
              <a:t>Three speakers on stage</a:t>
            </a:r>
          </a:p>
        </p:txBody>
      </p:sp>
      <p:pic>
        <p:nvPicPr>
          <p:cNvPr id="9" name="Graphic 2"/>
          <p:cNvPicPr>
            <a:picLocks xmlns:a="http://schemas.openxmlformats.org/drawingml/2006/main" noChangeAspect="1"/>
          </p:cNvPicPr>
          <p:nvPr/>
        </p:nvPicPr>
        <p:blipFill>
          <a:blip xmlns:r="http://schemas.openxmlformats.org/officeDocument/2006/relationships" xmlns:a="http://schemas.openxmlformats.org/drawingml/2006/main" r:embed="R5bfab2d6eaee4087">
            <a:extLst>
              <a:ext uri="{96DAC541-7B7A-43D3-8B79-37D633B846F1}">
                <asvg:svgBlip xmlns:asvg="http://schemas.microsoft.com/office/drawing/2016/SVG/main" r:embed="R25dff2a059964fca"/>
              </a:ext>
            </a:extLst>
          </a:blip>
          <a:srcRect xmlns:a="http://schemas.openxmlformats.org/drawingml/2006/main" l="5687" t="0" r="0" b="27270"/>
          <a:stretch xmlns:a="http://schemas.openxmlformats.org/drawingml/2006/main"/>
        </p:blipFill>
        <p:spPr>
          <a:xfrm xmlns:a="http://schemas.openxmlformats.org/drawingml/2006/main">
            <a:off x="5877887" y="1"/>
            <a:ext cx="6314112" cy="3246122"/>
          </a:xfrm>
          <a:prstGeom xmlns:a="http://schemas.openxmlformats.org/drawingml/2006/main" prst="rect">
            <a:avLst/>
          </a:prstGeom>
        </p:spPr>
      </p:pic>
      <p:sp>
        <p:nvSpPr>
          <p:cNvPr id="9" name="Date Placeholder 8">
            <a:extLst xmlns:a="http://schemas.openxmlformats.org/drawingml/2006/main">
              <a:ext uri="{FF2B5EF4-FFF2-40B4-BE49-F238E27FC236}">
                <a16:creationId xmlns:a16="http://schemas.microsoft.com/office/drawing/2014/main" id="{4ACA5DC3-86B0-1F65-3F2B-CA7D6A4147D2}"/>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[Date]</a:t>
            </a:r>
          </a:p>
        </p:txBody>
      </p:sp>
      <p:sp>
        <p:nvSpPr>
          <p:cNvPr id="2" name="Text Placeholder 33">
            <a:extLst xmlns:a="http://schemas.openxmlformats.org/drawingml/2006/main">
              <a:ext uri="{FF2B5EF4-FFF2-40B4-BE49-F238E27FC236}">
                <a16:creationId xmlns:a16="http://schemas.microsoft.com/office/drawing/2014/main" id="{B9B847CE-1494-EB76-B9F7-38F201281C5C}"/>
              </a:ext>
            </a:extLst>
          </p:cNvPr>
          <p:cNvSpPr>
            <a:spLocks xmlns:a="http://schemas.openxmlformats.org/drawingml/2006/main" noGrp="1"/>
          </p:cNvSpPr>
          <p:nvPr>
            <p:ph type="body" idx="13" hasCustomPrompt="1"/>
          </p:nvPr>
        </p:nvSpPr>
        <p:spPr>
          <a:xfrm xmlns:a="http://schemas.openxmlformats.org/drawingml/2006/main">
            <a:off x="797773" y="1325903"/>
            <a:ext cx="5120640" cy="640080"/>
          </a:xfrm>
        </p:spPr>
        <p:txBody>
          <a:bodyPr xmlns:a="http://schemas.openxmlformats.org/drawingml/2006/main" vert="horz" lIns="0" tIns="0" rIns="0" bIns="0" anchor="b">
            <a:noAutofit/>
          </a:bodyPr>
          <a:lstStyle xmlns:a="http://schemas.openxmlformats.org/drawingml/2006/main">
            <a:lvl1pPr algn="l">
              <a:lnSpc>
                <a:spcPct val="100000"/>
              </a:lnSpc>
              <a:buNone/>
              <a:defRPr sz="2000" b="1" i="0">
                <a:solidFill>
                  <a:schemeClr val="tx1"/>
                </a:solidFill>
                <a:latin typeface="Oracle Sans Tab"/>
                <a:ea typeface="Oracle Sans Tab"/>
                <a:cs typeface="Oracle Sans Tab"/>
              </a:defRPr>
            </a:lvl1pPr>
          </a:lstStyle>
          <a:p xmlns:a="http://schemas.openxmlformats.org/drawingml/2006/main">
            <a:pPr>
              <a:spcBef>
                <a:spcPts val="0"/>
              </a:spcBef>
              <a:buNone/>
            </a:pPr>
            <a:r>
              <a:t>Add speaker name</a:t>
            </a:r>
          </a:p>
        </p:txBody>
      </p:sp>
      <p:sp>
        <p:nvSpPr>
          <p:cNvPr id="4" name="Text Placeholder 33">
            <a:extLst xmlns:a="http://schemas.openxmlformats.org/drawingml/2006/main">
              <a:ext uri="{FF2B5EF4-FFF2-40B4-BE49-F238E27FC236}">
                <a16:creationId xmlns:a16="http://schemas.microsoft.com/office/drawing/2014/main" id="{2CBD8601-0EE0-1C22-9AF2-15631BDB0B16}"/>
              </a:ext>
            </a:extLst>
          </p:cNvPr>
          <p:cNvSpPr>
            <a:spLocks xmlns:a="http://schemas.openxmlformats.org/drawingml/2006/main" noGrp="1"/>
          </p:cNvSpPr>
          <p:nvPr>
            <p:ph type="body" idx="14" hasCustomPrompt="1"/>
          </p:nvPr>
        </p:nvSpPr>
        <p:spPr>
          <a:xfrm xmlns:a="http://schemas.openxmlformats.org/drawingml/2006/main">
            <a:off x="797774" y="1964957"/>
            <a:ext cx="5120640" cy="640073"/>
          </a:xfrm>
        </p:spPr>
        <p:txBody>
          <a:bodyPr xmlns:a="http://schemas.openxmlformats.org/drawingml/2006/main" vert="horz" lIns="0" tIns="0" rIns="0" bIns="0" anchor="t">
            <a:noAutofit/>
          </a:bodyPr>
          <a:lstStyle xmlns:a="http://schemas.openxmlformats.org/drawingml/2006/main">
            <a:lvl1pPr algn="l">
              <a:lnSpc>
                <a:spcPct val="100000"/>
              </a:lnSpc>
              <a:buNone/>
              <a:defRPr sz="1800" b="0" i="0">
                <a:solidFill>
                  <a:schemeClr val="tx1"/>
                </a:solidFill>
                <a:latin typeface="Oracle Sans Tab"/>
                <a:ea typeface="Oracle Sans Tab"/>
                <a:cs typeface="Oracle Sans Tab"/>
              </a:defRPr>
            </a:lvl1pPr>
          </a:lstStyle>
          <a:p xmlns:a="http://schemas.openxmlformats.org/drawingml/2006/main">
            <a:pPr>
              <a:spcBef>
                <a:spcPts val="0"/>
              </a:spcBef>
              <a:buNone/>
            </a:pPr>
            <a:r>
              <a:t>Add speaker title</a:t>
            </a:r>
          </a:p>
        </p:txBody>
      </p:sp>
      <p:sp>
        <p:nvSpPr>
          <p:cNvPr id="5" name="Text Placeholder 33">
            <a:extLst xmlns:a="http://schemas.openxmlformats.org/drawingml/2006/main">
              <a:ext uri="{FF2B5EF4-FFF2-40B4-BE49-F238E27FC236}">
                <a16:creationId xmlns:a16="http://schemas.microsoft.com/office/drawing/2014/main" id="{0A0EB793-5D1B-7CAC-A983-72F74B5C0FB6}"/>
              </a:ext>
            </a:extLst>
          </p:cNvPr>
          <p:cNvSpPr>
            <a:spLocks xmlns:a="http://schemas.openxmlformats.org/drawingml/2006/main" noGrp="1"/>
          </p:cNvSpPr>
          <p:nvPr>
            <p:ph type="body" idx="28" hasCustomPrompt="1"/>
          </p:nvPr>
        </p:nvSpPr>
        <p:spPr>
          <a:xfrm xmlns:a="http://schemas.openxmlformats.org/drawingml/2006/main">
            <a:off x="792538" y="2792454"/>
            <a:ext cx="5120640" cy="640080"/>
          </a:xfrm>
        </p:spPr>
        <p:txBody>
          <a:bodyPr xmlns:a="http://schemas.openxmlformats.org/drawingml/2006/main" vert="horz" lIns="0" tIns="0" rIns="0" bIns="0" anchor="b">
            <a:noAutofit/>
          </a:bodyPr>
          <a:lstStyle xmlns:a="http://schemas.openxmlformats.org/drawingml/2006/main">
            <a:lvl1pPr algn="l">
              <a:lnSpc>
                <a:spcPct val="100000"/>
              </a:lnSpc>
              <a:buNone/>
              <a:defRPr sz="2000" b="1" i="0">
                <a:solidFill>
                  <a:schemeClr val="tx1"/>
                </a:solidFill>
                <a:latin typeface="Oracle Sans Tab"/>
                <a:ea typeface="Oracle Sans Tab"/>
                <a:cs typeface="Oracle Sans Tab"/>
              </a:defRPr>
            </a:lvl1pPr>
          </a:lstStyle>
          <a:p xmlns:a="http://schemas.openxmlformats.org/drawingml/2006/main">
            <a:pPr>
              <a:spcBef>
                <a:spcPts val="0"/>
              </a:spcBef>
              <a:buNone/>
            </a:pPr>
            <a:r>
              <a:t>Add speaker name</a:t>
            </a:r>
          </a:p>
        </p:txBody>
      </p:sp>
      <p:sp>
        <p:nvSpPr>
          <p:cNvPr id="14" name="Text Placeholder 33">
            <a:extLst xmlns:a="http://schemas.openxmlformats.org/drawingml/2006/main">
              <a:ext uri="{FF2B5EF4-FFF2-40B4-BE49-F238E27FC236}">
                <a16:creationId xmlns:a16="http://schemas.microsoft.com/office/drawing/2014/main" id="{C8830B92-077C-42C2-7CF4-32E57CCAA196}"/>
              </a:ext>
            </a:extLst>
          </p:cNvPr>
          <p:cNvSpPr>
            <a:spLocks xmlns:a="http://schemas.openxmlformats.org/drawingml/2006/main" noGrp="1"/>
          </p:cNvSpPr>
          <p:nvPr>
            <p:ph type="body" idx="29" hasCustomPrompt="1"/>
          </p:nvPr>
        </p:nvSpPr>
        <p:spPr>
          <a:xfrm xmlns:a="http://schemas.openxmlformats.org/drawingml/2006/main">
            <a:off x="792539" y="3431508"/>
            <a:ext cx="5120640" cy="640073"/>
          </a:xfrm>
        </p:spPr>
        <p:txBody>
          <a:bodyPr xmlns:a="http://schemas.openxmlformats.org/drawingml/2006/main" vert="horz" lIns="0" tIns="0" rIns="0" bIns="0" anchor="t">
            <a:noAutofit/>
          </a:bodyPr>
          <a:lstStyle xmlns:a="http://schemas.openxmlformats.org/drawingml/2006/main">
            <a:lvl1pPr algn="l">
              <a:lnSpc>
                <a:spcPct val="100000"/>
              </a:lnSpc>
              <a:buNone/>
              <a:defRPr sz="1800" b="0" i="0">
                <a:solidFill>
                  <a:schemeClr val="tx1"/>
                </a:solidFill>
                <a:latin typeface="Oracle Sans Tab"/>
                <a:ea typeface="Oracle Sans Tab"/>
                <a:cs typeface="Oracle Sans Tab"/>
              </a:defRPr>
            </a:lvl1pPr>
          </a:lstStyle>
          <a:p xmlns:a="http://schemas.openxmlformats.org/drawingml/2006/main">
            <a:pPr>
              <a:spcBef>
                <a:spcPts val="0"/>
              </a:spcBef>
              <a:buNone/>
            </a:pPr>
            <a:r>
              <a:t>Add speaker title</a:t>
            </a:r>
          </a:p>
        </p:txBody>
      </p:sp>
      <p:sp>
        <p:nvSpPr>
          <p:cNvPr id="15" name="Text Placeholder 33">
            <a:extLst xmlns:a="http://schemas.openxmlformats.org/drawingml/2006/main">
              <a:ext uri="{FF2B5EF4-FFF2-40B4-BE49-F238E27FC236}">
                <a16:creationId xmlns:a16="http://schemas.microsoft.com/office/drawing/2014/main" id="{283801B3-C270-4242-E8A4-95C95B9D6FBD}"/>
              </a:ext>
            </a:extLst>
          </p:cNvPr>
          <p:cNvSpPr>
            <a:spLocks xmlns:a="http://schemas.openxmlformats.org/drawingml/2006/main" noGrp="1"/>
          </p:cNvSpPr>
          <p:nvPr>
            <p:ph type="body" idx="30" hasCustomPrompt="1"/>
          </p:nvPr>
        </p:nvSpPr>
        <p:spPr>
          <a:xfrm xmlns:a="http://schemas.openxmlformats.org/drawingml/2006/main">
            <a:off x="795484" y="4312293"/>
            <a:ext cx="5120640" cy="640080"/>
          </a:xfrm>
        </p:spPr>
        <p:txBody>
          <a:bodyPr xmlns:a="http://schemas.openxmlformats.org/drawingml/2006/main" vert="horz" lIns="0" tIns="0" rIns="0" bIns="0" anchor="b">
            <a:noAutofit/>
          </a:bodyPr>
          <a:lstStyle xmlns:a="http://schemas.openxmlformats.org/drawingml/2006/main">
            <a:lvl1pPr algn="l">
              <a:lnSpc>
                <a:spcPct val="100000"/>
              </a:lnSpc>
              <a:buNone/>
              <a:defRPr sz="2000" b="1" i="0">
                <a:solidFill>
                  <a:schemeClr val="tx1"/>
                </a:solidFill>
                <a:latin typeface="Oracle Sans Tab"/>
                <a:ea typeface="Oracle Sans Tab"/>
                <a:cs typeface="Oracle Sans Tab"/>
              </a:defRPr>
            </a:lvl1pPr>
          </a:lstStyle>
          <a:p xmlns:a="http://schemas.openxmlformats.org/drawingml/2006/main">
            <a:pPr>
              <a:spcBef>
                <a:spcPts val="0"/>
              </a:spcBef>
              <a:buNone/>
            </a:pPr>
            <a:r>
              <a:t>Add speaker name</a:t>
            </a:r>
          </a:p>
        </p:txBody>
      </p:sp>
      <p:sp>
        <p:nvSpPr>
          <p:cNvPr id="16" name="Text Placeholder 33">
            <a:extLst xmlns:a="http://schemas.openxmlformats.org/drawingml/2006/main">
              <a:ext uri="{FF2B5EF4-FFF2-40B4-BE49-F238E27FC236}">
                <a16:creationId xmlns:a16="http://schemas.microsoft.com/office/drawing/2014/main" id="{BF454C50-6F7C-4662-4836-A1158EEF6D4C}"/>
              </a:ext>
            </a:extLst>
          </p:cNvPr>
          <p:cNvSpPr>
            <a:spLocks xmlns:a="http://schemas.openxmlformats.org/drawingml/2006/main" noGrp="1"/>
          </p:cNvSpPr>
          <p:nvPr>
            <p:ph type="body" idx="31" hasCustomPrompt="1"/>
          </p:nvPr>
        </p:nvSpPr>
        <p:spPr>
          <a:xfrm xmlns:a="http://schemas.openxmlformats.org/drawingml/2006/main">
            <a:off x="795485" y="4951347"/>
            <a:ext cx="5120640" cy="640073"/>
          </a:xfrm>
        </p:spPr>
        <p:txBody>
          <a:bodyPr xmlns:a="http://schemas.openxmlformats.org/drawingml/2006/main" vert="horz" lIns="0" tIns="0" rIns="0" bIns="0" anchor="t">
            <a:noAutofit/>
          </a:bodyPr>
          <a:lstStyle xmlns:a="http://schemas.openxmlformats.org/drawingml/2006/main">
            <a:lvl1pPr algn="l">
              <a:lnSpc>
                <a:spcPct val="100000"/>
              </a:lnSpc>
              <a:buNone/>
              <a:defRPr sz="1800" b="0" i="0">
                <a:solidFill>
                  <a:schemeClr val="tx1"/>
                </a:solidFill>
                <a:latin typeface="Oracle Sans Tab"/>
                <a:ea typeface="Oracle Sans Tab"/>
                <a:cs typeface="Oracle Sans Tab"/>
              </a:defRPr>
            </a:lvl1pPr>
          </a:lstStyle>
          <a:p xmlns:a="http://schemas.openxmlformats.org/drawingml/2006/main">
            <a:pPr>
              <a:spcBef>
                <a:spcPts val="0"/>
              </a:spcBef>
              <a:buNone/>
            </a:pPr>
            <a:r>
              <a:t>Add speaker title</a:t>
            </a:r>
          </a:p>
        </p:txBody>
      </p:sp>
      <p:sp>
        <p:nvSpPr>
          <p:cNvPr id="10" name="Footer Placeholder 9">
            <a:extLst xmlns:a="http://schemas.openxmlformats.org/drawingml/2006/main">
              <a:ext uri="{FF2B5EF4-FFF2-40B4-BE49-F238E27FC236}">
                <a16:creationId xmlns:a16="http://schemas.microsoft.com/office/drawing/2014/main" id="{8EEC5612-9EFC-A5C7-60F5-422AA3E3BA9F}"/>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Copyright © 2026, Oracle and/or its affiliates |  Confidential: Internal/Restricted/Highly Restricted</a:t>
            </a:r>
          </a:p>
        </p:txBody>
      </p:sp>
      <p:sp>
        <p:nvSpPr>
          <p:cNvPr id="11" name="Slide Number Placeholder 10">
            <a:extLst xmlns:a="http://schemas.openxmlformats.org/drawingml/2006/main">
              <a:ext uri="{FF2B5EF4-FFF2-40B4-BE49-F238E27FC236}">
                <a16:creationId xmlns:a16="http://schemas.microsoft.com/office/drawing/2014/main" id="{B01A2761-9610-DAD1-E4E2-18899B9B522F}"/>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fld id="{345D60D9-5372-5F40-9443-0F9AE5BDC3C8}" type="slidenum">
              <a:t>‹#›</a:t>
            </a:fld>
          </a:p>
        </p:txBody>
      </p:sp>
    </p:spTree>
  </p:cSld>
</p:sldLayout>
</file>

<file path=ppt/slideLayouts/slideLayout45.xml><?xml version="1.0" encoding="utf-8"?>
<p:sldLayout xmlns:p="http://schemas.openxmlformats.org/presentationml/2006/main" preserve="1" userDrawn="1">
  <p:cSld name="Speaker_4_Name">
    <p:bg>
      <p:bgRef idx="1001">
        <a:schemeClr xmlns:a="http://schemas.openxmlformats.org/drawingml/2006/main" val="bg2"/>
      </p:bgRef>
    </p:bg>
    <p:spTree>
      <p:nvGrpSpPr>
        <p:cNvPr id="1" name=""/>
        <p:cNvGrpSpPr/>
        <p:nvPr/>
      </p:nvGrpSpPr>
      <p:grpSpPr>
        <a:xfrm xmlns:a="http://schemas.openxmlformats.org/drawingml/2006/main"/>
      </p:grpSpPr>
      <p:sp>
        <p:nvSpPr>
          <p:cNvPr id="8" name="Title 3">
            <a:extLst xmlns:a="http://schemas.openxmlformats.org/drawingml/2006/main">
              <a:ext uri="{FF2B5EF4-FFF2-40B4-BE49-F238E27FC236}">
                <a16:creationId xmlns:a16="http://schemas.microsoft.com/office/drawing/2014/main" id="{0638DF7B-BBB6-684E-A5BB-80F1125943EF}"/>
              </a:ext>
            </a:extLst>
          </p:cNvPr>
          <p:cNvSpPr>
            <a:spLocks xmlns:a="http://schemas.openxmlformats.org/drawingml/2006/main" noGrp="1"/>
          </p:cNvSpPr>
          <p:nvPr>
            <p:ph type="title" idx="0" hasCustomPrompt="1"/>
          </p:nvPr>
        </p:nvSpPr>
        <p:spPr>
          <a:xfrm xmlns:a="http://schemas.openxmlformats.org/drawingml/2006/main">
            <a:off x="768875" y="182403"/>
            <a:ext cx="10671048" cy="822960"/>
          </a:xfrm>
        </p:spPr>
        <p:txBody>
          <a:bodyPr xmlns:a="http://schemas.openxmlformats.org/drawingml/2006/main"/>
          <a:lstStyle xmlns:a="http://schemas.openxmlformats.org/drawingml/2006/main">
            <a:lvl1pPr>
              <a:lnSpc>
                <a:spcPct val="100000"/>
              </a:lnSpc>
              <a:buNone/>
              <a:defRPr b="1" i="0">
                <a:solidFill>
                  <a:schemeClr val="tx1"/>
                </a:solidFill>
                <a:latin typeface="Oracle Sans Tab"/>
                <a:ea typeface="Oracle Sans Tab"/>
                <a:cs typeface="Oracle Sans Tab"/>
              </a:defRPr>
            </a:lvl1pPr>
          </a:lstStyle>
          <a:p xmlns:a="http://schemas.openxmlformats.org/drawingml/2006/main">
            <a:r>
              <a:t>Four speakers on stage</a:t>
            </a:r>
          </a:p>
        </p:txBody>
      </p:sp>
      <p:pic>
        <p:nvPicPr>
          <p:cNvPr id="9" name="Graphic 2"/>
          <p:cNvPicPr>
            <a:picLocks xmlns:a="http://schemas.openxmlformats.org/drawingml/2006/main" noChangeAspect="1"/>
          </p:cNvPicPr>
          <p:nvPr/>
        </p:nvPicPr>
        <p:blipFill>
          <a:blip xmlns:r="http://schemas.openxmlformats.org/officeDocument/2006/relationships" xmlns:a="http://schemas.openxmlformats.org/drawingml/2006/main" r:embed="Ra2e0e68b3c0b4612">
            <a:extLst>
              <a:ext uri="{96DAC541-7B7A-43D3-8B79-37D633B846F1}">
                <asvg:svgBlip xmlns:asvg="http://schemas.microsoft.com/office/drawing/2016/SVG/main" r:embed="Rd3b1c3785c6e48b9"/>
              </a:ext>
            </a:extLst>
          </a:blip>
          <a:srcRect xmlns:a="http://schemas.openxmlformats.org/drawingml/2006/main" l="5687" t="0" r="0" b="27270"/>
          <a:stretch xmlns:a="http://schemas.openxmlformats.org/drawingml/2006/main"/>
        </p:blipFill>
        <p:spPr>
          <a:xfrm xmlns:a="http://schemas.openxmlformats.org/drawingml/2006/main">
            <a:off x="5877887" y="1"/>
            <a:ext cx="6314112" cy="3246122"/>
          </a:xfrm>
          <a:prstGeom xmlns:a="http://schemas.openxmlformats.org/drawingml/2006/main" prst="rect">
            <a:avLst/>
          </a:prstGeom>
        </p:spPr>
      </p:pic>
      <p:sp>
        <p:nvSpPr>
          <p:cNvPr id="9" name="Date Placeholder 8">
            <a:extLst xmlns:a="http://schemas.openxmlformats.org/drawingml/2006/main">
              <a:ext uri="{FF2B5EF4-FFF2-40B4-BE49-F238E27FC236}">
                <a16:creationId xmlns:a16="http://schemas.microsoft.com/office/drawing/2014/main" id="{4ACA5DC3-86B0-1F65-3F2B-CA7D6A4147D2}"/>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[Date]</a:t>
            </a:r>
          </a:p>
        </p:txBody>
      </p:sp>
      <p:sp>
        <p:nvSpPr>
          <p:cNvPr id="10" name="Footer Placeholder 9">
            <a:extLst xmlns:a="http://schemas.openxmlformats.org/drawingml/2006/main">
              <a:ext uri="{FF2B5EF4-FFF2-40B4-BE49-F238E27FC236}">
                <a16:creationId xmlns:a16="http://schemas.microsoft.com/office/drawing/2014/main" id="{8EEC5612-9EFC-A5C7-60F5-422AA3E3BA9F}"/>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Copyright © 2026, Oracle and/or its affiliates |  Confidential: Internal/Restricted/Highly Restricted</a:t>
            </a:r>
          </a:p>
        </p:txBody>
      </p:sp>
      <p:sp>
        <p:nvSpPr>
          <p:cNvPr id="11" name="Slide Number Placeholder 10">
            <a:extLst xmlns:a="http://schemas.openxmlformats.org/drawingml/2006/main">
              <a:ext uri="{FF2B5EF4-FFF2-40B4-BE49-F238E27FC236}">
                <a16:creationId xmlns:a16="http://schemas.microsoft.com/office/drawing/2014/main" id="{B01A2761-9610-DAD1-E4E2-18899B9B522F}"/>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fld id="{345D60D9-5372-5F40-9443-0F9AE5BDC3C8}" type="slidenum">
              <a:t>‹#›</a:t>
            </a:fld>
          </a:p>
        </p:txBody>
      </p:sp>
      <p:sp>
        <p:nvSpPr>
          <p:cNvPr id="6" name="Text Placeholder 33">
            <a:extLst xmlns:a="http://schemas.openxmlformats.org/drawingml/2006/main">
              <a:ext uri="{FF2B5EF4-FFF2-40B4-BE49-F238E27FC236}">
                <a16:creationId xmlns:a16="http://schemas.microsoft.com/office/drawing/2014/main" id="{F9F38D12-CAEB-FD20-511D-40562DCAA1EA}"/>
              </a:ext>
            </a:extLst>
          </p:cNvPr>
          <p:cNvSpPr>
            <a:spLocks xmlns:a="http://schemas.openxmlformats.org/drawingml/2006/main" noGrp="1"/>
          </p:cNvSpPr>
          <p:nvPr>
            <p:ph type="body" idx="13" hasCustomPrompt="1"/>
          </p:nvPr>
        </p:nvSpPr>
        <p:spPr>
          <a:xfrm xmlns:a="http://schemas.openxmlformats.org/drawingml/2006/main">
            <a:off x="784794" y="2108629"/>
            <a:ext cx="4480560" cy="640080"/>
          </a:xfrm>
        </p:spPr>
        <p:txBody>
          <a:bodyPr xmlns:a="http://schemas.openxmlformats.org/drawingml/2006/main" vert="horz" lIns="0" tIns="0" rIns="0" bIns="0" anchor="b">
            <a:noAutofit/>
          </a:bodyPr>
          <a:lstStyle xmlns:a="http://schemas.openxmlformats.org/drawingml/2006/main">
            <a:lvl1pPr algn="l">
              <a:lnSpc>
                <a:spcPct val="100000"/>
              </a:lnSpc>
              <a:buNone/>
              <a:defRPr sz="2000" b="1" i="0">
                <a:solidFill>
                  <a:schemeClr val="tx1"/>
                </a:solidFill>
                <a:latin typeface="Oracle Sans Tab"/>
                <a:ea typeface="Oracle Sans Tab"/>
                <a:cs typeface="Oracle Sans Tab"/>
              </a:defRPr>
            </a:lvl1pPr>
          </a:lstStyle>
          <a:p xmlns:a="http://schemas.openxmlformats.org/drawingml/2006/main">
            <a:pPr>
              <a:spcBef>
                <a:spcPts val="0"/>
              </a:spcBef>
              <a:buNone/>
            </a:pPr>
            <a:r>
              <a:t>Add speaker name</a:t>
            </a:r>
          </a:p>
        </p:txBody>
      </p:sp>
      <p:sp>
        <p:nvSpPr>
          <p:cNvPr id="7" name="Text Placeholder 33">
            <a:extLst xmlns:a="http://schemas.openxmlformats.org/drawingml/2006/main">
              <a:ext uri="{FF2B5EF4-FFF2-40B4-BE49-F238E27FC236}">
                <a16:creationId xmlns:a16="http://schemas.microsoft.com/office/drawing/2014/main" id="{A141B714-1A78-6D82-F378-939B470D8736}"/>
              </a:ext>
            </a:extLst>
          </p:cNvPr>
          <p:cNvSpPr>
            <a:spLocks xmlns:a="http://schemas.openxmlformats.org/drawingml/2006/main" noGrp="1"/>
          </p:cNvSpPr>
          <p:nvPr>
            <p:ph type="body" idx="14" hasCustomPrompt="1"/>
          </p:nvPr>
        </p:nvSpPr>
        <p:spPr>
          <a:xfrm xmlns:a="http://schemas.openxmlformats.org/drawingml/2006/main">
            <a:off x="784795" y="2747683"/>
            <a:ext cx="4480560" cy="640073"/>
          </a:xfrm>
        </p:spPr>
        <p:txBody>
          <a:bodyPr xmlns:a="http://schemas.openxmlformats.org/drawingml/2006/main" vert="horz" lIns="0" tIns="0" rIns="0" bIns="0" anchor="t">
            <a:noAutofit/>
          </a:bodyPr>
          <a:lstStyle xmlns:a="http://schemas.openxmlformats.org/drawingml/2006/main">
            <a:lvl1pPr algn="l">
              <a:lnSpc>
                <a:spcPct val="100000"/>
              </a:lnSpc>
              <a:buNone/>
              <a:defRPr sz="1800" b="0" i="0">
                <a:solidFill>
                  <a:schemeClr val="tx1"/>
                </a:solidFill>
                <a:latin typeface="Oracle Sans Tab"/>
                <a:ea typeface="Oracle Sans Tab"/>
                <a:cs typeface="Oracle Sans Tab"/>
              </a:defRPr>
            </a:lvl1pPr>
          </a:lstStyle>
          <a:p xmlns:a="http://schemas.openxmlformats.org/drawingml/2006/main">
            <a:pPr>
              <a:spcBef>
                <a:spcPts val="0"/>
              </a:spcBef>
              <a:buNone/>
            </a:pPr>
            <a:r>
              <a:t>Add speaker title</a:t>
            </a:r>
            <a:br/>
            <a:r>
              <a:t>Title</a:t>
            </a:r>
          </a:p>
        </p:txBody>
      </p:sp>
      <p:sp>
        <p:nvSpPr>
          <p:cNvPr id="12" name="Text Placeholder 33">
            <a:extLst xmlns:a="http://schemas.openxmlformats.org/drawingml/2006/main">
              <a:ext uri="{FF2B5EF4-FFF2-40B4-BE49-F238E27FC236}">
                <a16:creationId xmlns:a16="http://schemas.microsoft.com/office/drawing/2014/main" id="{B1EDA4C5-F281-1193-82E6-0BFE5AE994AE}"/>
              </a:ext>
            </a:extLst>
          </p:cNvPr>
          <p:cNvSpPr>
            <a:spLocks xmlns:a="http://schemas.openxmlformats.org/drawingml/2006/main" noGrp="1"/>
          </p:cNvSpPr>
          <p:nvPr>
            <p:ph type="body" idx="35" hasCustomPrompt="1"/>
          </p:nvPr>
        </p:nvSpPr>
        <p:spPr>
          <a:xfrm xmlns:a="http://schemas.openxmlformats.org/drawingml/2006/main">
            <a:off x="784795" y="3484327"/>
            <a:ext cx="4480560" cy="640080"/>
          </a:xfrm>
        </p:spPr>
        <p:txBody>
          <a:bodyPr xmlns:a="http://schemas.openxmlformats.org/drawingml/2006/main" vert="horz" lIns="0" tIns="0" rIns="0" bIns="0" anchor="b">
            <a:noAutofit/>
          </a:bodyPr>
          <a:lstStyle xmlns:a="http://schemas.openxmlformats.org/drawingml/2006/main">
            <a:lvl1pPr algn="l">
              <a:lnSpc>
                <a:spcPct val="100000"/>
              </a:lnSpc>
              <a:buNone/>
              <a:defRPr sz="2000" b="1" i="0">
                <a:solidFill>
                  <a:schemeClr val="tx1"/>
                </a:solidFill>
                <a:latin typeface="Oracle Sans Tab"/>
                <a:ea typeface="Oracle Sans Tab"/>
                <a:cs typeface="Oracle Sans Tab"/>
              </a:defRPr>
            </a:lvl1pPr>
          </a:lstStyle>
          <a:p xmlns:a="http://schemas.openxmlformats.org/drawingml/2006/main">
            <a:pPr>
              <a:spcBef>
                <a:spcPts val="0"/>
              </a:spcBef>
              <a:buNone/>
            </a:pPr>
            <a:r>
              <a:t>Add speaker name</a:t>
            </a:r>
          </a:p>
        </p:txBody>
      </p:sp>
      <p:sp>
        <p:nvSpPr>
          <p:cNvPr id="13" name="Text Placeholder 33">
            <a:extLst xmlns:a="http://schemas.openxmlformats.org/drawingml/2006/main">
              <a:ext uri="{FF2B5EF4-FFF2-40B4-BE49-F238E27FC236}">
                <a16:creationId xmlns:a16="http://schemas.microsoft.com/office/drawing/2014/main" id="{F247EF2C-2986-0D95-AC50-EE6C68BB5CE4}"/>
              </a:ext>
            </a:extLst>
          </p:cNvPr>
          <p:cNvSpPr>
            <a:spLocks xmlns:a="http://schemas.openxmlformats.org/drawingml/2006/main" noGrp="1"/>
          </p:cNvSpPr>
          <p:nvPr>
            <p:ph type="body" idx="36" hasCustomPrompt="1"/>
          </p:nvPr>
        </p:nvSpPr>
        <p:spPr>
          <a:xfrm xmlns:a="http://schemas.openxmlformats.org/drawingml/2006/main">
            <a:off x="784796" y="4123381"/>
            <a:ext cx="4480560" cy="640073"/>
          </a:xfrm>
        </p:spPr>
        <p:txBody>
          <a:bodyPr xmlns:a="http://schemas.openxmlformats.org/drawingml/2006/main" vert="horz" lIns="0" tIns="0" rIns="0" bIns="0" anchor="t">
            <a:noAutofit/>
          </a:bodyPr>
          <a:lstStyle xmlns:a="http://schemas.openxmlformats.org/drawingml/2006/main">
            <a:lvl1pPr algn="l">
              <a:lnSpc>
                <a:spcPct val="100000"/>
              </a:lnSpc>
              <a:buNone/>
              <a:defRPr sz="1800" b="0" i="0">
                <a:solidFill>
                  <a:schemeClr val="tx1"/>
                </a:solidFill>
                <a:latin typeface="Oracle Sans Tab"/>
                <a:ea typeface="Oracle Sans Tab"/>
                <a:cs typeface="Oracle Sans Tab"/>
              </a:defRPr>
            </a:lvl1pPr>
          </a:lstStyle>
          <a:p xmlns:a="http://schemas.openxmlformats.org/drawingml/2006/main">
            <a:pPr>
              <a:spcBef>
                <a:spcPts val="0"/>
              </a:spcBef>
              <a:buNone/>
            </a:pPr>
            <a:r>
              <a:t>Add speaker title</a:t>
            </a:r>
            <a:br/>
            <a:r>
              <a:t>Title</a:t>
            </a:r>
          </a:p>
        </p:txBody>
      </p:sp>
      <p:sp>
        <p:nvSpPr>
          <p:cNvPr id="17" name="Text Placeholder 33">
            <a:extLst xmlns:a="http://schemas.openxmlformats.org/drawingml/2006/main">
              <a:ext uri="{FF2B5EF4-FFF2-40B4-BE49-F238E27FC236}">
                <a16:creationId xmlns:a16="http://schemas.microsoft.com/office/drawing/2014/main" id="{0B404AA4-79A5-18F0-CE9F-3921A0925B1E}"/>
              </a:ext>
            </a:extLst>
          </p:cNvPr>
          <p:cNvSpPr>
            <a:spLocks xmlns:a="http://schemas.openxmlformats.org/drawingml/2006/main" noGrp="1"/>
          </p:cNvSpPr>
          <p:nvPr>
            <p:ph type="body" idx="37" hasCustomPrompt="1"/>
          </p:nvPr>
        </p:nvSpPr>
        <p:spPr>
          <a:xfrm xmlns:a="http://schemas.openxmlformats.org/drawingml/2006/main">
            <a:off x="5806438" y="2130723"/>
            <a:ext cx="4480560" cy="640080"/>
          </a:xfrm>
        </p:spPr>
        <p:txBody>
          <a:bodyPr xmlns:a="http://schemas.openxmlformats.org/drawingml/2006/main" vert="horz" lIns="0" tIns="0" rIns="0" bIns="0" anchor="b">
            <a:noAutofit/>
          </a:bodyPr>
          <a:lstStyle xmlns:a="http://schemas.openxmlformats.org/drawingml/2006/main">
            <a:lvl1pPr algn="l">
              <a:lnSpc>
                <a:spcPct val="100000"/>
              </a:lnSpc>
              <a:buNone/>
              <a:defRPr sz="2000" b="1" i="0">
                <a:solidFill>
                  <a:schemeClr val="tx1"/>
                </a:solidFill>
                <a:latin typeface="Oracle Sans Tab"/>
                <a:ea typeface="Oracle Sans Tab"/>
                <a:cs typeface="Oracle Sans Tab"/>
              </a:defRPr>
            </a:lvl1pPr>
          </a:lstStyle>
          <a:p xmlns:a="http://schemas.openxmlformats.org/drawingml/2006/main">
            <a:pPr>
              <a:spcBef>
                <a:spcPts val="0"/>
              </a:spcBef>
              <a:buNone/>
            </a:pPr>
            <a:r>
              <a:t>Add speaker name</a:t>
            </a:r>
          </a:p>
        </p:txBody>
      </p:sp>
      <p:sp>
        <p:nvSpPr>
          <p:cNvPr id="18" name="Text Placeholder 33">
            <a:extLst xmlns:a="http://schemas.openxmlformats.org/drawingml/2006/main">
              <a:ext uri="{FF2B5EF4-FFF2-40B4-BE49-F238E27FC236}">
                <a16:creationId xmlns:a16="http://schemas.microsoft.com/office/drawing/2014/main" id="{097CCA77-6454-4A36-DDFB-A9DE63B5C7E2}"/>
              </a:ext>
            </a:extLst>
          </p:cNvPr>
          <p:cNvSpPr>
            <a:spLocks xmlns:a="http://schemas.openxmlformats.org/drawingml/2006/main" noGrp="1"/>
          </p:cNvSpPr>
          <p:nvPr>
            <p:ph type="body" idx="38" hasCustomPrompt="1"/>
          </p:nvPr>
        </p:nvSpPr>
        <p:spPr>
          <a:xfrm xmlns:a="http://schemas.openxmlformats.org/drawingml/2006/main">
            <a:off x="5806439" y="2769777"/>
            <a:ext cx="4480560" cy="640073"/>
          </a:xfrm>
        </p:spPr>
        <p:txBody>
          <a:bodyPr xmlns:a="http://schemas.openxmlformats.org/drawingml/2006/main" vert="horz" lIns="0" tIns="0" rIns="0" bIns="0" anchor="t">
            <a:noAutofit/>
          </a:bodyPr>
          <a:lstStyle xmlns:a="http://schemas.openxmlformats.org/drawingml/2006/main">
            <a:lvl1pPr algn="l">
              <a:lnSpc>
                <a:spcPct val="100000"/>
              </a:lnSpc>
              <a:buNone/>
              <a:defRPr sz="1800" b="0" i="0">
                <a:solidFill>
                  <a:schemeClr val="tx1"/>
                </a:solidFill>
                <a:latin typeface="Oracle Sans Tab"/>
                <a:ea typeface="Oracle Sans Tab"/>
                <a:cs typeface="Oracle Sans Tab"/>
              </a:defRPr>
            </a:lvl1pPr>
          </a:lstStyle>
          <a:p xmlns:a="http://schemas.openxmlformats.org/drawingml/2006/main">
            <a:pPr>
              <a:spcBef>
                <a:spcPts val="0"/>
              </a:spcBef>
              <a:buNone/>
            </a:pPr>
            <a:r>
              <a:t>Add speaker title</a:t>
            </a:r>
            <a:br/>
            <a:r>
              <a:t>Title</a:t>
            </a:r>
          </a:p>
        </p:txBody>
      </p:sp>
      <p:sp>
        <p:nvSpPr>
          <p:cNvPr id="19" name="Text Placeholder 33">
            <a:extLst xmlns:a="http://schemas.openxmlformats.org/drawingml/2006/main">
              <a:ext uri="{FF2B5EF4-FFF2-40B4-BE49-F238E27FC236}">
                <a16:creationId xmlns:a16="http://schemas.microsoft.com/office/drawing/2014/main" id="{644A9E89-1875-451D-C69D-99660290007D}"/>
              </a:ext>
            </a:extLst>
          </p:cNvPr>
          <p:cNvSpPr>
            <a:spLocks xmlns:a="http://schemas.openxmlformats.org/drawingml/2006/main" noGrp="1"/>
          </p:cNvSpPr>
          <p:nvPr>
            <p:ph type="body" idx="39" hasCustomPrompt="1"/>
          </p:nvPr>
        </p:nvSpPr>
        <p:spPr>
          <a:xfrm xmlns:a="http://schemas.openxmlformats.org/drawingml/2006/main">
            <a:off x="5806439" y="3506421"/>
            <a:ext cx="4480560" cy="640080"/>
          </a:xfrm>
        </p:spPr>
        <p:txBody>
          <a:bodyPr xmlns:a="http://schemas.openxmlformats.org/drawingml/2006/main" vert="horz" lIns="0" tIns="0" rIns="0" bIns="0" anchor="b">
            <a:noAutofit/>
          </a:bodyPr>
          <a:lstStyle xmlns:a="http://schemas.openxmlformats.org/drawingml/2006/main">
            <a:lvl1pPr algn="l">
              <a:lnSpc>
                <a:spcPct val="100000"/>
              </a:lnSpc>
              <a:buNone/>
              <a:defRPr sz="2000" b="1" i="0">
                <a:solidFill>
                  <a:schemeClr val="tx1"/>
                </a:solidFill>
                <a:latin typeface="Oracle Sans Tab"/>
                <a:ea typeface="Oracle Sans Tab"/>
                <a:cs typeface="Oracle Sans Tab"/>
              </a:defRPr>
            </a:lvl1pPr>
          </a:lstStyle>
          <a:p xmlns:a="http://schemas.openxmlformats.org/drawingml/2006/main">
            <a:pPr>
              <a:spcBef>
                <a:spcPts val="0"/>
              </a:spcBef>
              <a:buNone/>
            </a:pPr>
            <a:r>
              <a:t>Add speaker name</a:t>
            </a:r>
          </a:p>
        </p:txBody>
      </p:sp>
      <p:sp>
        <p:nvSpPr>
          <p:cNvPr id="20" name="Text Placeholder 33">
            <a:extLst xmlns:a="http://schemas.openxmlformats.org/drawingml/2006/main">
              <a:ext uri="{FF2B5EF4-FFF2-40B4-BE49-F238E27FC236}">
                <a16:creationId xmlns:a16="http://schemas.microsoft.com/office/drawing/2014/main" id="{EC89510A-FA47-936C-E9A3-AD214B164A82}"/>
              </a:ext>
            </a:extLst>
          </p:cNvPr>
          <p:cNvSpPr>
            <a:spLocks xmlns:a="http://schemas.openxmlformats.org/drawingml/2006/main" noGrp="1"/>
          </p:cNvSpPr>
          <p:nvPr>
            <p:ph type="body" idx="40" hasCustomPrompt="1"/>
          </p:nvPr>
        </p:nvSpPr>
        <p:spPr>
          <a:xfrm xmlns:a="http://schemas.openxmlformats.org/drawingml/2006/main">
            <a:off x="5806440" y="4145475"/>
            <a:ext cx="4480560" cy="640073"/>
          </a:xfrm>
        </p:spPr>
        <p:txBody>
          <a:bodyPr xmlns:a="http://schemas.openxmlformats.org/drawingml/2006/main" vert="horz" lIns="0" tIns="0" rIns="0" bIns="0" anchor="t">
            <a:noAutofit/>
          </a:bodyPr>
          <a:lstStyle xmlns:a="http://schemas.openxmlformats.org/drawingml/2006/main">
            <a:lvl1pPr algn="l">
              <a:lnSpc>
                <a:spcPct val="100000"/>
              </a:lnSpc>
              <a:buNone/>
              <a:defRPr sz="1800" b="0" i="0">
                <a:solidFill>
                  <a:schemeClr val="tx1"/>
                </a:solidFill>
                <a:latin typeface="Oracle Sans Tab"/>
                <a:ea typeface="Oracle Sans Tab"/>
                <a:cs typeface="Oracle Sans Tab"/>
              </a:defRPr>
            </a:lvl1pPr>
          </a:lstStyle>
          <a:p xmlns:a="http://schemas.openxmlformats.org/drawingml/2006/main">
            <a:pPr>
              <a:spcBef>
                <a:spcPts val="0"/>
              </a:spcBef>
              <a:buNone/>
            </a:pPr>
            <a:r>
              <a:t>Add speaker title</a:t>
            </a:r>
            <a:br/>
            <a:r>
              <a:t>Title</a:t>
            </a:r>
          </a:p>
        </p:txBody>
      </p:sp>
    </p:spTree>
  </p:cSld>
</p:sldLayout>
</file>

<file path=ppt/slideLayouts/slideLayout46.xml><?xml version="1.0" encoding="utf-8"?>
<p:sldLayout xmlns:p="http://schemas.openxmlformats.org/presentationml/2006/main" preserve="1" userDrawn="1">
  <p:cSld name="Dark - Agenda">
    <p:bg>
      <p:bgPr>
        <a:solidFill xmlns:a="http://schemas.openxmlformats.org/drawingml/2006/main">
          <a:schemeClr val="bg2"/>
        </a:solidFill>
      </p:bgPr>
    </p:bg>
    <p:spTree>
      <p:nvGrpSpPr>
        <p:cNvPr id="1" name=""/>
        <p:cNvGrpSpPr/>
        <p:nvPr/>
      </p:nvGrpSpPr>
      <p:grpSpPr>
        <a:xfrm xmlns:a="http://schemas.openxmlformats.org/drawingml/2006/main"/>
      </p:grpSpPr>
      <p:sp>
        <p:nvSpPr>
          <p:cNvPr id="3" name="Title 2">
            <a:extLst xmlns:a="http://schemas.openxmlformats.org/drawingml/2006/main">
              <a:ext uri="{FF2B5EF4-FFF2-40B4-BE49-F238E27FC236}">
                <a16:creationId xmlns:a16="http://schemas.microsoft.com/office/drawing/2014/main" id="{6E5F7DB7-92B5-4EA1-8540-53C2A222376E}"/>
              </a:ext>
            </a:extLst>
          </p:cNvPr>
          <p:cNvSpPr>
            <a:spLocks xmlns:a="http://schemas.openxmlformats.org/drawingml/2006/main" noGrp="1"/>
          </p:cNvSpPr>
          <p:nvPr>
            <p:ph type="title" idx="0" hasCustomPrompt="1"/>
          </p:nvPr>
        </p:nvSpPr>
        <p:spPr>
          <a:xfrm xmlns:a="http://schemas.openxmlformats.org/drawingml/2006/main">
            <a:off x="768875" y="182403"/>
            <a:ext cx="5383380" cy="822960"/>
          </a:xfrm>
        </p:spPr>
        <p:txBody>
          <a:bodyPr xmlns:a="http://schemas.openxmlformats.org/drawingml/2006/main"/>
          <a:lstStyle xmlns:a="http://schemas.openxmlformats.org/drawingml/2006/main">
            <a:lvl1pPr>
              <a:lnSpc>
                <a:spcPct val="100000"/>
              </a:lnSpc>
              <a:buNone/>
              <a:defRPr b="1" i="0">
                <a:solidFill>
                  <a:schemeClr val="tx1"/>
                </a:solidFill>
                <a:latin typeface="Oracle Sans Tab"/>
                <a:ea typeface="Oracle Sans Tab"/>
                <a:cs typeface="Oracle Sans Tab"/>
              </a:defRPr>
            </a:lvl1pPr>
          </a:lstStyle>
          <a:p xmlns:a="http://schemas.openxmlformats.org/drawingml/2006/main">
            <a:r>
              <a:t>Agenda title</a:t>
            </a:r>
          </a:p>
        </p:txBody>
      </p:sp>
      <p:pic>
        <p:nvPicPr>
          <p:cNvPr id="4" name="Graphic 5"/>
          <p:cNvPicPr>
            <a:picLocks xmlns:a="http://schemas.openxmlformats.org/drawingml/2006/main" noChangeAspect="1"/>
          </p:cNvPicPr>
          <p:nvPr/>
        </p:nvPicPr>
        <p:blipFill>
          <a:blip xmlns:r="http://schemas.openxmlformats.org/officeDocument/2006/relationships" xmlns:a="http://schemas.openxmlformats.org/drawingml/2006/main" r:embed="Rf45cb2bd28974ed3">
            <a:extLst>
              <a:ext uri="{96DAC541-7B7A-43D3-8B79-37D633B846F1}">
                <asvg:svgBlip xmlns:asvg="http://schemas.microsoft.com/office/drawing/2016/SVG/main" r:embed="Rb52ec1f007c747f4"/>
              </a:ext>
            </a:extLst>
          </a:blip>
          <a:srcRect xmlns:a="http://schemas.openxmlformats.org/drawingml/2006/main" l="5687" t="0" r="0" b="27270"/>
          <a:stretch xmlns:a="http://schemas.openxmlformats.org/drawingml/2006/main"/>
        </p:blipFill>
        <p:spPr>
          <a:xfrm xmlns:a="http://schemas.openxmlformats.org/drawingml/2006/main">
            <a:off x="6856133" y="0"/>
            <a:ext cx="5335866" cy="2743200"/>
          </a:xfrm>
          <a:prstGeom xmlns:a="http://schemas.openxmlformats.org/drawingml/2006/main" prst="rect">
            <a:avLst/>
          </a:prstGeom>
        </p:spPr>
      </p:pic>
      <p:sp>
        <p:nvSpPr>
          <p:cNvPr id="4" name="Date Placeholder 3">
            <a:extLst xmlns:a="http://schemas.openxmlformats.org/drawingml/2006/main">
              <a:ext uri="{FF2B5EF4-FFF2-40B4-BE49-F238E27FC236}">
                <a16:creationId xmlns:a16="http://schemas.microsoft.com/office/drawing/2014/main" id="{CD235B80-0904-9EE6-0092-DEF23399074C}"/>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[Date]</a:t>
            </a:r>
          </a:p>
        </p:txBody>
      </p:sp>
      <p:sp>
        <p:nvSpPr>
          <p:cNvPr id="7" name="Footer Placeholder 6">
            <a:extLst xmlns:a="http://schemas.openxmlformats.org/drawingml/2006/main">
              <a:ext uri="{FF2B5EF4-FFF2-40B4-BE49-F238E27FC236}">
                <a16:creationId xmlns:a16="http://schemas.microsoft.com/office/drawing/2014/main" id="{130C6E9A-1CD6-ABF5-03FE-6FF29ED9603D}"/>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Copyright © 2026, Oracle and/or its affiliates |  Confidential: Internal/Restricted/Highly Restricted</a:t>
            </a:r>
          </a:p>
        </p:txBody>
      </p:sp>
      <p:sp>
        <p:nvSpPr>
          <p:cNvPr id="9" name="Slide Number Placeholder 8">
            <a:extLst xmlns:a="http://schemas.openxmlformats.org/drawingml/2006/main">
              <a:ext uri="{FF2B5EF4-FFF2-40B4-BE49-F238E27FC236}">
                <a16:creationId xmlns:a16="http://schemas.microsoft.com/office/drawing/2014/main" id="{F5FBC5D6-9ECD-8B32-F308-F84C7630FC44}"/>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fld id="{345D60D9-5372-5F40-9443-0F9AE5BDC3C8}" type="slidenum">
              <a:t>‹#›</a:t>
            </a:fld>
          </a:p>
        </p:txBody>
      </p:sp>
    </p:spTree>
  </p:cSld>
</p:sldLayout>
</file>

<file path=ppt/slideLayouts/slideLayout47.xml><?xml version="1.0" encoding="utf-8"?>
<p:sldLayout xmlns:p="http://schemas.openxmlformats.org/presentationml/2006/main" preserve="1" userDrawn="1">
  <p:cSld name="Light - Agenda">
    <p:bg>
      <p:bgRef idx="1001">
        <a:schemeClr xmlns:a="http://schemas.openxmlformats.org/drawingml/2006/main" val="bg2"/>
      </p:bgRef>
    </p:bg>
    <p:spTree>
      <p:nvGrpSpPr>
        <p:cNvPr id="1" name=""/>
        <p:cNvGrpSpPr/>
        <p:nvPr/>
      </p:nvGrpSpPr>
      <p:grpSpPr>
        <a:xfrm xmlns:a="http://schemas.openxmlformats.org/drawingml/2006/main"/>
      </p:grpSpPr>
      <p:sp>
        <p:nvSpPr>
          <p:cNvPr id="3" name="Title 2">
            <a:extLst xmlns:a="http://schemas.openxmlformats.org/drawingml/2006/main">
              <a:ext uri="{FF2B5EF4-FFF2-40B4-BE49-F238E27FC236}">
                <a16:creationId xmlns:a16="http://schemas.microsoft.com/office/drawing/2014/main" id="{6E5F7DB7-92B5-4EA1-8540-53C2A222376E}"/>
              </a:ext>
            </a:extLst>
          </p:cNvPr>
          <p:cNvSpPr>
            <a:spLocks xmlns:a="http://schemas.openxmlformats.org/drawingml/2006/main" noGrp="1"/>
          </p:cNvSpPr>
          <p:nvPr>
            <p:ph type="title" idx="0" hasCustomPrompt="1"/>
          </p:nvPr>
        </p:nvSpPr>
        <p:spPr>
          <a:xfrm xmlns:a="http://schemas.openxmlformats.org/drawingml/2006/main">
            <a:off x="768875" y="182403"/>
            <a:ext cx="5383380" cy="822960"/>
          </a:xfrm>
        </p:spPr>
        <p:txBody>
          <a:bodyPr xmlns:a="http://schemas.openxmlformats.org/drawingml/2006/main"/>
          <a:lstStyle xmlns:a="http://schemas.openxmlformats.org/drawingml/2006/main">
            <a:lvl1pPr>
              <a:lnSpc>
                <a:spcPct val="100000"/>
              </a:lnSpc>
              <a:buNone/>
              <a:defRPr b="1" i="0">
                <a:solidFill>
                  <a:schemeClr val="tx1"/>
                </a:solidFill>
                <a:latin typeface="Oracle Sans Tab"/>
                <a:ea typeface="Oracle Sans Tab"/>
                <a:cs typeface="Oracle Sans Tab"/>
              </a:defRPr>
            </a:lvl1pPr>
          </a:lstStyle>
          <a:p xmlns:a="http://schemas.openxmlformats.org/drawingml/2006/main">
            <a:r>
              <a:t>Agenda title</a:t>
            </a:r>
          </a:p>
        </p:txBody>
      </p:sp>
      <p:pic>
        <p:nvPicPr>
          <p:cNvPr id="4" name="Graphic 5"/>
          <p:cNvPicPr>
            <a:picLocks xmlns:a="http://schemas.openxmlformats.org/drawingml/2006/main" noChangeAspect="1"/>
          </p:cNvPicPr>
          <p:nvPr/>
        </p:nvPicPr>
        <p:blipFill>
          <a:blip xmlns:r="http://schemas.openxmlformats.org/officeDocument/2006/relationships" xmlns:a="http://schemas.openxmlformats.org/drawingml/2006/main" r:embed="R44152877c1db40ee">
            <a:extLst>
              <a:ext uri="{96DAC541-7B7A-43D3-8B79-37D633B846F1}">
                <asvg:svgBlip xmlns:asvg="http://schemas.microsoft.com/office/drawing/2016/SVG/main" r:embed="R5585fd4f477d46b0"/>
              </a:ext>
            </a:extLst>
          </a:blip>
          <a:srcRect xmlns:a="http://schemas.openxmlformats.org/drawingml/2006/main" l="5687" t="0" r="0" b="27270"/>
          <a:stretch xmlns:a="http://schemas.openxmlformats.org/drawingml/2006/main"/>
        </p:blipFill>
        <p:spPr>
          <a:xfrm xmlns:a="http://schemas.openxmlformats.org/drawingml/2006/main">
            <a:off x="6856133" y="0"/>
            <a:ext cx="5335866" cy="2743200"/>
          </a:xfrm>
          <a:prstGeom xmlns:a="http://schemas.openxmlformats.org/drawingml/2006/main" prst="rect">
            <a:avLst/>
          </a:prstGeom>
        </p:spPr>
      </p:pic>
      <p:sp>
        <p:nvSpPr>
          <p:cNvPr id="2" name="Date Placeholder 1">
            <a:extLst xmlns:a="http://schemas.openxmlformats.org/drawingml/2006/main">
              <a:ext uri="{FF2B5EF4-FFF2-40B4-BE49-F238E27FC236}">
                <a16:creationId xmlns:a16="http://schemas.microsoft.com/office/drawing/2014/main" id="{F84048EC-97F3-EAE0-AD7B-847A0FD9BE5F}"/>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r>
              <a:t>[Date]</a:t>
            </a:r>
          </a:p>
        </p:txBody>
      </p:sp>
      <p:sp>
        <p:nvSpPr>
          <p:cNvPr id="5" name="Footer Placeholder 4">
            <a:extLst xmlns:a="http://schemas.openxmlformats.org/drawingml/2006/main">
              <a:ext uri="{FF2B5EF4-FFF2-40B4-BE49-F238E27FC236}">
                <a16:creationId xmlns:a16="http://schemas.microsoft.com/office/drawing/2014/main" id="{2EF5BE40-247E-333A-87C0-E0BBCA7A5A7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8" name="Slide Number Placeholder 7">
            <a:extLst xmlns:a="http://schemas.openxmlformats.org/drawingml/2006/main">
              <a:ext uri="{FF2B5EF4-FFF2-40B4-BE49-F238E27FC236}">
                <a16:creationId xmlns:a16="http://schemas.microsoft.com/office/drawing/2014/main" id="{A392343C-7F1F-1B2B-854D-4C3533D68C5D}"/>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48.xml><?xml version="1.0" encoding="utf-8"?>
<p:sldLayout xmlns:p="http://schemas.openxmlformats.org/presentationml/2006/main" preserve="1" userDrawn="1">
  <p:cSld name="Dark - Agenda Table">
    <p:bg>
      <p:bgPr>
        <a:solidFill xmlns:a="http://schemas.openxmlformats.org/drawingml/2006/main">
          <a:schemeClr val="bg2"/>
        </a:solidFill>
      </p:bgPr>
    </p:bg>
    <p:spTree>
      <p:nvGrpSpPr>
        <p:cNvPr id="1" name=""/>
        <p:cNvGrpSpPr/>
        <p:nvPr/>
      </p:nvGrpSpPr>
      <p:grpSpPr>
        <a:xfrm xmlns:a="http://schemas.openxmlformats.org/drawingml/2006/main"/>
      </p:grpSpPr>
      <p:sp>
        <p:nvSpPr>
          <p:cNvPr id="3" name="Title 2">
            <a:extLst xmlns:a="http://schemas.openxmlformats.org/drawingml/2006/main">
              <a:ext uri="{FF2B5EF4-FFF2-40B4-BE49-F238E27FC236}">
                <a16:creationId xmlns:a16="http://schemas.microsoft.com/office/drawing/2014/main" id="{6E5F7DB7-92B5-4EA1-8540-53C2A222376E}"/>
              </a:ext>
            </a:extLst>
          </p:cNvPr>
          <p:cNvSpPr>
            <a:spLocks xmlns:a="http://schemas.openxmlformats.org/drawingml/2006/main" noGrp="1"/>
          </p:cNvSpPr>
          <p:nvPr>
            <p:ph type="title" idx="0" hasCustomPrompt="1"/>
          </p:nvPr>
        </p:nvSpPr>
        <p:spPr>
          <a:xfrm xmlns:a="http://schemas.openxmlformats.org/drawingml/2006/main">
            <a:off x="768875" y="182403"/>
            <a:ext cx="5383380" cy="822960"/>
          </a:xfrm>
        </p:spPr>
        <p:txBody>
          <a:bodyPr xmlns:a="http://schemas.openxmlformats.org/drawingml/2006/main"/>
          <a:lstStyle xmlns:a="http://schemas.openxmlformats.org/drawingml/2006/main">
            <a:lvl1pPr>
              <a:lnSpc>
                <a:spcPct val="100000"/>
              </a:lnSpc>
              <a:buNone/>
              <a:defRPr b="1" i="0">
                <a:solidFill>
                  <a:schemeClr val="tx1"/>
                </a:solidFill>
                <a:latin typeface="Oracle Sans Tab"/>
                <a:ea typeface="Oracle Sans Tab"/>
                <a:cs typeface="Oracle Sans Tab"/>
              </a:defRPr>
            </a:lvl1pPr>
          </a:lstStyle>
          <a:p xmlns:a="http://schemas.openxmlformats.org/drawingml/2006/main">
            <a:r>
              <a:t>Agenda table title</a:t>
            </a:r>
          </a:p>
        </p:txBody>
      </p:sp>
      <p:pic>
        <p:nvPicPr>
          <p:cNvPr id="4" name="Graphic 5"/>
          <p:cNvPicPr>
            <a:picLocks xmlns:a="http://schemas.openxmlformats.org/drawingml/2006/main" noChangeAspect="1"/>
          </p:cNvPicPr>
          <p:nvPr/>
        </p:nvPicPr>
        <p:blipFill>
          <a:blip xmlns:r="http://schemas.openxmlformats.org/officeDocument/2006/relationships" xmlns:a="http://schemas.openxmlformats.org/drawingml/2006/main" r:embed="R3b9fc9d38a584b2f">
            <a:extLst>
              <a:ext uri="{96DAC541-7B7A-43D3-8B79-37D633B846F1}">
                <asvg:svgBlip xmlns:asvg="http://schemas.microsoft.com/office/drawing/2016/SVG/main" r:embed="R938b64bc60b949f0"/>
              </a:ext>
            </a:extLst>
          </a:blip>
          <a:srcRect xmlns:a="http://schemas.openxmlformats.org/drawingml/2006/main" l="5687" t="0" r="0" b="27270"/>
          <a:stretch xmlns:a="http://schemas.openxmlformats.org/drawingml/2006/main"/>
        </p:blipFill>
        <p:spPr>
          <a:xfrm xmlns:a="http://schemas.openxmlformats.org/drawingml/2006/main">
            <a:off x="6856133" y="0"/>
            <a:ext cx="5335866" cy="2743200"/>
          </a:xfrm>
          <a:prstGeom xmlns:a="http://schemas.openxmlformats.org/drawingml/2006/main" prst="rect">
            <a:avLst/>
          </a:prstGeom>
        </p:spPr>
      </p:pic>
      <p:sp>
        <p:nvSpPr>
          <p:cNvPr id="4" name="Content">
            <a:extLst xmlns:a="http://schemas.openxmlformats.org/drawingml/2006/main">
              <a:ext uri="{FF2B5EF4-FFF2-40B4-BE49-F238E27FC236}">
                <a16:creationId xmlns:a16="http://schemas.microsoft.com/office/drawing/2014/main" id="{7C26F066-12CB-D353-59F3-1C902B9ED83A}"/>
              </a:ext>
            </a:extLst>
          </p:cNvPr>
          <p:cNvSpPr>
            <a:spLocks xmlns:a="http://schemas.openxmlformats.org/drawingml/2006/main" noGrp="1"/>
          </p:cNvSpPr>
          <p:nvPr>
            <p:ph idx="14" hasCustomPrompt="1"/>
          </p:nvPr>
        </p:nvSpPr>
        <p:spPr>
          <a:xfrm xmlns:a="http://schemas.openxmlformats.org/drawingml/2006/main">
            <a:off x="769939" y="1286828"/>
            <a:ext cx="439101" cy="3711892"/>
          </a:xfrm>
        </p:spPr>
        <p:txBody>
          <a:bodyPr xmlns:a="http://schemas.openxmlformats.org/drawingml/2006/main"/>
          <a:lstStyle xmlns:a="http://schemas.openxmlformats.org/drawingml/2006/main">
            <a:lvl1pPr>
              <a:lnSpc>
                <a:spcPct val="200000"/>
              </a:lnSpc>
              <a:buNone/>
              <a:defRPr sz="1800" b="1"/>
            </a:lvl1pPr>
            <a:lvl2pPr>
              <a:lnSpc>
                <a:spcPct val="200000"/>
              </a:lnSpc>
              <a:buNone/>
              <a:defRPr sz="1800" b="1"/>
            </a:lvl2pPr>
            <a:lvl3pPr>
              <a:lnSpc>
                <a:spcPct val="200000"/>
              </a:lnSpc>
              <a:buNone/>
              <a:defRPr sz="1800" b="1"/>
            </a:lvl3pPr>
            <a:lvl4pPr>
              <a:lnSpc>
                <a:spcPct val="200000"/>
              </a:lnSpc>
              <a:buNone/>
              <a:defRPr sz="1800" b="1"/>
            </a:lvl4pPr>
            <a:lvl5pPr>
              <a:lnSpc>
                <a:spcPct val="200000"/>
              </a:lnSpc>
              <a:buNone/>
              <a:defRPr sz="1800" b="1"/>
            </a:lvl5pPr>
          </a:lstStyle>
          <a:p xmlns:a="http://schemas.openxmlformats.org/drawingml/2006/main">
            <a:pPr>
              <a:buNone/>
            </a:pPr>
            <a:r>
              <a:t>1</a:t>
            </a:r>
          </a:p>
          <a:p xmlns:a="http://schemas.openxmlformats.org/drawingml/2006/main">
            <a:pPr>
              <a:buNone/>
            </a:pPr>
            <a:r>
              <a:t>2</a:t>
            </a:r>
          </a:p>
          <a:p xmlns:a="http://schemas.openxmlformats.org/drawingml/2006/main">
            <a:pPr>
              <a:buNone/>
            </a:pPr>
            <a:r>
              <a:t>3</a:t>
            </a:r>
          </a:p>
          <a:p xmlns:a="http://schemas.openxmlformats.org/drawingml/2006/main">
            <a:pPr>
              <a:buNone/>
            </a:pPr>
            <a:r>
              <a:t>4</a:t>
            </a:r>
          </a:p>
          <a:p xmlns:a="http://schemas.openxmlformats.org/drawingml/2006/main">
            <a:pPr>
              <a:buNone/>
            </a:pPr>
            <a:r>
              <a:t>5</a:t>
            </a:r>
          </a:p>
          <a:p xmlns:a="http://schemas.openxmlformats.org/drawingml/2006/main">
            <a:pPr>
              <a:buNone/>
            </a:pPr>
            <a:r>
              <a:t>5</a:t>
            </a:r>
          </a:p>
        </p:txBody>
      </p:sp>
      <p:sp>
        <p:nvSpPr>
          <p:cNvPr id="7" name="Content">
            <a:extLst xmlns:a="http://schemas.openxmlformats.org/drawingml/2006/main">
              <a:ext uri="{FF2B5EF4-FFF2-40B4-BE49-F238E27FC236}">
                <a16:creationId xmlns:a16="http://schemas.microsoft.com/office/drawing/2014/main" id="{B179DF50-86A5-C843-43AD-752F0FB33DCB}"/>
              </a:ext>
            </a:extLst>
          </p:cNvPr>
          <p:cNvSpPr>
            <a:spLocks xmlns:a="http://schemas.openxmlformats.org/drawingml/2006/main" noGrp="1"/>
          </p:cNvSpPr>
          <p:nvPr>
            <p:ph idx="18"/>
          </p:nvPr>
        </p:nvSpPr>
        <p:spPr>
          <a:xfrm xmlns:a="http://schemas.openxmlformats.org/drawingml/2006/main">
            <a:off x="1389699" y="1286828"/>
            <a:ext cx="6880541" cy="3711892"/>
          </a:xfrm>
        </p:spPr>
        <p:txBody>
          <a:bodyPr xmlns:a="http://schemas.openxmlformats.org/drawingml/2006/main"/>
          <a:lstStyle xmlns:a="http://schemas.openxmlformats.org/drawingml/2006/main">
            <a:lvl1pPr>
              <a:lnSpc>
                <a:spcPct val="200000"/>
              </a:lnSpc>
              <a:buNone/>
              <a:defRPr sz="1800" b="0"/>
            </a:lvl1pPr>
            <a:lvl2pPr>
              <a:lnSpc>
                <a:spcPct val="200000"/>
              </a:lnSpc>
              <a:buNone/>
              <a:defRPr sz="1800" b="0"/>
            </a:lvl2pPr>
            <a:lvl3pPr>
              <a:lnSpc>
                <a:spcPct val="200000"/>
              </a:lnSpc>
              <a:buNone/>
              <a:defRPr sz="1800" b="0"/>
            </a:lvl3pPr>
            <a:lvl4pPr>
              <a:lnSpc>
                <a:spcPct val="200000"/>
              </a:lnSpc>
              <a:buNone/>
              <a:defRPr sz="1800" b="0"/>
            </a:lvl4pPr>
            <a:lvl5pPr>
              <a:lnSpc>
                <a:spcPct val="200000"/>
              </a:lnSpc>
              <a:buNone/>
              <a:defRPr sz="1800" b="0"/>
            </a:lvl5pPr>
          </a:lstStyle>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sp>
        <p:nvSpPr>
          <p:cNvPr id="9" name="Date Placeholder 8">
            <a:extLst xmlns:a="http://schemas.openxmlformats.org/drawingml/2006/main">
              <a:ext uri="{FF2B5EF4-FFF2-40B4-BE49-F238E27FC236}">
                <a16:creationId xmlns:a16="http://schemas.microsoft.com/office/drawing/2014/main" id="{4E0D786F-51D9-CB61-D6E7-DF82A166A009}"/>
              </a:ext>
            </a:extLst>
          </p:cNvPr>
          <p:cNvSpPr>
            <a:spLocks xmlns:a="http://schemas.openxmlformats.org/drawingml/2006/main" noGrp="1"/>
          </p:cNvSpPr>
          <p:nvPr>
            <p:ph type="dt" idx="19"/>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[Date]</a:t>
            </a:r>
          </a:p>
        </p:txBody>
      </p:sp>
      <p:sp>
        <p:nvSpPr>
          <p:cNvPr id="10" name="Footer Placeholder 9">
            <a:extLst xmlns:a="http://schemas.openxmlformats.org/drawingml/2006/main">
              <a:ext uri="{FF2B5EF4-FFF2-40B4-BE49-F238E27FC236}">
                <a16:creationId xmlns:a16="http://schemas.microsoft.com/office/drawing/2014/main" id="{EF1F642F-D242-E9D1-811D-BB4C40B9878F}"/>
              </a:ext>
            </a:extLst>
          </p:cNvPr>
          <p:cNvSpPr>
            <a:spLocks xmlns:a="http://schemas.openxmlformats.org/drawingml/2006/main" noGrp="1"/>
          </p:cNvSpPr>
          <p:nvPr>
            <p:ph type="ftr" idx="20"/>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Copyright © 2026, Oracle and/or its affiliates |  Confidential: Internal/Restricted/Highly Restricted</a:t>
            </a:r>
          </a:p>
        </p:txBody>
      </p:sp>
      <p:sp>
        <p:nvSpPr>
          <p:cNvPr id="11" name="Slide Number Placeholder 10">
            <a:extLst xmlns:a="http://schemas.openxmlformats.org/drawingml/2006/main">
              <a:ext uri="{FF2B5EF4-FFF2-40B4-BE49-F238E27FC236}">
                <a16:creationId xmlns:a16="http://schemas.microsoft.com/office/drawing/2014/main" id="{A3BD0ED9-516A-80CC-F32D-4D46122A6EBB}"/>
              </a:ext>
            </a:extLst>
          </p:cNvPr>
          <p:cNvSpPr>
            <a:spLocks xmlns:a="http://schemas.openxmlformats.org/drawingml/2006/main" noGrp="1"/>
          </p:cNvSpPr>
          <p:nvPr>
            <p:ph type="sldNum" idx="21"/>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fld id="{345D60D9-5372-5F40-9443-0F9AE5BDC3C8}" type="slidenum">
              <a:t>‹#›</a:t>
            </a:fld>
          </a:p>
        </p:txBody>
      </p:sp>
    </p:spTree>
  </p:cSld>
</p:sldLayout>
</file>

<file path=ppt/slideLayouts/slideLayout49.xml><?xml version="1.0" encoding="utf-8"?>
<p:sldLayout xmlns:p="http://schemas.openxmlformats.org/presentationml/2006/main" preserve="1" userDrawn="1">
  <p:cSld name="Light - Agenda Table">
    <p:bg>
      <p:bgRef idx="1001">
        <a:schemeClr xmlns:a="http://schemas.openxmlformats.org/drawingml/2006/main" val="bg2"/>
      </p:bgRef>
    </p:bg>
    <p:spTree>
      <p:nvGrpSpPr>
        <p:cNvPr id="1" name=""/>
        <p:cNvGrpSpPr/>
        <p:nvPr/>
      </p:nvGrpSpPr>
      <p:grpSpPr>
        <a:xfrm xmlns:a="http://schemas.openxmlformats.org/drawingml/2006/main"/>
      </p:grpSpPr>
      <p:sp>
        <p:nvSpPr>
          <p:cNvPr id="3" name="Title 2">
            <a:extLst xmlns:a="http://schemas.openxmlformats.org/drawingml/2006/main">
              <a:ext uri="{FF2B5EF4-FFF2-40B4-BE49-F238E27FC236}">
                <a16:creationId xmlns:a16="http://schemas.microsoft.com/office/drawing/2014/main" id="{6E5F7DB7-92B5-4EA1-8540-53C2A222376E}"/>
              </a:ext>
            </a:extLst>
          </p:cNvPr>
          <p:cNvSpPr>
            <a:spLocks xmlns:a="http://schemas.openxmlformats.org/drawingml/2006/main" noGrp="1"/>
          </p:cNvSpPr>
          <p:nvPr>
            <p:ph type="title" idx="0" hasCustomPrompt="1"/>
          </p:nvPr>
        </p:nvSpPr>
        <p:spPr>
          <a:xfrm xmlns:a="http://schemas.openxmlformats.org/drawingml/2006/main">
            <a:off x="768875" y="182403"/>
            <a:ext cx="5383380" cy="822960"/>
          </a:xfrm>
        </p:spPr>
        <p:txBody>
          <a:bodyPr xmlns:a="http://schemas.openxmlformats.org/drawingml/2006/main"/>
          <a:lstStyle xmlns:a="http://schemas.openxmlformats.org/drawingml/2006/main">
            <a:lvl1pPr>
              <a:lnSpc>
                <a:spcPct val="100000"/>
              </a:lnSpc>
              <a:buNone/>
              <a:defRPr b="1" i="0">
                <a:solidFill>
                  <a:schemeClr val="tx1"/>
                </a:solidFill>
                <a:latin typeface="Oracle Sans Tab"/>
                <a:ea typeface="Oracle Sans Tab"/>
                <a:cs typeface="Oracle Sans Tab"/>
              </a:defRPr>
            </a:lvl1pPr>
          </a:lstStyle>
          <a:p xmlns:a="http://schemas.openxmlformats.org/drawingml/2006/main">
            <a:r>
              <a:t>Agenda table title</a:t>
            </a:r>
          </a:p>
        </p:txBody>
      </p:sp>
      <p:pic>
        <p:nvPicPr>
          <p:cNvPr id="4" name="Graphic 5"/>
          <p:cNvPicPr>
            <a:picLocks xmlns:a="http://schemas.openxmlformats.org/drawingml/2006/main" noChangeAspect="1"/>
          </p:cNvPicPr>
          <p:nvPr/>
        </p:nvPicPr>
        <p:blipFill>
          <a:blip xmlns:r="http://schemas.openxmlformats.org/officeDocument/2006/relationships" xmlns:a="http://schemas.openxmlformats.org/drawingml/2006/main" r:embed="R3b11686352e94f52">
            <a:extLst>
              <a:ext uri="{96DAC541-7B7A-43D3-8B79-37D633B846F1}">
                <asvg:svgBlip xmlns:asvg="http://schemas.microsoft.com/office/drawing/2016/SVG/main" r:embed="Ref688e29afd34bae"/>
              </a:ext>
            </a:extLst>
          </a:blip>
          <a:srcRect xmlns:a="http://schemas.openxmlformats.org/drawingml/2006/main" l="5687" t="0" r="0" b="27270"/>
          <a:stretch xmlns:a="http://schemas.openxmlformats.org/drawingml/2006/main"/>
        </p:blipFill>
        <p:spPr>
          <a:xfrm xmlns:a="http://schemas.openxmlformats.org/drawingml/2006/main">
            <a:off x="6856133" y="0"/>
            <a:ext cx="5335866" cy="2743200"/>
          </a:xfrm>
          <a:prstGeom xmlns:a="http://schemas.openxmlformats.org/drawingml/2006/main" prst="rect">
            <a:avLst/>
          </a:prstGeom>
        </p:spPr>
      </p:pic>
      <p:sp>
        <p:nvSpPr>
          <p:cNvPr id="4" name="Content">
            <a:extLst xmlns:a="http://schemas.openxmlformats.org/drawingml/2006/main">
              <a:ext uri="{FF2B5EF4-FFF2-40B4-BE49-F238E27FC236}">
                <a16:creationId xmlns:a16="http://schemas.microsoft.com/office/drawing/2014/main" id="{7C26F066-12CB-D353-59F3-1C902B9ED83A}"/>
              </a:ext>
            </a:extLst>
          </p:cNvPr>
          <p:cNvSpPr>
            <a:spLocks xmlns:a="http://schemas.openxmlformats.org/drawingml/2006/main" noGrp="1"/>
          </p:cNvSpPr>
          <p:nvPr>
            <p:ph idx="14" hasCustomPrompt="1"/>
          </p:nvPr>
        </p:nvSpPr>
        <p:spPr>
          <a:xfrm xmlns:a="http://schemas.openxmlformats.org/drawingml/2006/main">
            <a:off x="769939" y="1286828"/>
            <a:ext cx="439101" cy="3711892"/>
          </a:xfrm>
        </p:spPr>
        <p:txBody>
          <a:bodyPr xmlns:a="http://schemas.openxmlformats.org/drawingml/2006/main"/>
          <a:lstStyle xmlns:a="http://schemas.openxmlformats.org/drawingml/2006/main">
            <a:lvl1pPr>
              <a:lnSpc>
                <a:spcPct val="200000"/>
              </a:lnSpc>
              <a:buNone/>
              <a:defRPr sz="1800" b="1"/>
            </a:lvl1pPr>
            <a:lvl2pPr>
              <a:lnSpc>
                <a:spcPct val="200000"/>
              </a:lnSpc>
              <a:buNone/>
              <a:defRPr sz="1800" b="1"/>
            </a:lvl2pPr>
            <a:lvl3pPr>
              <a:lnSpc>
                <a:spcPct val="200000"/>
              </a:lnSpc>
              <a:buNone/>
              <a:defRPr sz="1800" b="1"/>
            </a:lvl3pPr>
            <a:lvl4pPr>
              <a:lnSpc>
                <a:spcPct val="200000"/>
              </a:lnSpc>
              <a:buNone/>
              <a:defRPr sz="1800" b="1"/>
            </a:lvl4pPr>
            <a:lvl5pPr>
              <a:lnSpc>
                <a:spcPct val="200000"/>
              </a:lnSpc>
              <a:buNone/>
              <a:defRPr sz="1800" b="1"/>
            </a:lvl5pPr>
          </a:lstStyle>
          <a:p xmlns:a="http://schemas.openxmlformats.org/drawingml/2006/main">
            <a:pPr>
              <a:buNone/>
            </a:pPr>
            <a:r>
              <a:t>1</a:t>
            </a:r>
          </a:p>
          <a:p xmlns:a="http://schemas.openxmlformats.org/drawingml/2006/main">
            <a:pPr>
              <a:buNone/>
            </a:pPr>
            <a:r>
              <a:t>2</a:t>
            </a:r>
          </a:p>
          <a:p xmlns:a="http://schemas.openxmlformats.org/drawingml/2006/main">
            <a:pPr>
              <a:buNone/>
            </a:pPr>
            <a:r>
              <a:t>3</a:t>
            </a:r>
          </a:p>
          <a:p xmlns:a="http://schemas.openxmlformats.org/drawingml/2006/main">
            <a:pPr>
              <a:buNone/>
            </a:pPr>
            <a:r>
              <a:t>4</a:t>
            </a:r>
          </a:p>
          <a:p xmlns:a="http://schemas.openxmlformats.org/drawingml/2006/main">
            <a:pPr>
              <a:buNone/>
            </a:pPr>
            <a:r>
              <a:t>5</a:t>
            </a:r>
          </a:p>
          <a:p xmlns:a="http://schemas.openxmlformats.org/drawingml/2006/main">
            <a:pPr>
              <a:buNone/>
            </a:pPr>
            <a:r>
              <a:t>5</a:t>
            </a:r>
          </a:p>
        </p:txBody>
      </p:sp>
      <p:sp>
        <p:nvSpPr>
          <p:cNvPr id="7" name="Content">
            <a:extLst xmlns:a="http://schemas.openxmlformats.org/drawingml/2006/main">
              <a:ext uri="{FF2B5EF4-FFF2-40B4-BE49-F238E27FC236}">
                <a16:creationId xmlns:a16="http://schemas.microsoft.com/office/drawing/2014/main" id="{B179DF50-86A5-C843-43AD-752F0FB33DCB}"/>
              </a:ext>
            </a:extLst>
          </p:cNvPr>
          <p:cNvSpPr>
            <a:spLocks xmlns:a="http://schemas.openxmlformats.org/drawingml/2006/main" noGrp="1"/>
          </p:cNvSpPr>
          <p:nvPr>
            <p:ph idx="18"/>
          </p:nvPr>
        </p:nvSpPr>
        <p:spPr>
          <a:xfrm xmlns:a="http://schemas.openxmlformats.org/drawingml/2006/main">
            <a:off x="1389699" y="1286828"/>
            <a:ext cx="6880541" cy="3711892"/>
          </a:xfrm>
        </p:spPr>
        <p:txBody>
          <a:bodyPr xmlns:a="http://schemas.openxmlformats.org/drawingml/2006/main"/>
          <a:lstStyle xmlns:a="http://schemas.openxmlformats.org/drawingml/2006/main">
            <a:lvl1pPr>
              <a:lnSpc>
                <a:spcPct val="200000"/>
              </a:lnSpc>
              <a:buNone/>
              <a:defRPr sz="1800" b="0"/>
            </a:lvl1pPr>
            <a:lvl2pPr>
              <a:lnSpc>
                <a:spcPct val="200000"/>
              </a:lnSpc>
              <a:buNone/>
              <a:defRPr sz="1800" b="0"/>
            </a:lvl2pPr>
            <a:lvl3pPr>
              <a:lnSpc>
                <a:spcPct val="200000"/>
              </a:lnSpc>
              <a:buNone/>
              <a:defRPr sz="1800" b="0"/>
            </a:lvl3pPr>
            <a:lvl4pPr>
              <a:lnSpc>
                <a:spcPct val="200000"/>
              </a:lnSpc>
              <a:buNone/>
              <a:defRPr sz="1800" b="0"/>
            </a:lvl4pPr>
            <a:lvl5pPr>
              <a:lnSpc>
                <a:spcPct val="200000"/>
              </a:lnSpc>
              <a:buNone/>
              <a:defRPr sz="1800" b="0"/>
            </a:lvl5pPr>
          </a:lstStyle>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sp>
        <p:nvSpPr>
          <p:cNvPr id="2" name="Date Placeholder 1">
            <a:extLst xmlns:a="http://schemas.openxmlformats.org/drawingml/2006/main">
              <a:ext uri="{FF2B5EF4-FFF2-40B4-BE49-F238E27FC236}">
                <a16:creationId xmlns:a16="http://schemas.microsoft.com/office/drawing/2014/main" id="{9E06FAE0-8843-4228-AEB3-C1F5A8426ACD}"/>
              </a:ext>
            </a:extLst>
          </p:cNvPr>
          <p:cNvSpPr>
            <a:spLocks xmlns:a="http://schemas.openxmlformats.org/drawingml/2006/main" noGrp="1"/>
          </p:cNvSpPr>
          <p:nvPr>
            <p:ph type="dt" idx="19"/>
          </p:nvPr>
        </p:nvSpPr>
        <p:spPr/>
        <p:txBody>
          <a:bodyPr xmlns:a="http://schemas.openxmlformats.org/drawingml/2006/main"/>
          <a:lstStyle xmlns:a="http://schemas.openxmlformats.org/drawingml/2006/main"/>
          <a:p xmlns:a="http://schemas.openxmlformats.org/drawingml/2006/main">
            <a:r>
              <a:t>[Date]</a:t>
            </a:r>
          </a:p>
        </p:txBody>
      </p:sp>
      <p:sp>
        <p:nvSpPr>
          <p:cNvPr id="5" name="Footer Placeholder 4">
            <a:extLst xmlns:a="http://schemas.openxmlformats.org/drawingml/2006/main">
              <a:ext uri="{FF2B5EF4-FFF2-40B4-BE49-F238E27FC236}">
                <a16:creationId xmlns:a16="http://schemas.microsoft.com/office/drawing/2014/main" id="{4936BD36-D1D6-8F28-2DA2-7803309F5742}"/>
              </a:ext>
            </a:extLst>
          </p:cNvPr>
          <p:cNvSpPr>
            <a:spLocks xmlns:a="http://schemas.openxmlformats.org/drawingml/2006/main" noGrp="1"/>
          </p:cNvSpPr>
          <p:nvPr>
            <p:ph type="ftr" idx="20"/>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8" name="Slide Number Placeholder 7">
            <a:extLst xmlns:a="http://schemas.openxmlformats.org/drawingml/2006/main">
              <a:ext uri="{FF2B5EF4-FFF2-40B4-BE49-F238E27FC236}">
                <a16:creationId xmlns:a16="http://schemas.microsoft.com/office/drawing/2014/main" id="{38534FEA-4EF7-D613-2FB2-8FC372C843DE}"/>
              </a:ext>
            </a:extLst>
          </p:cNvPr>
          <p:cNvSpPr>
            <a:spLocks xmlns:a="http://schemas.openxmlformats.org/drawingml/2006/main" noGrp="1"/>
          </p:cNvSpPr>
          <p:nvPr>
            <p:ph type="sldNum" idx="21"/>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50.xml><?xml version="1.0" encoding="utf-8"?>
<p:sldLayout xmlns:p="http://schemas.openxmlformats.org/presentationml/2006/main" preserve="1" userDrawn="1">
  <p:cSld name="Multi Statement – Dark">
    <p:bg>
      <p:bgPr>
        <a:solidFill xmlns:a="http://schemas.openxmlformats.org/drawingml/2006/main">
          <a:schemeClr val="bg2"/>
        </a:solidFill>
      </p:bgPr>
    </p:bg>
    <p:spTree>
      <p:nvGrpSpPr>
        <p:cNvPr id="1" name=""/>
        <p:cNvGrpSpPr/>
        <p:nvPr/>
      </p:nvGrpSpPr>
      <p:grpSpPr>
        <a:xfrm xmlns:a="http://schemas.openxmlformats.org/drawingml/2006/main"/>
      </p:grpSpPr>
      <p:pic>
        <p:nvPicPr>
          <p:cNvPr id="1" name="Graphic 2"/>
          <p:cNvPicPr>
            <a:picLocks xmlns:a="http://schemas.openxmlformats.org/drawingml/2006/main" noChangeAspect="1"/>
          </p:cNvPicPr>
          <p:nvPr/>
        </p:nvPicPr>
        <p:blipFill>
          <a:blip xmlns:r="http://schemas.openxmlformats.org/officeDocument/2006/relationships" xmlns:a="http://schemas.openxmlformats.org/drawingml/2006/main" r:embed="R1b0ce1dab68742c2">
            <a:extLst>
              <a:ext uri="{96DAC541-7B7A-43D3-8B79-37D633B846F1}">
                <asvg:svgBlip xmlns:asvg="http://schemas.microsoft.com/office/drawing/2016/SVG/main" r:embed="R620c690390984171"/>
              </a:ext>
            </a:extLst>
          </a:blip>
          <a:srcRect xmlns:a="http://schemas.openxmlformats.org/drawingml/2006/main" l="5687" t="0" r="0" b="27270"/>
          <a:stretch xmlns:a="http://schemas.openxmlformats.org/drawingml/2006/main"/>
        </p:blipFill>
        <p:spPr>
          <a:xfrm xmlns:a="http://schemas.openxmlformats.org/drawingml/2006/main">
            <a:off x="4861624" y="0"/>
            <a:ext cx="7330375" cy="3768589"/>
          </a:xfrm>
          <a:prstGeom xmlns:a="http://schemas.openxmlformats.org/drawingml/2006/main" prst="rect">
            <a:avLst/>
          </a:prstGeom>
        </p:spPr>
      </p:pic>
      <p:sp>
        <p:nvSpPr>
          <p:cNvPr id="6" name="Text Placeholder 2">
            <a:extLst xmlns:a="http://schemas.openxmlformats.org/drawingml/2006/main">
              <a:ext uri="{FF2B5EF4-FFF2-40B4-BE49-F238E27FC236}">
                <a16:creationId xmlns:a16="http://schemas.microsoft.com/office/drawing/2014/main" id="{E4DCF24B-59BC-04B0-B557-EEF59BF81E12}"/>
              </a:ext>
            </a:extLst>
          </p:cNvPr>
          <p:cNvSpPr>
            <a:spLocks xmlns:a="http://schemas.openxmlformats.org/drawingml/2006/main" noGrp="1"/>
          </p:cNvSpPr>
          <p:nvPr>
            <p:ph type="body" idx="17" hasCustomPrompt="1"/>
          </p:nvPr>
        </p:nvSpPr>
        <p:spPr>
          <a:xfrm xmlns:a="http://schemas.openxmlformats.org/drawingml/2006/main">
            <a:off x="777284" y="1143025"/>
            <a:ext cx="7330143" cy="1158571"/>
          </a:xfrm>
        </p:spPr>
        <p:txBody>
          <a:bodyPr xmlns:a="http://schemas.openxmlformats.org/drawingml/2006/main" anchor="ctr">
            <a:normAutofit/>
          </a:bodyPr>
          <a:lstStyle xmlns:a="http://schemas.openxmlformats.org/drawingml/2006/main">
            <a:lvl1pPr>
              <a:lnSpc>
                <a:spcPct val="100000"/>
              </a:lnSpc>
              <a:spcBef>
                <a:spcPts val="0"/>
              </a:spcBef>
              <a:buNone/>
              <a:defRPr sz="2800" b="1" i="0">
                <a:latin typeface="Oracle Sans Tab"/>
                <a:ea typeface="Oracle Sans Tab"/>
                <a:cs typeface="Oracle Sans Tab"/>
              </a:defRPr>
            </a:lvl1pPr>
          </a:lstStyle>
          <a:p xmlns:a="http://schemas.openxmlformats.org/drawingml/2006/main">
            <a:pPr>
              <a:buNone/>
            </a:pPr>
            <a:r>
              <a:t>Click to edit Headline</a:t>
            </a:r>
          </a:p>
        </p:txBody>
      </p:sp>
      <p:sp>
        <p:nvSpPr>
          <p:cNvPr id="10" name="Text Placeholder 4">
            <a:extLst xmlns:a="http://schemas.openxmlformats.org/drawingml/2006/main">
              <a:ext uri="{FF2B5EF4-FFF2-40B4-BE49-F238E27FC236}">
                <a16:creationId xmlns:a16="http://schemas.microsoft.com/office/drawing/2014/main" id="{44B2EADF-9C30-D624-9DFD-FDBFF41F8B1B}"/>
              </a:ext>
            </a:extLst>
          </p:cNvPr>
          <p:cNvSpPr>
            <a:spLocks xmlns:a="http://schemas.openxmlformats.org/drawingml/2006/main" noGrp="1"/>
          </p:cNvSpPr>
          <p:nvPr>
            <p:ph type="body" idx="18" hasCustomPrompt="1"/>
          </p:nvPr>
        </p:nvSpPr>
        <p:spPr>
          <a:xfrm xmlns:a="http://schemas.openxmlformats.org/drawingml/2006/main">
            <a:off x="777285" y="2602080"/>
            <a:ext cx="7330373" cy="1166509"/>
          </a:xfrm>
        </p:spPr>
        <p:txBody>
          <a:bodyPr xmlns:a="http://schemas.openxmlformats.org/drawingml/2006/main" anchor="ctr">
            <a:normAutofit/>
          </a:bodyPr>
          <a:lstStyle xmlns:a="http://schemas.openxmlformats.org/drawingml/2006/main">
            <a:lvl1pPr>
              <a:lnSpc>
                <a:spcPct val="100000"/>
              </a:lnSpc>
              <a:spcBef>
                <a:spcPts val="0"/>
              </a:spcBef>
              <a:buNone/>
              <a:defRPr sz="2800" b="1" i="0">
                <a:latin typeface="Oracle Sans Tab"/>
                <a:ea typeface="Oracle Sans Tab"/>
                <a:cs typeface="Oracle Sans Tab"/>
              </a:defRPr>
            </a:lvl1pPr>
          </a:lstStyle>
          <a:p xmlns:a="http://schemas.openxmlformats.org/drawingml/2006/main">
            <a:pPr>
              <a:buNone/>
            </a:pPr>
            <a:r>
              <a:t>Click to edit Headline</a:t>
            </a:r>
          </a:p>
        </p:txBody>
      </p:sp>
      <p:sp>
        <p:nvSpPr>
          <p:cNvPr id="11" name="Text Placeholder 7">
            <a:extLst xmlns:a="http://schemas.openxmlformats.org/drawingml/2006/main">
              <a:ext uri="{FF2B5EF4-FFF2-40B4-BE49-F238E27FC236}">
                <a16:creationId xmlns:a16="http://schemas.microsoft.com/office/drawing/2014/main" id="{E7E762A4-B873-A5F3-276F-B1A4DD5DC4A0}"/>
              </a:ext>
            </a:extLst>
          </p:cNvPr>
          <p:cNvSpPr>
            <a:spLocks xmlns:a="http://schemas.openxmlformats.org/drawingml/2006/main" noGrp="1"/>
          </p:cNvSpPr>
          <p:nvPr>
            <p:ph type="body" idx="19" hasCustomPrompt="1"/>
          </p:nvPr>
        </p:nvSpPr>
        <p:spPr>
          <a:xfrm xmlns:a="http://schemas.openxmlformats.org/drawingml/2006/main">
            <a:off x="777283" y="4069073"/>
            <a:ext cx="7330375" cy="1182688"/>
          </a:xfrm>
        </p:spPr>
        <p:txBody>
          <a:bodyPr xmlns:a="http://schemas.openxmlformats.org/drawingml/2006/main" anchor="ctr">
            <a:normAutofit/>
          </a:bodyPr>
          <a:lstStyle xmlns:a="http://schemas.openxmlformats.org/drawingml/2006/main">
            <a:lvl1pPr>
              <a:lnSpc>
                <a:spcPct val="100000"/>
              </a:lnSpc>
              <a:spcBef>
                <a:spcPts val="0"/>
              </a:spcBef>
              <a:buNone/>
              <a:defRPr sz="2800" b="1" i="0">
                <a:latin typeface="Oracle Sans Tab"/>
                <a:ea typeface="Oracle Sans Tab"/>
                <a:cs typeface="Oracle Sans Tab"/>
              </a:defRPr>
            </a:lvl1pPr>
          </a:lstStyle>
          <a:p xmlns:a="http://schemas.openxmlformats.org/drawingml/2006/main">
            <a:pPr>
              <a:buNone/>
            </a:pPr>
            <a:r>
              <a:t>Click to edit Headline</a:t>
            </a:r>
          </a:p>
        </p:txBody>
      </p:sp>
      <p:pic>
        <p:nvPicPr>
          <p:cNvPr id="12" name="OTag"/>
          <p:cNvPicPr>
            <a:picLocks xmlns:a="http://schemas.openxmlformats.org/drawingml/2006/main" noChangeAspect="1"/>
          </p:cNvPicPr>
          <p:nvPr/>
        </p:nvPicPr>
        <p:blipFill>
          <a:blip xmlns:r="http://schemas.openxmlformats.org/officeDocument/2006/relationships" xmlns:a="http://schemas.openxmlformats.org/drawingml/2006/main" r:embed="R3edbf816671d4c37"/>
          <a:stretch xmlns:a="http://schemas.openxmlformats.org/drawingml/2006/main">
            <a:fillRect l="0" t="0" r="0" b="0"/>
          </a:stretch>
        </p:blipFill>
        <p:spPr>
          <a:xfrm xmlns:a="http://schemas.openxmlformats.org/drawingml/2006/main">
            <a:off x="11405616" y="6464808"/>
            <a:ext cx="393192" cy="393192"/>
          </a:xfrm>
          <a:prstGeom xmlns:a="http://schemas.openxmlformats.org/drawingml/2006/main" prst="rect">
            <a:avLst/>
          </a:prstGeom>
        </p:spPr>
      </p:pic>
      <p:sp>
        <p:nvSpPr>
          <p:cNvPr id="26" name="Freeform 25">
            <a:extLst xmlns:a="http://schemas.openxmlformats.org/drawingml/2006/main">
              <a:ext uri="{FF2B5EF4-FFF2-40B4-BE49-F238E27FC236}">
                <a16:creationId xmlns:a16="http://schemas.microsoft.com/office/drawing/2014/main" id="{2ECFE8BC-FBC3-206E-F574-E904CA38AAAE}"/>
              </a:ext>
            </a:extLst>
          </p:cNvPr>
          <p:cNvSpPr>
            <a:spLocks xmlns:a="http://schemas.openxmlformats.org/drawingml/2006/main" noGrp="1"/>
          </p:cNvSpPr>
          <p:nvPr/>
        </p:nvSpPr>
        <p:spPr>
          <a:xfrm xmlns:a="http://schemas.openxmlformats.org/drawingml/2006/main">
            <a:off x="11405616" y="6857748"/>
            <a:ext cx="393192" cy="253"/>
          </a:xfrm>
          <a:custGeom xmlns:a="http://schemas.openxmlformats.org/drawingml/2006/main">
            <a:rect l="l" t="t" r="r" b="b"/>
            <a:pathLst>
              <a:path w="393192" h="253">
                <a:moveTo>
                  <a:pt x="0" y="0"/>
                </a:moveTo>
                <a:lnTo>
                  <a:pt x="393192" y="0"/>
                </a:lnTo>
                <a:lnTo>
                  <a:pt x="393192" y="253"/>
                </a:lnTo>
                <a:lnTo>
                  <a:pt x="0" y="253"/>
                </a:lnTo>
                <a:lnTo>
                  <a:pt x="0" y="0"/>
                </a:lnTo>
                <a:close/>
              </a:path>
            </a:pathLst>
          </a:custGeom>
          <a:solidFill xmlns:a="http://schemas.openxmlformats.org/drawingml/2006/main">
            <a:schemeClr val="accent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wrap="square" anchor="ctr">
            <a:noAutofit/>
          </a:bodyPr>
          <a:lstStyle xmlns:a="http://schemas.openxmlformats.org/drawingml/2006/main"/>
          <a:p xmlns:a="http://schemas.openxmlformats.org/drawingml/2006/main">
            <a:pPr algn="ctr">
              <a:buNone/>
            </a:pPr>
          </a:p>
        </p:txBody>
      </p:sp>
      <p:sp>
        <p:nvSpPr>
          <p:cNvPr id="4" name="Date Placeholder 3">
            <a:extLst xmlns:a="http://schemas.openxmlformats.org/drawingml/2006/main">
              <a:ext uri="{FF2B5EF4-FFF2-40B4-BE49-F238E27FC236}">
                <a16:creationId xmlns:a16="http://schemas.microsoft.com/office/drawing/2014/main" id="{7BE3BCD5-EE00-D529-ECA6-0924C5AFD72B}"/>
              </a:ext>
            </a:extLst>
          </p:cNvPr>
          <p:cNvSpPr>
            <a:spLocks xmlns:a="http://schemas.openxmlformats.org/drawingml/2006/main" noGrp="1"/>
          </p:cNvSpPr>
          <p:nvPr>
            <p:ph type="dt" idx="20"/>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[Date]</a:t>
            </a:r>
          </a:p>
        </p:txBody>
      </p:sp>
      <p:sp>
        <p:nvSpPr>
          <p:cNvPr id="5" name="Footer Placeholder 4">
            <a:extLst xmlns:a="http://schemas.openxmlformats.org/drawingml/2006/main">
              <a:ext uri="{FF2B5EF4-FFF2-40B4-BE49-F238E27FC236}">
                <a16:creationId xmlns:a16="http://schemas.microsoft.com/office/drawing/2014/main" id="{8F498C5A-D103-1E98-2B19-AE544662F493}"/>
              </a:ext>
            </a:extLst>
          </p:cNvPr>
          <p:cNvSpPr>
            <a:spLocks xmlns:a="http://schemas.openxmlformats.org/drawingml/2006/main" noGrp="1"/>
          </p:cNvSpPr>
          <p:nvPr>
            <p:ph type="ftr" idx="21"/>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Copyright © 2026, Oracle and/or its affiliates |  Confidential: Internal/Restricted/Highly Restricted</a:t>
            </a:r>
          </a:p>
        </p:txBody>
      </p:sp>
      <p:sp>
        <p:nvSpPr>
          <p:cNvPr id="8" name="Slide Number Placeholder 7">
            <a:extLst xmlns:a="http://schemas.openxmlformats.org/drawingml/2006/main">
              <a:ext uri="{FF2B5EF4-FFF2-40B4-BE49-F238E27FC236}">
                <a16:creationId xmlns:a16="http://schemas.microsoft.com/office/drawing/2014/main" id="{25D1B5C4-D9F2-E316-1CD9-2DA302CD3507}"/>
              </a:ext>
            </a:extLst>
          </p:cNvPr>
          <p:cNvSpPr>
            <a:spLocks xmlns:a="http://schemas.openxmlformats.org/drawingml/2006/main" noGrp="1"/>
          </p:cNvSpPr>
          <p:nvPr>
            <p:ph type="sldNum" idx="22"/>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fld id="{345D60D9-5372-5F40-9443-0F9AE5BDC3C8}" type="slidenum">
              <a:t>‹#›</a:t>
            </a:fld>
          </a:p>
        </p:txBody>
      </p:sp>
    </p:spTree>
  </p:cSld>
</p:sldLayout>
</file>

<file path=ppt/slideLayouts/slideLayout51.xml><?xml version="1.0" encoding="utf-8"?>
<p:sldLayout xmlns:p="http://schemas.openxmlformats.org/presentationml/2006/main" preserve="1" userDrawn="1">
  <p:cSld name="Multi Statement – Light">
    <p:bg>
      <p:bgPr>
        <a:solidFill xmlns:a="http://schemas.openxmlformats.org/drawingml/2006/main">
          <a:schemeClr val="bg2"/>
        </a:solidFill>
      </p:bgPr>
    </p:bg>
    <p:spTree>
      <p:nvGrpSpPr>
        <p:cNvPr id="1" name=""/>
        <p:cNvGrpSpPr/>
        <p:nvPr/>
      </p:nvGrpSpPr>
      <p:grpSpPr>
        <a:xfrm xmlns:a="http://schemas.openxmlformats.org/drawingml/2006/main"/>
      </p:grpSpPr>
      <p:pic>
        <p:nvPicPr>
          <p:cNvPr id="1" name="Graphic 9"/>
          <p:cNvPicPr>
            <a:picLocks xmlns:a="http://schemas.openxmlformats.org/drawingml/2006/main" noChangeAspect="1"/>
          </p:cNvPicPr>
          <p:nvPr/>
        </p:nvPicPr>
        <p:blipFill>
          <a:blip xmlns:r="http://schemas.openxmlformats.org/officeDocument/2006/relationships" xmlns:a="http://schemas.openxmlformats.org/drawingml/2006/main" r:embed="R1611bdf2303a44c6">
            <a:extLst>
              <a:ext uri="{96DAC541-7B7A-43D3-8B79-37D633B846F1}">
                <asvg:svgBlip xmlns:asvg="http://schemas.microsoft.com/office/drawing/2016/SVG/main" r:embed="R1beab365ba334051"/>
              </a:ext>
            </a:extLst>
          </a:blip>
          <a:srcRect xmlns:a="http://schemas.openxmlformats.org/drawingml/2006/main" l="5687" t="0" r="0" b="27270"/>
          <a:stretch xmlns:a="http://schemas.openxmlformats.org/drawingml/2006/main"/>
        </p:blipFill>
        <p:spPr>
          <a:xfrm xmlns:a="http://schemas.openxmlformats.org/drawingml/2006/main">
            <a:off x="4861624" y="0"/>
            <a:ext cx="7330375" cy="3768589"/>
          </a:xfrm>
          <a:prstGeom xmlns:a="http://schemas.openxmlformats.org/drawingml/2006/main" prst="rect">
            <a:avLst/>
          </a:prstGeom>
        </p:spPr>
      </p:pic>
      <p:sp>
        <p:nvSpPr>
          <p:cNvPr id="2" name="Text Placeholder 2">
            <a:extLst xmlns:a="http://schemas.openxmlformats.org/drawingml/2006/main">
              <a:ext uri="{FF2B5EF4-FFF2-40B4-BE49-F238E27FC236}">
                <a16:creationId xmlns:a16="http://schemas.microsoft.com/office/drawing/2014/main" id="{BC4944C4-BCA7-F523-CDDB-B2F7B43789BD}"/>
              </a:ext>
            </a:extLst>
          </p:cNvPr>
          <p:cNvSpPr>
            <a:spLocks xmlns:a="http://schemas.openxmlformats.org/drawingml/2006/main" noGrp="1"/>
          </p:cNvSpPr>
          <p:nvPr>
            <p:ph type="body" idx="17" hasCustomPrompt="1"/>
          </p:nvPr>
        </p:nvSpPr>
        <p:spPr>
          <a:xfrm xmlns:a="http://schemas.openxmlformats.org/drawingml/2006/main">
            <a:off x="777284" y="1143025"/>
            <a:ext cx="7330143" cy="1158571"/>
          </a:xfrm>
        </p:spPr>
        <p:txBody>
          <a:bodyPr xmlns:a="http://schemas.openxmlformats.org/drawingml/2006/main" anchor="ctr">
            <a:normAutofit/>
          </a:bodyPr>
          <a:lstStyle xmlns:a="http://schemas.openxmlformats.org/drawingml/2006/main">
            <a:lvl1pPr>
              <a:lnSpc>
                <a:spcPct val="100000"/>
              </a:lnSpc>
              <a:spcBef>
                <a:spcPts val="0"/>
              </a:spcBef>
              <a:buNone/>
              <a:defRPr sz="2800" b="1" i="0">
                <a:latin typeface="Oracle Sans Tab"/>
                <a:ea typeface="Oracle Sans Tab"/>
                <a:cs typeface="Oracle Sans Tab"/>
              </a:defRPr>
            </a:lvl1pPr>
          </a:lstStyle>
          <a:p xmlns:a="http://schemas.openxmlformats.org/drawingml/2006/main">
            <a:pPr>
              <a:buNone/>
            </a:pPr>
            <a:r>
              <a:t>Click to edit Headline</a:t>
            </a:r>
          </a:p>
        </p:txBody>
      </p:sp>
      <p:sp>
        <p:nvSpPr>
          <p:cNvPr id="7" name="Text Placeholder 4">
            <a:extLst xmlns:a="http://schemas.openxmlformats.org/drawingml/2006/main">
              <a:ext uri="{FF2B5EF4-FFF2-40B4-BE49-F238E27FC236}">
                <a16:creationId xmlns:a16="http://schemas.microsoft.com/office/drawing/2014/main" id="{D42F262B-FAC2-7DDF-70B7-0EBEADDA66A9}"/>
              </a:ext>
            </a:extLst>
          </p:cNvPr>
          <p:cNvSpPr>
            <a:spLocks xmlns:a="http://schemas.openxmlformats.org/drawingml/2006/main" noGrp="1"/>
          </p:cNvSpPr>
          <p:nvPr>
            <p:ph type="body" idx="18" hasCustomPrompt="1"/>
          </p:nvPr>
        </p:nvSpPr>
        <p:spPr>
          <a:xfrm xmlns:a="http://schemas.openxmlformats.org/drawingml/2006/main">
            <a:off x="777285" y="2602080"/>
            <a:ext cx="7330373" cy="1166509"/>
          </a:xfrm>
        </p:spPr>
        <p:txBody>
          <a:bodyPr xmlns:a="http://schemas.openxmlformats.org/drawingml/2006/main" anchor="ctr">
            <a:normAutofit/>
          </a:bodyPr>
          <a:lstStyle xmlns:a="http://schemas.openxmlformats.org/drawingml/2006/main">
            <a:lvl1pPr>
              <a:lnSpc>
                <a:spcPct val="100000"/>
              </a:lnSpc>
              <a:spcBef>
                <a:spcPts val="0"/>
              </a:spcBef>
              <a:buNone/>
              <a:defRPr sz="2800" b="1" i="0">
                <a:latin typeface="Oracle Sans Tab"/>
                <a:ea typeface="Oracle Sans Tab"/>
                <a:cs typeface="Oracle Sans Tab"/>
              </a:defRPr>
            </a:lvl1pPr>
          </a:lstStyle>
          <a:p xmlns:a="http://schemas.openxmlformats.org/drawingml/2006/main">
            <a:pPr>
              <a:buNone/>
            </a:pPr>
            <a:r>
              <a:t>Click to edit Headline</a:t>
            </a:r>
          </a:p>
        </p:txBody>
      </p:sp>
      <p:sp>
        <p:nvSpPr>
          <p:cNvPr id="9" name="Text Placeholder 7">
            <a:extLst xmlns:a="http://schemas.openxmlformats.org/drawingml/2006/main">
              <a:ext uri="{FF2B5EF4-FFF2-40B4-BE49-F238E27FC236}">
                <a16:creationId xmlns:a16="http://schemas.microsoft.com/office/drawing/2014/main" id="{90E686AD-7CAC-8695-D0AC-A474A9002ACB}"/>
              </a:ext>
            </a:extLst>
          </p:cNvPr>
          <p:cNvSpPr>
            <a:spLocks xmlns:a="http://schemas.openxmlformats.org/drawingml/2006/main" noGrp="1"/>
          </p:cNvSpPr>
          <p:nvPr>
            <p:ph type="body" idx="19" hasCustomPrompt="1"/>
          </p:nvPr>
        </p:nvSpPr>
        <p:spPr>
          <a:xfrm xmlns:a="http://schemas.openxmlformats.org/drawingml/2006/main">
            <a:off x="777283" y="4069073"/>
            <a:ext cx="7330375" cy="1182688"/>
          </a:xfrm>
        </p:spPr>
        <p:txBody>
          <a:bodyPr xmlns:a="http://schemas.openxmlformats.org/drawingml/2006/main" anchor="ctr">
            <a:normAutofit/>
          </a:bodyPr>
          <a:lstStyle xmlns:a="http://schemas.openxmlformats.org/drawingml/2006/main">
            <a:lvl1pPr>
              <a:lnSpc>
                <a:spcPct val="100000"/>
              </a:lnSpc>
              <a:spcBef>
                <a:spcPts val="0"/>
              </a:spcBef>
              <a:buNone/>
              <a:defRPr sz="2800" b="1" i="0">
                <a:latin typeface="Oracle Sans Tab"/>
                <a:ea typeface="Oracle Sans Tab"/>
                <a:cs typeface="Oracle Sans Tab"/>
              </a:defRPr>
            </a:lvl1pPr>
          </a:lstStyle>
          <a:p xmlns:a="http://schemas.openxmlformats.org/drawingml/2006/main">
            <a:pPr>
              <a:buNone/>
            </a:pPr>
            <a:r>
              <a:t>Click to edit Headline</a:t>
            </a:r>
          </a:p>
        </p:txBody>
      </p:sp>
      <p:sp>
        <p:nvSpPr>
          <p:cNvPr id="3" name="Date Placeholder 2">
            <a:extLst xmlns:a="http://schemas.openxmlformats.org/drawingml/2006/main">
              <a:ext uri="{FF2B5EF4-FFF2-40B4-BE49-F238E27FC236}">
                <a16:creationId xmlns:a16="http://schemas.microsoft.com/office/drawing/2014/main" id="{87A828D0-BF4B-F24A-6C3E-1283A39D60D9}"/>
              </a:ext>
            </a:extLst>
          </p:cNvPr>
          <p:cNvSpPr>
            <a:spLocks xmlns:a="http://schemas.openxmlformats.org/drawingml/2006/main" noGrp="1"/>
          </p:cNvSpPr>
          <p:nvPr>
            <p:ph type="dt" idx="20"/>
          </p:nvPr>
        </p:nvSpPr>
        <p:spPr/>
        <p:txBody>
          <a:bodyPr xmlns:a="http://schemas.openxmlformats.org/drawingml/2006/main"/>
          <a:lstStyle xmlns:a="http://schemas.openxmlformats.org/drawingml/2006/main"/>
          <a:p xmlns:a="http://schemas.openxmlformats.org/drawingml/2006/main">
            <a:r>
              <a:t>[Date]</a:t>
            </a:r>
          </a:p>
        </p:txBody>
      </p:sp>
      <p:sp>
        <p:nvSpPr>
          <p:cNvPr id="5" name="Footer Placeholder 4">
            <a:extLst xmlns:a="http://schemas.openxmlformats.org/drawingml/2006/main">
              <a:ext uri="{FF2B5EF4-FFF2-40B4-BE49-F238E27FC236}">
                <a16:creationId xmlns:a16="http://schemas.microsoft.com/office/drawing/2014/main" id="{D335C83F-7AFC-38E7-453B-18712885631F}"/>
              </a:ext>
            </a:extLst>
          </p:cNvPr>
          <p:cNvSpPr>
            <a:spLocks xmlns:a="http://schemas.openxmlformats.org/drawingml/2006/main" noGrp="1"/>
          </p:cNvSpPr>
          <p:nvPr>
            <p:ph type="ftr" idx="21"/>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8" name="Slide Number Placeholder 7">
            <a:extLst xmlns:a="http://schemas.openxmlformats.org/drawingml/2006/main">
              <a:ext uri="{FF2B5EF4-FFF2-40B4-BE49-F238E27FC236}">
                <a16:creationId xmlns:a16="http://schemas.microsoft.com/office/drawing/2014/main" id="{C4DCE74A-D8DD-A54D-D13E-724920C061F3}"/>
              </a:ext>
            </a:extLst>
          </p:cNvPr>
          <p:cNvSpPr>
            <a:spLocks xmlns:a="http://schemas.openxmlformats.org/drawingml/2006/main" noGrp="1"/>
          </p:cNvSpPr>
          <p:nvPr>
            <p:ph type="sldNum" idx="22"/>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52.xml><?xml version="1.0" encoding="utf-8"?>
<p:sldLayout xmlns:p="http://schemas.openxmlformats.org/presentationml/2006/main" preserve="1" userDrawn="1">
  <p:cSld name="Speaker_1">
    <p:bg>
      <p:bgRef idx="1001">
        <a:schemeClr xmlns:a="http://schemas.openxmlformats.org/drawingml/2006/main" val="bg2"/>
      </p:bgRef>
    </p:bg>
    <p:spTree>
      <p:nvGrpSpPr>
        <p:cNvPr id="1" name=""/>
        <p:cNvGrpSpPr/>
        <p:nvPr/>
      </p:nvGrpSpPr>
      <p:grpSpPr>
        <a:xfrm xmlns:a="http://schemas.openxmlformats.org/drawingml/2006/main"/>
      </p:grpSpPr>
      <p:pic>
        <p:nvPicPr>
          <p:cNvPr id="1" name="Graphic 5"/>
          <p:cNvPicPr>
            <a:picLocks xmlns:a="http://schemas.openxmlformats.org/drawingml/2006/main" noChangeAspect="1"/>
          </p:cNvPicPr>
          <p:nvPr/>
        </p:nvPicPr>
        <p:blipFill>
          <a:blip xmlns:r="http://schemas.openxmlformats.org/officeDocument/2006/relationships" xmlns:a="http://schemas.openxmlformats.org/drawingml/2006/main" r:embed="Rd8be11f7054b4ec7">
            <a:extLst>
              <a:ext uri="{96DAC541-7B7A-43D3-8B79-37D633B846F1}">
                <asvg:svgBlip xmlns:asvg="http://schemas.microsoft.com/office/drawing/2016/SVG/main" r:embed="R97a157fb3888482c"/>
              </a:ext>
            </a:extLst>
          </a:blip>
          <a:srcRect xmlns:a="http://schemas.openxmlformats.org/drawingml/2006/main" l="42612" t="12210" r="14437" b="12837"/>
          <a:stretch xmlns:a="http://schemas.openxmlformats.org/drawingml/2006/main"/>
        </p:blipFill>
        <p:spPr>
          <a:xfrm xmlns:a="http://schemas.openxmlformats.org/drawingml/2006/main">
            <a:off x="6307189" y="868568"/>
            <a:ext cx="4093374" cy="4103470"/>
          </a:xfrm>
          <a:prstGeom xmlns:a="http://schemas.openxmlformats.org/drawingml/2006/main" prst="rect">
            <a:avLst/>
          </a:prstGeom>
        </p:spPr>
      </p:pic>
      <p:sp>
        <p:nvSpPr>
          <p:cNvPr id="2" name="Title 1">
            <a:extLst xmlns:a="http://schemas.openxmlformats.org/drawingml/2006/main">
              <a:ext uri="{FF2B5EF4-FFF2-40B4-BE49-F238E27FC236}">
                <a16:creationId xmlns:a16="http://schemas.microsoft.com/office/drawing/2014/main" id="{5F8DD237-1E40-4383-9C51-545B9C5DD604}"/>
              </a:ext>
            </a:extLst>
          </p:cNvPr>
          <p:cNvSpPr>
            <a:spLocks xmlns:a="http://schemas.openxmlformats.org/drawingml/2006/main" noGrp="1"/>
          </p:cNvSpPr>
          <p:nvPr>
            <p:ph type="title" idx="0" hasCustomPrompt="1"/>
          </p:nvPr>
        </p:nvSpPr>
        <p:spPr>
          <a:xfrm xmlns:a="http://schemas.openxmlformats.org/drawingml/2006/main">
            <a:off x="762000" y="1600200"/>
            <a:ext cx="3697357" cy="1320103"/>
          </a:xfrm>
        </p:spPr>
        <p:txBody>
          <a:bodyPr xmlns:a="http://schemas.openxmlformats.org/drawingml/2006/main" vert="horz" wrap="square" lIns="0" tIns="0" rIns="0" bIns="0" anchor="b">
            <a:normAutofit/>
          </a:bodyPr>
          <a:lstStyle xmlns:a="http://schemas.openxmlformats.org/drawingml/2006/main">
            <a:lvl1pPr>
              <a:buNone/>
              <a:defRPr sz="3200" b="1" i="0">
                <a:latin typeface="Oracle Sans Tab"/>
                <a:ea typeface="Oracle Sans Tab"/>
                <a:cs typeface="Oracle Sans Tab"/>
              </a:defRPr>
            </a:lvl1pPr>
          </a:lstStyle>
          <a:p xmlns:a="http://schemas.openxmlformats.org/drawingml/2006/main">
            <a:pPr marL="0">
              <a:lnSpc>
                <a:spcPct val="100000"/>
              </a:lnSpc>
              <a:buNone/>
            </a:pPr>
            <a:r>
              <a:t>Speaker</a:t>
            </a:r>
          </a:p>
        </p:txBody>
      </p:sp>
      <p:sp>
        <p:nvSpPr>
          <p:cNvPr id="19" name="Picture Placeholder 4">
            <a:extLst xmlns:a="http://schemas.openxmlformats.org/drawingml/2006/main">
              <a:ext uri="{FF2B5EF4-FFF2-40B4-BE49-F238E27FC236}">
                <a16:creationId xmlns:a16="http://schemas.microsoft.com/office/drawing/2014/main" id="{DEEA7EE7-413E-4F05-94D2-2DA6180164CA}"/>
              </a:ext>
            </a:extLst>
          </p:cNvPr>
          <p:cNvSpPr>
            <a:spLocks xmlns:a="http://schemas.openxmlformats.org/drawingml/2006/main" noGrp="1"/>
          </p:cNvSpPr>
          <p:nvPr>
            <p:ph type="pic" idx="10"/>
          </p:nvPr>
        </p:nvSpPr>
        <p:spPr>
          <a:xfrm xmlns:a="http://schemas.openxmlformats.org/drawingml/2006/main">
            <a:off x="6730914" y="1325903"/>
            <a:ext cx="3227476" cy="3247119"/>
          </a:xfrm>
          <a:prstGeom xmlns:a="http://schemas.openxmlformats.org/drawingml/2006/main" prst="ellipse">
            <a:avLst/>
          </a:prstGeom>
        </p:spPr>
        <p:txBody>
          <a:bodyPr xmlns:a="http://schemas.openxmlformats.org/drawingml/2006/main"/>
          <a:lstStyle xmlns:a="http://schemas.openxmlformats.org/drawingml/2006/main">
            <a:lvl1pPr algn="ctr">
              <a:buNone/>
              <a:defRPr>
                <a:solidFill>
                  <a:schemeClr val="tx1"/>
                </a:solidFill>
              </a:defRPr>
            </a:lvl1pPr>
          </a:lstStyle>
          <a:p xmlns:a="http://schemas.openxmlformats.org/drawingml/2006/main">
            <a:r>
              <a:t>Click icon to add picture</a:t>
            </a:r>
          </a:p>
        </p:txBody>
      </p:sp>
      <p:sp>
        <p:nvSpPr>
          <p:cNvPr id="37" name="Text Placeholder 33">
            <a:extLst xmlns:a="http://schemas.openxmlformats.org/drawingml/2006/main">
              <a:ext uri="{FF2B5EF4-FFF2-40B4-BE49-F238E27FC236}">
                <a16:creationId xmlns:a16="http://schemas.microsoft.com/office/drawing/2014/main" id="{4B94D438-35CF-4631-8709-33AB89A0307E}"/>
              </a:ext>
            </a:extLst>
          </p:cNvPr>
          <p:cNvSpPr>
            <a:spLocks xmlns:a="http://schemas.openxmlformats.org/drawingml/2006/main" noGrp="1"/>
          </p:cNvSpPr>
          <p:nvPr>
            <p:ph type="body" idx="12" hasCustomPrompt="1"/>
          </p:nvPr>
        </p:nvSpPr>
        <p:spPr>
          <a:xfrm xmlns:a="http://schemas.openxmlformats.org/drawingml/2006/main">
            <a:off x="6730914" y="4847342"/>
            <a:ext cx="3236480" cy="365125"/>
          </a:xfrm>
        </p:spPr>
        <p:txBody>
          <a:bodyPr xmlns:a="http://schemas.openxmlformats.org/drawingml/2006/main" vert="horz" lIns="0" tIns="0" rIns="0" bIns="0" anchor="t">
            <a:noAutofit/>
          </a:bodyPr>
          <a:lstStyle xmlns:a="http://schemas.openxmlformats.org/drawingml/2006/main">
            <a:lvl1pPr algn="ctr">
              <a:lnSpc>
                <a:spcPct val="100000"/>
              </a:lnSpc>
              <a:buNone/>
              <a:defRPr sz="2000" b="1" i="0">
                <a:solidFill>
                  <a:schemeClr val="tx1"/>
                </a:solidFill>
                <a:latin typeface="Oracle Sans Tab"/>
                <a:ea typeface="Oracle Sans Tab"/>
                <a:cs typeface="Oracle Sans Tab"/>
              </a:defRPr>
            </a:lvl1pPr>
          </a:lstStyle>
          <a:p xmlns:a="http://schemas.openxmlformats.org/drawingml/2006/main">
            <a:pPr>
              <a:spcBef>
                <a:spcPts val="0"/>
              </a:spcBef>
              <a:buNone/>
            </a:pPr>
            <a:r>
              <a:t>Add speaker name</a:t>
            </a:r>
          </a:p>
        </p:txBody>
      </p:sp>
      <p:sp>
        <p:nvSpPr>
          <p:cNvPr id="38" name="Text Placeholder 33">
            <a:extLst xmlns:a="http://schemas.openxmlformats.org/drawingml/2006/main">
              <a:ext uri="{FF2B5EF4-FFF2-40B4-BE49-F238E27FC236}">
                <a16:creationId xmlns:a16="http://schemas.microsoft.com/office/drawing/2014/main" id="{F34D25E2-243D-4B96-8C35-F96C56B3482F}"/>
              </a:ext>
            </a:extLst>
          </p:cNvPr>
          <p:cNvSpPr>
            <a:spLocks xmlns:a="http://schemas.openxmlformats.org/drawingml/2006/main" noGrp="1"/>
          </p:cNvSpPr>
          <p:nvPr>
            <p:ph type="body" idx="13" hasCustomPrompt="1"/>
          </p:nvPr>
        </p:nvSpPr>
        <p:spPr>
          <a:xfrm xmlns:a="http://schemas.openxmlformats.org/drawingml/2006/main">
            <a:off x="6730914" y="5211447"/>
            <a:ext cx="3236480" cy="365125"/>
          </a:xfrm>
        </p:spPr>
        <p:txBody>
          <a:bodyPr xmlns:a="http://schemas.openxmlformats.org/drawingml/2006/main" vert="horz" lIns="0" tIns="0" rIns="0" bIns="0" anchor="t">
            <a:noAutofit/>
          </a:bodyPr>
          <a:lstStyle xmlns:a="http://schemas.openxmlformats.org/drawingml/2006/main">
            <a:lvl1pPr algn="ctr">
              <a:lnSpc>
                <a:spcPct val="100000"/>
              </a:lnSpc>
              <a:buNone/>
              <a:defRPr b="0" i="0">
                <a:solidFill>
                  <a:schemeClr val="tx1"/>
                </a:solidFill>
                <a:latin typeface="Oracle Sans Tab"/>
                <a:ea typeface="Oracle Sans Tab"/>
                <a:cs typeface="Oracle Sans Tab"/>
              </a:defRPr>
            </a:lvl1pPr>
          </a:lstStyle>
          <a:p xmlns:a="http://schemas.openxmlformats.org/drawingml/2006/main">
            <a:pPr>
              <a:spcBef>
                <a:spcPts val="0"/>
              </a:spcBef>
              <a:buNone/>
            </a:pPr>
            <a:r>
              <a:t>Add speaker title</a:t>
            </a:r>
          </a:p>
        </p:txBody>
      </p:sp>
      <p:sp>
        <p:nvSpPr>
          <p:cNvPr id="7" name="Date Placeholder 6">
            <a:extLst xmlns:a="http://schemas.openxmlformats.org/drawingml/2006/main">
              <a:ext uri="{FF2B5EF4-FFF2-40B4-BE49-F238E27FC236}">
                <a16:creationId xmlns:a16="http://schemas.microsoft.com/office/drawing/2014/main" id="{C54C1681-3ABE-C963-F79F-18B705CBC985}"/>
              </a:ext>
            </a:extLst>
          </p:cNvPr>
          <p:cNvSpPr>
            <a:spLocks xmlns:a="http://schemas.openxmlformats.org/drawingml/2006/main" noGrp="1"/>
          </p:cNvSpPr>
          <p:nvPr>
            <p:ph type="dt" idx="14"/>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[Date]</a:t>
            </a:r>
          </a:p>
        </p:txBody>
      </p:sp>
      <p:sp>
        <p:nvSpPr>
          <p:cNvPr id="8" name="Footer Placeholder 7">
            <a:extLst xmlns:a="http://schemas.openxmlformats.org/drawingml/2006/main">
              <a:ext uri="{FF2B5EF4-FFF2-40B4-BE49-F238E27FC236}">
                <a16:creationId xmlns:a16="http://schemas.microsoft.com/office/drawing/2014/main" id="{96A1BB59-E7A8-74F4-6087-06D175CC08FA}"/>
              </a:ext>
            </a:extLst>
          </p:cNvPr>
          <p:cNvSpPr>
            <a:spLocks xmlns:a="http://schemas.openxmlformats.org/drawingml/2006/main" noGrp="1"/>
          </p:cNvSpPr>
          <p:nvPr>
            <p:ph type="ftr" idx="15"/>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Copyright © 2026, Oracle and/or its affiliates |  Confidential: Internal/Restricted/Highly Restricted</a:t>
            </a:r>
          </a:p>
        </p:txBody>
      </p:sp>
      <p:sp>
        <p:nvSpPr>
          <p:cNvPr id="9" name="Slide Number Placeholder 8">
            <a:extLst xmlns:a="http://schemas.openxmlformats.org/drawingml/2006/main">
              <a:ext uri="{FF2B5EF4-FFF2-40B4-BE49-F238E27FC236}">
                <a16:creationId xmlns:a16="http://schemas.microsoft.com/office/drawing/2014/main" id="{C7C17E18-58DE-C128-6C78-FC10571AF899}"/>
              </a:ext>
            </a:extLst>
          </p:cNvPr>
          <p:cNvSpPr>
            <a:spLocks xmlns:a="http://schemas.openxmlformats.org/drawingml/2006/main" noGrp="1"/>
          </p:cNvSpPr>
          <p:nvPr>
            <p:ph type="sldNum" idx="16"/>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fld id="{345D60D9-5372-5F40-9443-0F9AE5BDC3C8}" type="slidenum">
              <a:t>‹#›</a:t>
            </a:fld>
          </a:p>
        </p:txBody>
      </p:sp>
    </p:spTree>
  </p:cSld>
</p:sldLayout>
</file>

<file path=ppt/slideLayouts/slideLayout53.xml><?xml version="1.0" encoding="utf-8"?>
<p:sldLayout xmlns:p="http://schemas.openxmlformats.org/presentationml/2006/main" preserve="1" userDrawn="1">
  <p:cSld name="Speaker_1-Profile">
    <p:bg>
      <p:bgPr>
        <a:solidFill xmlns:a="http://schemas.openxmlformats.org/drawingml/2006/main">
          <a:schemeClr val="bg2"/>
        </a:solidFill>
      </p:bgPr>
    </p:bg>
    <p:spTree>
      <p:nvGrpSpPr>
        <p:cNvPr id="1" name=""/>
        <p:cNvGrpSpPr/>
        <p:nvPr/>
      </p:nvGrpSpPr>
      <p:grpSpPr>
        <a:xfrm xmlns:a="http://schemas.openxmlformats.org/drawingml/2006/main"/>
      </p:grpSpPr>
      <p:pic>
        <p:nvPicPr>
          <p:cNvPr id="1" name="Graphic 6"/>
          <p:cNvPicPr>
            <a:picLocks xmlns:a="http://schemas.openxmlformats.org/drawingml/2006/main" noChangeAspect="1"/>
          </p:cNvPicPr>
          <p:nvPr/>
        </p:nvPicPr>
        <p:blipFill>
          <a:blip xmlns:r="http://schemas.openxmlformats.org/officeDocument/2006/relationships" xmlns:a="http://schemas.openxmlformats.org/drawingml/2006/main" r:embed="R501934d4b88d4bb5">
            <a:extLst>
              <a:ext uri="{96DAC541-7B7A-43D3-8B79-37D633B846F1}">
                <asvg:svgBlip xmlns:asvg="http://schemas.microsoft.com/office/drawing/2016/SVG/main" r:embed="R280238290bfc45f6"/>
              </a:ext>
            </a:extLst>
          </a:blip>
          <a:srcRect xmlns:a="http://schemas.openxmlformats.org/drawingml/2006/main" l="42612" t="12210" r="14437" b="12837"/>
          <a:stretch xmlns:a="http://schemas.openxmlformats.org/drawingml/2006/main"/>
        </p:blipFill>
        <p:spPr>
          <a:xfrm xmlns:a="http://schemas.openxmlformats.org/drawingml/2006/main">
            <a:off x="456701" y="1247933"/>
            <a:ext cx="3908153" cy="3917792"/>
          </a:xfrm>
          <a:prstGeom xmlns:a="http://schemas.openxmlformats.org/drawingml/2006/main" prst="rect">
            <a:avLst/>
          </a:prstGeom>
        </p:spPr>
      </p:pic>
      <p:sp>
        <p:nvSpPr>
          <p:cNvPr id="3" name="Title 3">
            <a:extLst xmlns:a="http://schemas.openxmlformats.org/drawingml/2006/main">
              <a:ext uri="{FF2B5EF4-FFF2-40B4-BE49-F238E27FC236}">
                <a16:creationId xmlns:a16="http://schemas.microsoft.com/office/drawing/2014/main" id="{7B692C7B-23D2-F815-AA7B-2A7E53056DF4}"/>
              </a:ext>
            </a:extLst>
          </p:cNvPr>
          <p:cNvSpPr>
            <a:spLocks xmlns:a="http://schemas.openxmlformats.org/drawingml/2006/main" noGrp="1"/>
          </p:cNvSpPr>
          <p:nvPr>
            <p:ph type="title" idx="0" hasCustomPrompt="1"/>
          </p:nvPr>
        </p:nvSpPr>
        <p:spPr>
          <a:xfrm xmlns:a="http://schemas.openxmlformats.org/drawingml/2006/main">
            <a:off x="768875" y="182403"/>
            <a:ext cx="10671048" cy="822960"/>
          </a:xfrm>
        </p:spPr>
        <p:txBody>
          <a:bodyPr xmlns:a="http://schemas.openxmlformats.org/drawingml/2006/main"/>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r>
              <a:t>Title</a:t>
            </a:r>
          </a:p>
        </p:txBody>
      </p:sp>
      <p:sp>
        <p:nvSpPr>
          <p:cNvPr id="19" name="Picture Placeholder 4">
            <a:extLst xmlns:a="http://schemas.openxmlformats.org/drawingml/2006/main">
              <a:ext uri="{FF2B5EF4-FFF2-40B4-BE49-F238E27FC236}">
                <a16:creationId xmlns:a16="http://schemas.microsoft.com/office/drawing/2014/main" id="{DEEA7EE7-413E-4F05-94D2-2DA6180164CA}"/>
              </a:ext>
            </a:extLst>
          </p:cNvPr>
          <p:cNvSpPr>
            <a:spLocks xmlns:a="http://schemas.openxmlformats.org/drawingml/2006/main" noGrp="1"/>
          </p:cNvSpPr>
          <p:nvPr>
            <p:ph type="pic" idx="10"/>
          </p:nvPr>
        </p:nvSpPr>
        <p:spPr>
          <a:xfrm xmlns:a="http://schemas.openxmlformats.org/drawingml/2006/main">
            <a:off x="797039" y="1583270"/>
            <a:ext cx="3227476" cy="3247119"/>
          </a:xfrm>
          <a:prstGeom xmlns:a="http://schemas.openxmlformats.org/drawingml/2006/main" prst="ellipse">
            <a:avLst/>
          </a:prstGeom>
        </p:spPr>
        <p:txBody>
          <a:bodyPr xmlns:a="http://schemas.openxmlformats.org/drawingml/2006/main"/>
          <a:lstStyle xmlns:a="http://schemas.openxmlformats.org/drawingml/2006/main">
            <a:lvl1pPr algn="ctr">
              <a:buNone/>
              <a:defRPr>
                <a:solidFill>
                  <a:schemeClr val="tx1"/>
                </a:solidFill>
              </a:defRPr>
            </a:lvl1pPr>
          </a:lstStyle>
          <a:p xmlns:a="http://schemas.openxmlformats.org/drawingml/2006/main">
            <a:r>
              <a:t>Click icon to add picture</a:t>
            </a:r>
          </a:p>
        </p:txBody>
      </p:sp>
      <p:sp>
        <p:nvSpPr>
          <p:cNvPr id="37" name="Text Placeholder 33">
            <a:extLst xmlns:a="http://schemas.openxmlformats.org/drawingml/2006/main">
              <a:ext uri="{FF2B5EF4-FFF2-40B4-BE49-F238E27FC236}">
                <a16:creationId xmlns:a16="http://schemas.microsoft.com/office/drawing/2014/main" id="{4B94D438-35CF-4631-8709-33AB89A0307E}"/>
              </a:ext>
            </a:extLst>
          </p:cNvPr>
          <p:cNvSpPr>
            <a:spLocks xmlns:a="http://schemas.openxmlformats.org/drawingml/2006/main" noGrp="1"/>
          </p:cNvSpPr>
          <p:nvPr>
            <p:ph type="body" idx="12" hasCustomPrompt="1"/>
          </p:nvPr>
        </p:nvSpPr>
        <p:spPr>
          <a:xfrm xmlns:a="http://schemas.openxmlformats.org/drawingml/2006/main">
            <a:off x="792538" y="5135879"/>
            <a:ext cx="3236480" cy="365125"/>
          </a:xfrm>
        </p:spPr>
        <p:txBody>
          <a:bodyPr xmlns:a="http://schemas.openxmlformats.org/drawingml/2006/main" vert="horz" lIns="0" tIns="0" rIns="0" bIns="0" anchor="t">
            <a:noAutofit/>
          </a:bodyPr>
          <a:lstStyle xmlns:a="http://schemas.openxmlformats.org/drawingml/2006/main">
            <a:lvl1pPr algn="ctr">
              <a:lnSpc>
                <a:spcPct val="100000"/>
              </a:lnSpc>
              <a:buNone/>
              <a:defRPr sz="2000" b="1" i="0">
                <a:solidFill>
                  <a:schemeClr val="tx1"/>
                </a:solidFill>
                <a:latin typeface="Oracle Sans Tab"/>
                <a:ea typeface="Oracle Sans Tab"/>
                <a:cs typeface="Oracle Sans Tab"/>
              </a:defRPr>
            </a:lvl1pPr>
          </a:lstStyle>
          <a:p xmlns:a="http://schemas.openxmlformats.org/drawingml/2006/main">
            <a:pPr>
              <a:spcBef>
                <a:spcPts val="0"/>
              </a:spcBef>
              <a:buNone/>
            </a:pPr>
            <a:r>
              <a:t>Add speaker name</a:t>
            </a:r>
          </a:p>
        </p:txBody>
      </p:sp>
      <p:sp>
        <p:nvSpPr>
          <p:cNvPr id="38" name="Text Placeholder 33">
            <a:extLst xmlns:a="http://schemas.openxmlformats.org/drawingml/2006/main">
              <a:ext uri="{FF2B5EF4-FFF2-40B4-BE49-F238E27FC236}">
                <a16:creationId xmlns:a16="http://schemas.microsoft.com/office/drawing/2014/main" id="{F34D25E2-243D-4B96-8C35-F96C56B3482F}"/>
              </a:ext>
            </a:extLst>
          </p:cNvPr>
          <p:cNvSpPr>
            <a:spLocks xmlns:a="http://schemas.openxmlformats.org/drawingml/2006/main" noGrp="1"/>
          </p:cNvSpPr>
          <p:nvPr>
            <p:ph type="body" idx="13" hasCustomPrompt="1"/>
          </p:nvPr>
        </p:nvSpPr>
        <p:spPr>
          <a:xfrm xmlns:a="http://schemas.openxmlformats.org/drawingml/2006/main">
            <a:off x="792538" y="5499984"/>
            <a:ext cx="3236480" cy="365125"/>
          </a:xfrm>
        </p:spPr>
        <p:txBody>
          <a:bodyPr xmlns:a="http://schemas.openxmlformats.org/drawingml/2006/main" vert="horz" lIns="0" tIns="0" rIns="0" bIns="0" anchor="t">
            <a:noAutofit/>
          </a:bodyPr>
          <a:lstStyle xmlns:a="http://schemas.openxmlformats.org/drawingml/2006/main">
            <a:lvl1pPr algn="ctr">
              <a:lnSpc>
                <a:spcPct val="100000"/>
              </a:lnSpc>
              <a:buNone/>
              <a:defRPr b="0" i="0">
                <a:solidFill>
                  <a:schemeClr val="tx1"/>
                </a:solidFill>
                <a:latin typeface="Oracle Sans Tab"/>
                <a:ea typeface="Oracle Sans Tab"/>
                <a:cs typeface="Oracle Sans Tab"/>
              </a:defRPr>
            </a:lvl1pPr>
          </a:lstStyle>
          <a:p xmlns:a="http://schemas.openxmlformats.org/drawingml/2006/main">
            <a:pPr>
              <a:spcBef>
                <a:spcPts val="0"/>
              </a:spcBef>
              <a:buNone/>
            </a:pPr>
            <a:r>
              <a:t>Add speaker title</a:t>
            </a:r>
          </a:p>
        </p:txBody>
      </p:sp>
      <p:sp>
        <p:nvSpPr>
          <p:cNvPr id="5" name="Content Placeholder 4">
            <a:extLst xmlns:a="http://schemas.openxmlformats.org/drawingml/2006/main">
              <a:ext uri="{FF2B5EF4-FFF2-40B4-BE49-F238E27FC236}">
                <a16:creationId xmlns:a16="http://schemas.microsoft.com/office/drawing/2014/main" id="{746E9417-F0B6-6477-88CA-D06650D0745B}"/>
              </a:ext>
            </a:extLst>
          </p:cNvPr>
          <p:cNvSpPr>
            <a:spLocks xmlns:a="http://schemas.openxmlformats.org/drawingml/2006/main" noGrp="1"/>
          </p:cNvSpPr>
          <p:nvPr>
            <p:ph idx="16"/>
          </p:nvPr>
        </p:nvSpPr>
        <p:spPr>
          <a:xfrm xmlns:a="http://schemas.openxmlformats.org/drawingml/2006/main">
            <a:off x="4541838" y="2514610"/>
            <a:ext cx="6907212" cy="2651115"/>
          </a:xfrm>
        </p:spPr>
        <p:txBody>
          <a:bodyPr xmlns:a="http://schemas.openxmlformats.org/drawingml/2006/main"/>
          <a:lstStyle xmlns:a="http://schemas.openxmlformats.org/drawingml/2006/main">
            <a:lvl1pPr>
              <a:lnSpc>
                <a:spcPct val="100000"/>
              </a:lnSpc>
              <a:buNone/>
              <a:defRPr sz="1600" b="0" i="0">
                <a:latin typeface="Oracle Sans Tab"/>
                <a:ea typeface="Oracle Sans Tab"/>
                <a:cs typeface="Oracle Sans Tab"/>
              </a:defRPr>
            </a:lvl1pPr>
            <a:lvl2pPr>
              <a:lnSpc>
                <a:spcPct val="100000"/>
              </a:lnSpc>
              <a:buNone/>
              <a:defRPr sz="1600" b="0" i="0">
                <a:latin typeface="Oracle Sans Tab"/>
                <a:ea typeface="Oracle Sans Tab"/>
                <a:cs typeface="Oracle Sans Tab"/>
              </a:defRPr>
            </a:lvl2pPr>
            <a:lvl3pPr>
              <a:lnSpc>
                <a:spcPct val="100000"/>
              </a:lnSpc>
              <a:buNone/>
              <a:defRPr sz="1600" b="0" i="0">
                <a:latin typeface="Oracle Sans Tab"/>
                <a:ea typeface="Oracle Sans Tab"/>
                <a:cs typeface="Oracle Sans Tab"/>
              </a:defRPr>
            </a:lvl3pPr>
            <a:lvl4pPr>
              <a:lnSpc>
                <a:spcPct val="100000"/>
              </a:lnSpc>
              <a:buNone/>
              <a:defRPr sz="1600" b="0" i="0">
                <a:latin typeface="Oracle Sans Tab"/>
                <a:ea typeface="Oracle Sans Tab"/>
                <a:cs typeface="Oracle Sans Tab"/>
              </a:defRPr>
            </a:lvl4pPr>
            <a:lvl5pPr>
              <a:lnSpc>
                <a:spcPct val="100000"/>
              </a:lnSpc>
              <a:buNone/>
              <a:defRPr sz="1600" b="0" i="0">
                <a:latin typeface="Oracle Sans Tab"/>
                <a:ea typeface="Oracle Sans Tab"/>
                <a:cs typeface="Oracle Sans Tab"/>
              </a:defRPr>
            </a:lvl5pPr>
          </a:lstStyle>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sp>
        <p:nvSpPr>
          <p:cNvPr id="8" name="Date Placeholder 7">
            <a:extLst xmlns:a="http://schemas.openxmlformats.org/drawingml/2006/main">
              <a:ext uri="{FF2B5EF4-FFF2-40B4-BE49-F238E27FC236}">
                <a16:creationId xmlns:a16="http://schemas.microsoft.com/office/drawing/2014/main" id="{CBBE0035-A8C6-B051-857E-FE390F44965A}"/>
              </a:ext>
            </a:extLst>
          </p:cNvPr>
          <p:cNvSpPr>
            <a:spLocks xmlns:a="http://schemas.openxmlformats.org/drawingml/2006/main" noGrp="1"/>
          </p:cNvSpPr>
          <p:nvPr>
            <p:ph type="dt" idx="17"/>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[Date]</a:t>
            </a:r>
          </a:p>
        </p:txBody>
      </p:sp>
      <p:sp>
        <p:nvSpPr>
          <p:cNvPr id="9" name="Footer Placeholder 8">
            <a:extLst xmlns:a="http://schemas.openxmlformats.org/drawingml/2006/main">
              <a:ext uri="{FF2B5EF4-FFF2-40B4-BE49-F238E27FC236}">
                <a16:creationId xmlns:a16="http://schemas.microsoft.com/office/drawing/2014/main" id="{9D534BE5-2332-926C-967E-C322EB1C4A1F}"/>
              </a:ext>
            </a:extLst>
          </p:cNvPr>
          <p:cNvSpPr>
            <a:spLocks xmlns:a="http://schemas.openxmlformats.org/drawingml/2006/main" noGrp="1"/>
          </p:cNvSpPr>
          <p:nvPr>
            <p:ph type="ftr" idx="18"/>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Copyright © 2026, Oracle and/or its affiliates |  Confidential: Internal/Restricted/Highly Restricted</a:t>
            </a:r>
          </a:p>
        </p:txBody>
      </p:sp>
      <p:sp>
        <p:nvSpPr>
          <p:cNvPr id="10" name="Slide Number Placeholder 9">
            <a:extLst xmlns:a="http://schemas.openxmlformats.org/drawingml/2006/main">
              <a:ext uri="{FF2B5EF4-FFF2-40B4-BE49-F238E27FC236}">
                <a16:creationId xmlns:a16="http://schemas.microsoft.com/office/drawing/2014/main" id="{76276519-7CC3-CE49-EC25-3BCCB9E3E7AC}"/>
              </a:ext>
            </a:extLst>
          </p:cNvPr>
          <p:cNvSpPr>
            <a:spLocks xmlns:a="http://schemas.openxmlformats.org/drawingml/2006/main" noGrp="1"/>
          </p:cNvSpPr>
          <p:nvPr>
            <p:ph type="sldNum" idx="19"/>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fld id="{345D60D9-5372-5F40-9443-0F9AE5BDC3C8}" type="slidenum">
              <a:t>‹#›</a:t>
            </a:fld>
          </a:p>
        </p:txBody>
      </p:sp>
    </p:spTree>
  </p:cSld>
</p:sldLayout>
</file>

<file path=ppt/slideLayouts/slideLayout54.xml><?xml version="1.0" encoding="utf-8"?>
<p:sldLayout xmlns:p="http://schemas.openxmlformats.org/presentationml/2006/main" preserve="1" userDrawn="1">
  <p:cSld name="Speaker_2">
    <p:bg>
      <p:bgPr>
        <a:solidFill xmlns:a="http://schemas.openxmlformats.org/drawingml/2006/main">
          <a:schemeClr val="bg2"/>
        </a:solidFill>
      </p:bgPr>
    </p:bg>
    <p:spTree>
      <p:nvGrpSpPr>
        <p:cNvPr id="1" name=""/>
        <p:cNvGrpSpPr/>
        <p:nvPr/>
      </p:nvGrpSpPr>
      <p:grpSpPr>
        <a:xfrm xmlns:a="http://schemas.openxmlformats.org/drawingml/2006/main"/>
      </p:grpSpPr>
      <p:pic>
        <p:nvPicPr>
          <p:cNvPr id="1" name="Graphic 7"/>
          <p:cNvPicPr>
            <a:picLocks xmlns:a="http://schemas.openxmlformats.org/drawingml/2006/main" noChangeAspect="1"/>
          </p:cNvPicPr>
          <p:nvPr/>
        </p:nvPicPr>
        <p:blipFill>
          <a:blip xmlns:r="http://schemas.openxmlformats.org/officeDocument/2006/relationships" xmlns:a="http://schemas.openxmlformats.org/drawingml/2006/main" r:embed="R7e186bd8563c417f">
            <a:extLst>
              <a:ext uri="{96DAC541-7B7A-43D3-8B79-37D633B846F1}">
                <asvg:svgBlip xmlns:asvg="http://schemas.microsoft.com/office/drawing/2016/SVG/main" r:embed="R11b866501a6f486e"/>
              </a:ext>
            </a:extLst>
          </a:blip>
          <a:srcRect xmlns:a="http://schemas.openxmlformats.org/drawingml/2006/main" l="42612" t="12210" r="14437" b="12837"/>
          <a:stretch xmlns:a="http://schemas.openxmlformats.org/drawingml/2006/main"/>
        </p:blipFill>
        <p:spPr>
          <a:xfrm xmlns:a="http://schemas.openxmlformats.org/drawingml/2006/main">
            <a:off x="7734150" y="1182539"/>
            <a:ext cx="3567993" cy="3576793"/>
          </a:xfrm>
          <a:prstGeom xmlns:a="http://schemas.openxmlformats.org/drawingml/2006/main" prst="rect">
            <a:avLst/>
          </a:prstGeom>
        </p:spPr>
      </p:pic>
      <p:sp>
        <p:nvSpPr>
          <p:cNvPr id="2" name="Title 1">
            <a:extLst xmlns:a="http://schemas.openxmlformats.org/drawingml/2006/main">
              <a:ext uri="{FF2B5EF4-FFF2-40B4-BE49-F238E27FC236}">
                <a16:creationId xmlns:a16="http://schemas.microsoft.com/office/drawing/2014/main" id="{31D55E47-4DBE-46C5-AA1D-6AC25D117460}"/>
              </a:ext>
            </a:extLst>
          </p:cNvPr>
          <p:cNvSpPr>
            <a:spLocks xmlns:a="http://schemas.openxmlformats.org/drawingml/2006/main" noGrp="1"/>
          </p:cNvSpPr>
          <p:nvPr>
            <p:ph type="title" idx="0" hasCustomPrompt="1"/>
          </p:nvPr>
        </p:nvSpPr>
        <p:spPr>
          <a:xfrm xmlns:a="http://schemas.openxmlformats.org/drawingml/2006/main">
            <a:off x="762000" y="1600200"/>
            <a:ext cx="2560320" cy="1320103"/>
          </a:xfrm>
        </p:spPr>
        <p:txBody>
          <a:bodyPr xmlns:a="http://schemas.openxmlformats.org/drawingml/2006/main" vert="horz" wrap="square" lIns="0" tIns="0" rIns="0" bIns="0" anchor="b">
            <a:normAutofit/>
          </a:bodyPr>
          <a:lstStyle xmlns:a="http://schemas.openxmlformats.org/drawingml/2006/main">
            <a:lvl1pPr marL="0" algn="l">
              <a:lnSpc>
                <a:spcPct val="100000"/>
              </a:lnSpc>
              <a:spcBef>
                <a:spcPts val="0"/>
              </a:spcBef>
              <a:buNone/>
              <a:defRPr sz="3200" b="1" i="0">
                <a:solidFill>
                  <a:schemeClr val="tx1"/>
                </a:solidFill>
                <a:latin typeface="Oracle Sans Tab"/>
                <a:ea typeface="Oracle Sans Tab"/>
                <a:cs typeface="Oracle Sans Tab"/>
              </a:defRPr>
            </a:lvl1pPr>
          </a:lstStyle>
          <a:p xmlns:a="http://schemas.openxmlformats.org/drawingml/2006/main">
            <a:pPr marL="0">
              <a:lnSpc>
                <a:spcPct val="100000"/>
              </a:lnSpc>
              <a:buNone/>
            </a:pPr>
            <a:r>
              <a:t>Speakers</a:t>
            </a:r>
          </a:p>
        </p:txBody>
      </p:sp>
      <p:sp>
        <p:nvSpPr>
          <p:cNvPr id="19" name="Picture Placeholder 4">
            <a:extLst xmlns:a="http://schemas.openxmlformats.org/drawingml/2006/main">
              <a:ext uri="{FF2B5EF4-FFF2-40B4-BE49-F238E27FC236}">
                <a16:creationId xmlns:a16="http://schemas.microsoft.com/office/drawing/2014/main" id="{DEEA7EE7-413E-4F05-94D2-2DA6180164CA}"/>
              </a:ext>
            </a:extLst>
          </p:cNvPr>
          <p:cNvSpPr>
            <a:spLocks xmlns:a="http://schemas.openxmlformats.org/drawingml/2006/main" noGrp="1"/>
          </p:cNvSpPr>
          <p:nvPr>
            <p:ph type="pic" idx="10"/>
          </p:nvPr>
        </p:nvSpPr>
        <p:spPr>
          <a:xfrm xmlns:a="http://schemas.openxmlformats.org/drawingml/2006/main">
            <a:off x="4446925" y="1548702"/>
            <a:ext cx="2743200" cy="2743200"/>
          </a:xfrm>
          <a:prstGeom xmlns:a="http://schemas.openxmlformats.org/drawingml/2006/main" prst="ellipse">
            <a:avLst/>
          </a:prstGeom>
        </p:spPr>
        <p:txBody>
          <a:bodyPr xmlns:a="http://schemas.openxmlformats.org/drawingml/2006/main"/>
          <a:lstStyle xmlns:a="http://schemas.openxmlformats.org/drawingml/2006/main">
            <a:lvl1pPr algn="ctr">
              <a:buNone/>
              <a:defRPr>
                <a:solidFill>
                  <a:schemeClr val="tx1"/>
                </a:solidFill>
              </a:defRPr>
            </a:lvl1pPr>
          </a:lstStyle>
          <a:p xmlns:a="http://schemas.openxmlformats.org/drawingml/2006/main">
            <a:r>
              <a:t>Click icon to add picture</a:t>
            </a:r>
          </a:p>
        </p:txBody>
      </p:sp>
      <p:sp>
        <p:nvSpPr>
          <p:cNvPr id="37" name="Text Placeholder 33">
            <a:extLst xmlns:a="http://schemas.openxmlformats.org/drawingml/2006/main">
              <a:ext uri="{FF2B5EF4-FFF2-40B4-BE49-F238E27FC236}">
                <a16:creationId xmlns:a16="http://schemas.microsoft.com/office/drawing/2014/main" id="{4B94D438-35CF-4631-8709-33AB89A0307E}"/>
              </a:ext>
            </a:extLst>
          </p:cNvPr>
          <p:cNvSpPr>
            <a:spLocks xmlns:a="http://schemas.openxmlformats.org/drawingml/2006/main" noGrp="1"/>
          </p:cNvSpPr>
          <p:nvPr>
            <p:ph type="body" idx="12" hasCustomPrompt="1"/>
          </p:nvPr>
        </p:nvSpPr>
        <p:spPr>
          <a:xfrm xmlns:a="http://schemas.openxmlformats.org/drawingml/2006/main">
            <a:off x="4166157" y="4636935"/>
            <a:ext cx="3227832" cy="365125"/>
          </a:xfrm>
        </p:spPr>
        <p:txBody>
          <a:bodyPr xmlns:a="http://schemas.openxmlformats.org/drawingml/2006/main" vert="horz" lIns="0" tIns="0" rIns="0" bIns="0" anchor="t">
            <a:noAutofit/>
          </a:bodyPr>
          <a:lstStyle xmlns:a="http://schemas.openxmlformats.org/drawingml/2006/main">
            <a:lvl1pPr algn="ctr">
              <a:lnSpc>
                <a:spcPct val="100000"/>
              </a:lnSpc>
              <a:buNone/>
              <a:defRPr sz="2000" b="1" i="0">
                <a:solidFill>
                  <a:schemeClr val="tx1"/>
                </a:solidFill>
                <a:latin typeface="Oracle Sans Tab"/>
                <a:ea typeface="Oracle Sans Tab"/>
                <a:cs typeface="Oracle Sans Tab"/>
              </a:defRPr>
            </a:lvl1pPr>
          </a:lstStyle>
          <a:p xmlns:a="http://schemas.openxmlformats.org/drawingml/2006/main">
            <a:pPr>
              <a:spcBef>
                <a:spcPts val="0"/>
              </a:spcBef>
              <a:buNone/>
            </a:pPr>
            <a:r>
              <a:t>Add speaker name</a:t>
            </a:r>
          </a:p>
        </p:txBody>
      </p:sp>
      <p:sp>
        <p:nvSpPr>
          <p:cNvPr id="38" name="Text Placeholder 33">
            <a:extLst xmlns:a="http://schemas.openxmlformats.org/drawingml/2006/main">
              <a:ext uri="{FF2B5EF4-FFF2-40B4-BE49-F238E27FC236}">
                <a16:creationId xmlns:a16="http://schemas.microsoft.com/office/drawing/2014/main" id="{F34D25E2-243D-4B96-8C35-F96C56B3482F}"/>
              </a:ext>
            </a:extLst>
          </p:cNvPr>
          <p:cNvSpPr>
            <a:spLocks xmlns:a="http://schemas.openxmlformats.org/drawingml/2006/main" noGrp="1"/>
          </p:cNvSpPr>
          <p:nvPr>
            <p:ph type="body" idx="13" hasCustomPrompt="1"/>
          </p:nvPr>
        </p:nvSpPr>
        <p:spPr>
          <a:xfrm xmlns:a="http://schemas.openxmlformats.org/drawingml/2006/main">
            <a:off x="4166157" y="5001040"/>
            <a:ext cx="3227832" cy="365125"/>
          </a:xfrm>
        </p:spPr>
        <p:txBody>
          <a:bodyPr xmlns:a="http://schemas.openxmlformats.org/drawingml/2006/main" vert="horz" lIns="0" tIns="0" rIns="0" bIns="0" anchor="t">
            <a:noAutofit/>
          </a:bodyPr>
          <a:lstStyle xmlns:a="http://schemas.openxmlformats.org/drawingml/2006/main">
            <a:lvl1pPr algn="ctr">
              <a:lnSpc>
                <a:spcPct val="100000"/>
              </a:lnSpc>
              <a:buNone/>
              <a:defRPr sz="1600" b="0" i="0">
                <a:solidFill>
                  <a:schemeClr val="tx1"/>
                </a:solidFill>
                <a:latin typeface="Oracle Sans Tab"/>
                <a:ea typeface="Oracle Sans Tab"/>
                <a:cs typeface="Oracle Sans Tab"/>
              </a:defRPr>
            </a:lvl1pPr>
          </a:lstStyle>
          <a:p xmlns:a="http://schemas.openxmlformats.org/drawingml/2006/main">
            <a:pPr>
              <a:spcBef>
                <a:spcPts val="0"/>
              </a:spcBef>
              <a:buNone/>
            </a:pPr>
            <a:r>
              <a:t>Add speaker title</a:t>
            </a:r>
          </a:p>
        </p:txBody>
      </p:sp>
      <p:sp>
        <p:nvSpPr>
          <p:cNvPr id="17" name="Picture Placeholder 4">
            <a:extLst xmlns:a="http://schemas.openxmlformats.org/drawingml/2006/main">
              <a:ext uri="{FF2B5EF4-FFF2-40B4-BE49-F238E27FC236}">
                <a16:creationId xmlns:a16="http://schemas.microsoft.com/office/drawing/2014/main" id="{AD80FD35-1640-4598-BFDA-3E05A9FCEBBE}"/>
              </a:ext>
            </a:extLst>
          </p:cNvPr>
          <p:cNvSpPr>
            <a:spLocks xmlns:a="http://schemas.openxmlformats.org/drawingml/2006/main" noGrp="1"/>
          </p:cNvSpPr>
          <p:nvPr>
            <p:ph type="pic" idx="19"/>
          </p:nvPr>
        </p:nvSpPr>
        <p:spPr>
          <a:xfrm xmlns:a="http://schemas.openxmlformats.org/drawingml/2006/main">
            <a:off x="8157472" y="1599336"/>
            <a:ext cx="2743200" cy="2743200"/>
          </a:xfrm>
          <a:prstGeom xmlns:a="http://schemas.openxmlformats.org/drawingml/2006/main" prst="ellipse">
            <a:avLst/>
          </a:prstGeom>
        </p:spPr>
        <p:txBody>
          <a:bodyPr xmlns:a="http://schemas.openxmlformats.org/drawingml/2006/main"/>
          <a:lstStyle xmlns:a="http://schemas.openxmlformats.org/drawingml/2006/main">
            <a:lvl1pPr algn="ctr">
              <a:buNone/>
              <a:defRPr>
                <a:solidFill>
                  <a:schemeClr val="tx1"/>
                </a:solidFill>
              </a:defRPr>
            </a:lvl1pPr>
          </a:lstStyle>
          <a:p xmlns:a="http://schemas.openxmlformats.org/drawingml/2006/main">
            <a:r>
              <a:t>Click icon to add picture</a:t>
            </a:r>
          </a:p>
        </p:txBody>
      </p:sp>
      <p:sp>
        <p:nvSpPr>
          <p:cNvPr id="21" name="Text Placeholder 33">
            <a:extLst xmlns:a="http://schemas.openxmlformats.org/drawingml/2006/main">
              <a:ext uri="{FF2B5EF4-FFF2-40B4-BE49-F238E27FC236}">
                <a16:creationId xmlns:a16="http://schemas.microsoft.com/office/drawing/2014/main" id="{AF0CFD6E-C443-4D08-B5C0-973C8F72617B}"/>
              </a:ext>
            </a:extLst>
          </p:cNvPr>
          <p:cNvSpPr>
            <a:spLocks xmlns:a="http://schemas.openxmlformats.org/drawingml/2006/main" noGrp="1"/>
          </p:cNvSpPr>
          <p:nvPr>
            <p:ph type="body" idx="20" hasCustomPrompt="1"/>
          </p:nvPr>
        </p:nvSpPr>
        <p:spPr>
          <a:xfrm xmlns:a="http://schemas.openxmlformats.org/drawingml/2006/main">
            <a:off x="7915156" y="4636935"/>
            <a:ext cx="3227832" cy="365125"/>
          </a:xfrm>
        </p:spPr>
        <p:txBody>
          <a:bodyPr xmlns:a="http://schemas.openxmlformats.org/drawingml/2006/main" vert="horz" lIns="0" tIns="0" rIns="0" bIns="0" anchor="t">
            <a:noAutofit/>
          </a:bodyPr>
          <a:lstStyle xmlns:a="http://schemas.openxmlformats.org/drawingml/2006/main">
            <a:lvl1pPr algn="ctr">
              <a:lnSpc>
                <a:spcPct val="100000"/>
              </a:lnSpc>
              <a:buNone/>
              <a:defRPr sz="2000" b="1" i="0">
                <a:solidFill>
                  <a:schemeClr val="tx1"/>
                </a:solidFill>
                <a:latin typeface="Oracle Sans Tab"/>
                <a:ea typeface="Oracle Sans Tab"/>
                <a:cs typeface="Oracle Sans Tab"/>
              </a:defRPr>
            </a:lvl1pPr>
          </a:lstStyle>
          <a:p xmlns:a="http://schemas.openxmlformats.org/drawingml/2006/main">
            <a:pPr>
              <a:spcBef>
                <a:spcPts val="0"/>
              </a:spcBef>
              <a:buNone/>
            </a:pPr>
            <a:r>
              <a:t>Add speaker name</a:t>
            </a:r>
          </a:p>
        </p:txBody>
      </p:sp>
      <p:sp>
        <p:nvSpPr>
          <p:cNvPr id="25" name="Text Placeholder 33">
            <a:extLst xmlns:a="http://schemas.openxmlformats.org/drawingml/2006/main">
              <a:ext uri="{FF2B5EF4-FFF2-40B4-BE49-F238E27FC236}">
                <a16:creationId xmlns:a16="http://schemas.microsoft.com/office/drawing/2014/main" id="{F3C3D640-B9ED-4162-9C4F-0F9F774E639B}"/>
              </a:ext>
            </a:extLst>
          </p:cNvPr>
          <p:cNvSpPr>
            <a:spLocks xmlns:a="http://schemas.openxmlformats.org/drawingml/2006/main" noGrp="1"/>
          </p:cNvSpPr>
          <p:nvPr>
            <p:ph type="body" idx="21" hasCustomPrompt="1"/>
          </p:nvPr>
        </p:nvSpPr>
        <p:spPr>
          <a:xfrm xmlns:a="http://schemas.openxmlformats.org/drawingml/2006/main">
            <a:off x="7915156" y="5001040"/>
            <a:ext cx="3227832" cy="365125"/>
          </a:xfrm>
        </p:spPr>
        <p:txBody>
          <a:bodyPr xmlns:a="http://schemas.openxmlformats.org/drawingml/2006/main" vert="horz" lIns="0" tIns="0" rIns="0" bIns="0" anchor="t">
            <a:noAutofit/>
          </a:bodyPr>
          <a:lstStyle xmlns:a="http://schemas.openxmlformats.org/drawingml/2006/main">
            <a:lvl1pPr algn="ctr">
              <a:lnSpc>
                <a:spcPct val="100000"/>
              </a:lnSpc>
              <a:buNone/>
              <a:defRPr sz="1600" b="0" i="0">
                <a:solidFill>
                  <a:schemeClr val="tx1"/>
                </a:solidFill>
                <a:latin typeface="Oracle Sans Tab"/>
                <a:ea typeface="Oracle Sans Tab"/>
                <a:cs typeface="Oracle Sans Tab"/>
              </a:defRPr>
            </a:lvl1pPr>
          </a:lstStyle>
          <a:p xmlns:a="http://schemas.openxmlformats.org/drawingml/2006/main">
            <a:pPr>
              <a:spcBef>
                <a:spcPts val="0"/>
              </a:spcBef>
              <a:buNone/>
            </a:pPr>
            <a:r>
              <a:t>Add speaker title</a:t>
            </a:r>
          </a:p>
        </p:txBody>
      </p:sp>
      <p:pic>
        <p:nvPicPr>
          <p:cNvPr id="42" name="Graphic 5"/>
          <p:cNvPicPr>
            <a:picLocks xmlns:a="http://schemas.openxmlformats.org/drawingml/2006/main" noChangeAspect="1"/>
          </p:cNvPicPr>
          <p:nvPr/>
        </p:nvPicPr>
        <p:blipFill>
          <a:blip xmlns:r="http://schemas.openxmlformats.org/officeDocument/2006/relationships" xmlns:a="http://schemas.openxmlformats.org/drawingml/2006/main" r:embed="R7e186bd8563c417f">
            <a:extLst>
              <a:ext uri="{96DAC541-7B7A-43D3-8B79-37D633B846F1}">
                <asvg:svgBlip xmlns:asvg="http://schemas.microsoft.com/office/drawing/2016/SVG/main" r:embed="R11b866501a6f486e"/>
              </a:ext>
            </a:extLst>
          </a:blip>
          <a:srcRect xmlns:a="http://schemas.openxmlformats.org/drawingml/2006/main" l="42612" t="12210" r="14437" b="12837"/>
          <a:stretch xmlns:a="http://schemas.openxmlformats.org/drawingml/2006/main"/>
        </p:blipFill>
        <p:spPr>
          <a:xfrm xmlns:a="http://schemas.openxmlformats.org/drawingml/2006/main">
            <a:off x="4034529" y="1131906"/>
            <a:ext cx="3567993" cy="3576793"/>
          </a:xfrm>
          <a:prstGeom xmlns:a="http://schemas.openxmlformats.org/drawingml/2006/main" prst="rect">
            <a:avLst/>
          </a:prstGeom>
        </p:spPr>
      </p:pic>
      <p:sp>
        <p:nvSpPr>
          <p:cNvPr id="7" name="Date Placeholder 6">
            <a:extLst xmlns:a="http://schemas.openxmlformats.org/drawingml/2006/main">
              <a:ext uri="{FF2B5EF4-FFF2-40B4-BE49-F238E27FC236}">
                <a16:creationId xmlns:a16="http://schemas.microsoft.com/office/drawing/2014/main" id="{BD81196C-3280-8446-B8A9-CB00D01D0FF7}"/>
              </a:ext>
            </a:extLst>
          </p:cNvPr>
          <p:cNvSpPr>
            <a:spLocks xmlns:a="http://schemas.openxmlformats.org/drawingml/2006/main" noGrp="1"/>
          </p:cNvSpPr>
          <p:nvPr>
            <p:ph type="dt" idx="22"/>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[Date]</a:t>
            </a:r>
          </a:p>
        </p:txBody>
      </p:sp>
      <p:sp>
        <p:nvSpPr>
          <p:cNvPr id="9" name="Footer Placeholder 8">
            <a:extLst xmlns:a="http://schemas.openxmlformats.org/drawingml/2006/main">
              <a:ext uri="{FF2B5EF4-FFF2-40B4-BE49-F238E27FC236}">
                <a16:creationId xmlns:a16="http://schemas.microsoft.com/office/drawing/2014/main" id="{3D99159C-06B0-38F7-6924-98DC1B647FBA}"/>
              </a:ext>
            </a:extLst>
          </p:cNvPr>
          <p:cNvSpPr>
            <a:spLocks xmlns:a="http://schemas.openxmlformats.org/drawingml/2006/main" noGrp="1"/>
          </p:cNvSpPr>
          <p:nvPr>
            <p:ph type="ftr" idx="23"/>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Copyright © 2026, Oracle and/or its affiliates |  Confidential: Internal/Restricted/Highly Restricted</a:t>
            </a:r>
          </a:p>
        </p:txBody>
      </p:sp>
      <p:sp>
        <p:nvSpPr>
          <p:cNvPr id="10" name="Slide Number Placeholder 9">
            <a:extLst xmlns:a="http://schemas.openxmlformats.org/drawingml/2006/main">
              <a:ext uri="{FF2B5EF4-FFF2-40B4-BE49-F238E27FC236}">
                <a16:creationId xmlns:a16="http://schemas.microsoft.com/office/drawing/2014/main" id="{873DC5B7-5066-45B1-D64D-B8BA852E1A14}"/>
              </a:ext>
            </a:extLst>
          </p:cNvPr>
          <p:cNvSpPr>
            <a:spLocks xmlns:a="http://schemas.openxmlformats.org/drawingml/2006/main" noGrp="1"/>
          </p:cNvSpPr>
          <p:nvPr>
            <p:ph type="sldNum" idx="24"/>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fld id="{345D60D9-5372-5F40-9443-0F9AE5BDC3C8}" type="slidenum">
              <a:t>‹#›</a:t>
            </a:fld>
          </a:p>
        </p:txBody>
      </p:sp>
    </p:spTree>
  </p:cSld>
</p:sldLayout>
</file>

<file path=ppt/slideLayouts/slideLayout55.xml><?xml version="1.0" encoding="utf-8"?>
<p:sldLayout xmlns:p="http://schemas.openxmlformats.org/presentationml/2006/main" preserve="1" userDrawn="1">
  <p:cSld name="Speaker_3">
    <p:bg>
      <p:bgPr>
        <a:solidFill xmlns:a="http://schemas.openxmlformats.org/drawingml/2006/main">
          <a:schemeClr val="bg2"/>
        </a:solidFill>
      </p:bgPr>
    </p:bg>
    <p:spTree>
      <p:nvGrpSpPr>
        <p:cNvPr id="1" name=""/>
        <p:cNvGrpSpPr/>
        <p:nvPr/>
      </p:nvGrpSpPr>
      <p:grpSpPr>
        <a:xfrm xmlns:a="http://schemas.openxmlformats.org/drawingml/2006/main"/>
      </p:grpSpPr>
      <p:sp>
        <p:nvSpPr>
          <p:cNvPr id="32" name="Title 1">
            <a:extLst xmlns:a="http://schemas.openxmlformats.org/drawingml/2006/main">
              <a:ext uri="{FF2B5EF4-FFF2-40B4-BE49-F238E27FC236}">
                <a16:creationId xmlns:a16="http://schemas.microsoft.com/office/drawing/2014/main" id="{F61107A6-7831-4EC7-8264-2809B94682DD}"/>
              </a:ext>
            </a:extLst>
          </p:cNvPr>
          <p:cNvSpPr>
            <a:spLocks xmlns:a="http://schemas.openxmlformats.org/drawingml/2006/main" noGrp="1"/>
          </p:cNvSpPr>
          <p:nvPr>
            <p:ph type="title" idx="0" hasCustomPrompt="1"/>
          </p:nvPr>
        </p:nvSpPr>
        <p:spPr>
          <a:xfrm xmlns:a="http://schemas.openxmlformats.org/drawingml/2006/main">
            <a:off x="762000" y="1600200"/>
            <a:ext cx="3200400" cy="1320103"/>
          </a:xfrm>
        </p:spPr>
        <p:txBody>
          <a:bodyPr xmlns:a="http://schemas.openxmlformats.org/drawingml/2006/main" vert="horz" wrap="square" lIns="0" tIns="0" rIns="0" bIns="0" anchor="b">
            <a:normAutofit/>
          </a:bodyPr>
          <a:lstStyle xmlns:a="http://schemas.openxmlformats.org/drawingml/2006/main">
            <a:lvl1pPr marL="0" algn="l">
              <a:lnSpc>
                <a:spcPct val="100000"/>
              </a:lnSpc>
              <a:spcBef>
                <a:spcPts val="0"/>
              </a:spcBef>
              <a:buNone/>
              <a:defRPr sz="3200" b="1" i="0">
                <a:solidFill>
                  <a:schemeClr val="tx1"/>
                </a:solidFill>
                <a:latin typeface="Oracle Sans Tab"/>
                <a:ea typeface="Oracle Sans Tab"/>
                <a:cs typeface="Oracle Sans Tab"/>
              </a:defRPr>
            </a:lvl1pPr>
          </a:lstStyle>
          <a:p xmlns:a="http://schemas.openxmlformats.org/drawingml/2006/main">
            <a:pPr marL="0">
              <a:lnSpc>
                <a:spcPct val="100000"/>
              </a:lnSpc>
              <a:buNone/>
            </a:pPr>
            <a:r>
              <a:t>Speakers</a:t>
            </a:r>
          </a:p>
        </p:txBody>
      </p:sp>
      <p:sp>
        <p:nvSpPr>
          <p:cNvPr id="19" name="Picture Placeholder 4">
            <a:extLst xmlns:a="http://schemas.openxmlformats.org/drawingml/2006/main">
              <a:ext uri="{FF2B5EF4-FFF2-40B4-BE49-F238E27FC236}">
                <a16:creationId xmlns:a16="http://schemas.microsoft.com/office/drawing/2014/main" id="{DEEA7EE7-413E-4F05-94D2-2DA6180164CA}"/>
              </a:ext>
            </a:extLst>
          </p:cNvPr>
          <p:cNvSpPr>
            <a:spLocks xmlns:a="http://schemas.openxmlformats.org/drawingml/2006/main" noGrp="1"/>
          </p:cNvSpPr>
          <p:nvPr>
            <p:ph type="pic" idx="10"/>
          </p:nvPr>
        </p:nvSpPr>
        <p:spPr>
          <a:xfrm xmlns:a="http://schemas.openxmlformats.org/drawingml/2006/main">
            <a:off x="6832060" y="502952"/>
            <a:ext cx="2011680" cy="2011680"/>
          </a:xfrm>
          <a:prstGeom xmlns:a="http://schemas.openxmlformats.org/drawingml/2006/main" prst="ellipse">
            <a:avLst/>
          </a:prstGeom>
        </p:spPr>
        <p:txBody>
          <a:bodyPr xmlns:a="http://schemas.openxmlformats.org/drawingml/2006/main"/>
          <a:lstStyle xmlns:a="http://schemas.openxmlformats.org/drawingml/2006/main">
            <a:lvl1pPr algn="ctr">
              <a:buNone/>
              <a:defRPr>
                <a:solidFill>
                  <a:schemeClr val="tx1"/>
                </a:solidFill>
              </a:defRPr>
            </a:lvl1pPr>
          </a:lstStyle>
          <a:p xmlns:a="http://schemas.openxmlformats.org/drawingml/2006/main">
            <a:r>
              <a:t>Click icon to add picture</a:t>
            </a:r>
          </a:p>
        </p:txBody>
      </p:sp>
      <p:sp>
        <p:nvSpPr>
          <p:cNvPr id="37" name="Text Placeholder 33">
            <a:extLst xmlns:a="http://schemas.openxmlformats.org/drawingml/2006/main">
              <a:ext uri="{FF2B5EF4-FFF2-40B4-BE49-F238E27FC236}">
                <a16:creationId xmlns:a16="http://schemas.microsoft.com/office/drawing/2014/main" id="{4B94D438-35CF-4631-8709-33AB89A0307E}"/>
              </a:ext>
            </a:extLst>
          </p:cNvPr>
          <p:cNvSpPr>
            <a:spLocks xmlns:a="http://schemas.openxmlformats.org/drawingml/2006/main" noGrp="1"/>
          </p:cNvSpPr>
          <p:nvPr>
            <p:ph type="body" idx="12" hasCustomPrompt="1"/>
          </p:nvPr>
        </p:nvSpPr>
        <p:spPr>
          <a:xfrm xmlns:a="http://schemas.openxmlformats.org/drawingml/2006/main">
            <a:off x="6653752" y="2682622"/>
            <a:ext cx="2368296" cy="312444"/>
          </a:xfrm>
        </p:spPr>
        <p:txBody>
          <a:bodyPr xmlns:a="http://schemas.openxmlformats.org/drawingml/2006/main" vert="horz" lIns="0" tIns="0" rIns="0" bIns="0" anchor="t">
            <a:noAutofit/>
          </a:bodyPr>
          <a:lstStyle xmlns:a="http://schemas.openxmlformats.org/drawingml/2006/main">
            <a:lvl1pPr algn="ctr">
              <a:lnSpc>
                <a:spcPct val="100000"/>
              </a:lnSpc>
              <a:buNone/>
              <a:defRPr sz="1600" b="1" i="0">
                <a:solidFill>
                  <a:schemeClr val="tx1"/>
                </a:solidFill>
                <a:latin typeface="Oracle Sans Tab"/>
                <a:ea typeface="Oracle Sans Tab"/>
                <a:cs typeface="Oracle Sans Tab"/>
              </a:defRPr>
            </a:lvl1pPr>
          </a:lstStyle>
          <a:p xmlns:a="http://schemas.openxmlformats.org/drawingml/2006/main">
            <a:pPr>
              <a:spcBef>
                <a:spcPts val="0"/>
              </a:spcBef>
              <a:buNone/>
            </a:pPr>
            <a:r>
              <a:t>Add speaker name</a:t>
            </a:r>
          </a:p>
        </p:txBody>
      </p:sp>
      <p:sp>
        <p:nvSpPr>
          <p:cNvPr id="38" name="Text Placeholder 33">
            <a:extLst xmlns:a="http://schemas.openxmlformats.org/drawingml/2006/main">
              <a:ext uri="{FF2B5EF4-FFF2-40B4-BE49-F238E27FC236}">
                <a16:creationId xmlns:a16="http://schemas.microsoft.com/office/drawing/2014/main" id="{F34D25E2-243D-4B96-8C35-F96C56B3482F}"/>
              </a:ext>
            </a:extLst>
          </p:cNvPr>
          <p:cNvSpPr>
            <a:spLocks xmlns:a="http://schemas.openxmlformats.org/drawingml/2006/main" noGrp="1"/>
          </p:cNvSpPr>
          <p:nvPr>
            <p:ph type="body" idx="13" hasCustomPrompt="1"/>
          </p:nvPr>
        </p:nvSpPr>
        <p:spPr>
          <a:xfrm xmlns:a="http://schemas.openxmlformats.org/drawingml/2006/main">
            <a:off x="6653752" y="3011421"/>
            <a:ext cx="2368296" cy="278431"/>
          </a:xfrm>
        </p:spPr>
        <p:txBody>
          <a:bodyPr xmlns:a="http://schemas.openxmlformats.org/drawingml/2006/main" vert="horz" lIns="0" tIns="0" rIns="0" bIns="0" anchor="t">
            <a:noAutofit/>
          </a:bodyPr>
          <a:lstStyle xmlns:a="http://schemas.openxmlformats.org/drawingml/2006/main">
            <a:lvl1pPr algn="ctr">
              <a:lnSpc>
                <a:spcPct val="100000"/>
              </a:lnSpc>
              <a:buNone/>
              <a:defRPr sz="1400" b="0" i="0">
                <a:solidFill>
                  <a:schemeClr val="tx1"/>
                </a:solidFill>
                <a:latin typeface="Oracle Sans Tab"/>
                <a:ea typeface="Oracle Sans Tab"/>
                <a:cs typeface="Oracle Sans Tab"/>
              </a:defRPr>
            </a:lvl1pPr>
          </a:lstStyle>
          <a:p xmlns:a="http://schemas.openxmlformats.org/drawingml/2006/main">
            <a:pPr>
              <a:spcBef>
                <a:spcPts val="0"/>
              </a:spcBef>
              <a:buNone/>
            </a:pPr>
            <a:r>
              <a:t>Add speaker title</a:t>
            </a:r>
          </a:p>
        </p:txBody>
      </p:sp>
      <p:sp>
        <p:nvSpPr>
          <p:cNvPr id="31" name="Picture Placeholder 4">
            <a:extLst xmlns:a="http://schemas.openxmlformats.org/drawingml/2006/main">
              <a:ext uri="{FF2B5EF4-FFF2-40B4-BE49-F238E27FC236}">
                <a16:creationId xmlns:a16="http://schemas.microsoft.com/office/drawing/2014/main" id="{FDC25F51-F732-4DED-B41F-218C4B09A992}"/>
              </a:ext>
            </a:extLst>
          </p:cNvPr>
          <p:cNvSpPr>
            <a:spLocks xmlns:a="http://schemas.openxmlformats.org/drawingml/2006/main" noGrp="1"/>
          </p:cNvSpPr>
          <p:nvPr>
            <p:ph type="pic" idx="28"/>
          </p:nvPr>
        </p:nvSpPr>
        <p:spPr>
          <a:xfrm xmlns:a="http://schemas.openxmlformats.org/drawingml/2006/main">
            <a:off x="4463764" y="2868976"/>
            <a:ext cx="2011680" cy="2011680"/>
          </a:xfrm>
          <a:prstGeom xmlns:a="http://schemas.openxmlformats.org/drawingml/2006/main" prst="ellipse">
            <a:avLst/>
          </a:prstGeom>
        </p:spPr>
        <p:txBody>
          <a:bodyPr xmlns:a="http://schemas.openxmlformats.org/drawingml/2006/main"/>
          <a:lstStyle xmlns:a="http://schemas.openxmlformats.org/drawingml/2006/main">
            <a:lvl1pPr algn="ctr">
              <a:buNone/>
              <a:defRPr>
                <a:solidFill>
                  <a:schemeClr val="tx1"/>
                </a:solidFill>
              </a:defRPr>
            </a:lvl1pPr>
          </a:lstStyle>
          <a:p xmlns:a="http://schemas.openxmlformats.org/drawingml/2006/main">
            <a:r>
              <a:t>Click icon to add picture</a:t>
            </a:r>
          </a:p>
        </p:txBody>
      </p:sp>
      <p:sp>
        <p:nvSpPr>
          <p:cNvPr id="33" name="Text Placeholder 33">
            <a:extLst xmlns:a="http://schemas.openxmlformats.org/drawingml/2006/main">
              <a:ext uri="{FF2B5EF4-FFF2-40B4-BE49-F238E27FC236}">
                <a16:creationId xmlns:a16="http://schemas.microsoft.com/office/drawing/2014/main" id="{D1B52A4B-0972-4F91-92C6-8090BEF5CCCB}"/>
              </a:ext>
            </a:extLst>
          </p:cNvPr>
          <p:cNvSpPr>
            <a:spLocks xmlns:a="http://schemas.openxmlformats.org/drawingml/2006/main" noGrp="1"/>
          </p:cNvSpPr>
          <p:nvPr>
            <p:ph type="body" idx="29" hasCustomPrompt="1"/>
          </p:nvPr>
        </p:nvSpPr>
        <p:spPr>
          <a:xfrm xmlns:a="http://schemas.openxmlformats.org/drawingml/2006/main">
            <a:off x="4285456" y="5021187"/>
            <a:ext cx="2368296" cy="312444"/>
          </a:xfrm>
        </p:spPr>
        <p:txBody>
          <a:bodyPr xmlns:a="http://schemas.openxmlformats.org/drawingml/2006/main" vert="horz" lIns="0" tIns="0" rIns="0" bIns="0" anchor="t">
            <a:noAutofit/>
          </a:bodyPr>
          <a:lstStyle xmlns:a="http://schemas.openxmlformats.org/drawingml/2006/main">
            <a:lvl1pPr algn="ctr">
              <a:lnSpc>
                <a:spcPct val="100000"/>
              </a:lnSpc>
              <a:buNone/>
              <a:defRPr sz="1600" b="1" i="0">
                <a:solidFill>
                  <a:schemeClr val="tx1"/>
                </a:solidFill>
                <a:latin typeface="Oracle Sans Tab"/>
                <a:ea typeface="Oracle Sans Tab"/>
                <a:cs typeface="Oracle Sans Tab"/>
              </a:defRPr>
            </a:lvl1pPr>
          </a:lstStyle>
          <a:p xmlns:a="http://schemas.openxmlformats.org/drawingml/2006/main">
            <a:pPr>
              <a:spcBef>
                <a:spcPts val="0"/>
              </a:spcBef>
              <a:buNone/>
            </a:pPr>
            <a:r>
              <a:t>Add speaker name</a:t>
            </a:r>
          </a:p>
        </p:txBody>
      </p:sp>
      <p:sp>
        <p:nvSpPr>
          <p:cNvPr id="34" name="Text Placeholder 33">
            <a:extLst xmlns:a="http://schemas.openxmlformats.org/drawingml/2006/main">
              <a:ext uri="{FF2B5EF4-FFF2-40B4-BE49-F238E27FC236}">
                <a16:creationId xmlns:a16="http://schemas.microsoft.com/office/drawing/2014/main" id="{D6D713D8-07E2-4DC7-808A-1A9CD0EBCC6B}"/>
              </a:ext>
            </a:extLst>
          </p:cNvPr>
          <p:cNvSpPr>
            <a:spLocks xmlns:a="http://schemas.openxmlformats.org/drawingml/2006/main" noGrp="1"/>
          </p:cNvSpPr>
          <p:nvPr>
            <p:ph type="body" idx="30" hasCustomPrompt="1"/>
          </p:nvPr>
        </p:nvSpPr>
        <p:spPr>
          <a:xfrm xmlns:a="http://schemas.openxmlformats.org/drawingml/2006/main">
            <a:off x="4285456" y="5349986"/>
            <a:ext cx="2368296" cy="278431"/>
          </a:xfrm>
        </p:spPr>
        <p:txBody>
          <a:bodyPr xmlns:a="http://schemas.openxmlformats.org/drawingml/2006/main" vert="horz" lIns="0" tIns="0" rIns="0" bIns="0" anchor="t">
            <a:noAutofit/>
          </a:bodyPr>
          <a:lstStyle xmlns:a="http://schemas.openxmlformats.org/drawingml/2006/main">
            <a:lvl1pPr algn="ctr">
              <a:lnSpc>
                <a:spcPct val="100000"/>
              </a:lnSpc>
              <a:buNone/>
              <a:defRPr sz="1400" b="0" i="0">
                <a:solidFill>
                  <a:schemeClr val="tx1"/>
                </a:solidFill>
                <a:latin typeface="Oracle Sans Tab"/>
                <a:ea typeface="Oracle Sans Tab"/>
                <a:cs typeface="Oracle Sans Tab"/>
              </a:defRPr>
            </a:lvl1pPr>
          </a:lstStyle>
          <a:p xmlns:a="http://schemas.openxmlformats.org/drawingml/2006/main">
            <a:pPr>
              <a:spcBef>
                <a:spcPts val="0"/>
              </a:spcBef>
              <a:buNone/>
            </a:pPr>
            <a:r>
              <a:t>Add speaker title</a:t>
            </a:r>
          </a:p>
        </p:txBody>
      </p:sp>
      <p:sp>
        <p:nvSpPr>
          <p:cNvPr id="35" name="Picture Placeholder 4">
            <a:extLst xmlns:a="http://schemas.openxmlformats.org/drawingml/2006/main">
              <a:ext uri="{FF2B5EF4-FFF2-40B4-BE49-F238E27FC236}">
                <a16:creationId xmlns:a16="http://schemas.microsoft.com/office/drawing/2014/main" id="{D54CB0FE-E711-41BE-AE1E-539BC7B7761E}"/>
              </a:ext>
            </a:extLst>
          </p:cNvPr>
          <p:cNvSpPr>
            <a:spLocks xmlns:a="http://schemas.openxmlformats.org/drawingml/2006/main" noGrp="1"/>
          </p:cNvSpPr>
          <p:nvPr>
            <p:ph type="pic" idx="31"/>
          </p:nvPr>
        </p:nvSpPr>
        <p:spPr>
          <a:xfrm xmlns:a="http://schemas.openxmlformats.org/drawingml/2006/main">
            <a:off x="9593466" y="2868976"/>
            <a:ext cx="2011680" cy="2011680"/>
          </a:xfrm>
          <a:prstGeom xmlns:a="http://schemas.openxmlformats.org/drawingml/2006/main" prst="ellipse">
            <a:avLst/>
          </a:prstGeom>
        </p:spPr>
        <p:txBody>
          <a:bodyPr xmlns:a="http://schemas.openxmlformats.org/drawingml/2006/main"/>
          <a:lstStyle xmlns:a="http://schemas.openxmlformats.org/drawingml/2006/main">
            <a:lvl1pPr algn="ctr">
              <a:buNone/>
              <a:defRPr>
                <a:solidFill>
                  <a:schemeClr val="tx1"/>
                </a:solidFill>
              </a:defRPr>
            </a:lvl1pPr>
          </a:lstStyle>
          <a:p xmlns:a="http://schemas.openxmlformats.org/drawingml/2006/main">
            <a:r>
              <a:t>Click icon to add picture</a:t>
            </a:r>
          </a:p>
        </p:txBody>
      </p:sp>
      <p:sp>
        <p:nvSpPr>
          <p:cNvPr id="36" name="Text Placeholder 33">
            <a:extLst xmlns:a="http://schemas.openxmlformats.org/drawingml/2006/main">
              <a:ext uri="{FF2B5EF4-FFF2-40B4-BE49-F238E27FC236}">
                <a16:creationId xmlns:a16="http://schemas.microsoft.com/office/drawing/2014/main" id="{C9D94F0F-A124-427C-8B51-4EA7A2DA41ED}"/>
              </a:ext>
            </a:extLst>
          </p:cNvPr>
          <p:cNvSpPr>
            <a:spLocks xmlns:a="http://schemas.openxmlformats.org/drawingml/2006/main" noGrp="1"/>
          </p:cNvSpPr>
          <p:nvPr>
            <p:ph type="body" idx="32" hasCustomPrompt="1"/>
          </p:nvPr>
        </p:nvSpPr>
        <p:spPr>
          <a:xfrm xmlns:a="http://schemas.openxmlformats.org/drawingml/2006/main">
            <a:off x="9415158" y="5018407"/>
            <a:ext cx="2368296" cy="312444"/>
          </a:xfrm>
        </p:spPr>
        <p:txBody>
          <a:bodyPr xmlns:a="http://schemas.openxmlformats.org/drawingml/2006/main" vert="horz" lIns="0" tIns="0" rIns="0" bIns="0" anchor="t">
            <a:noAutofit/>
          </a:bodyPr>
          <a:lstStyle xmlns:a="http://schemas.openxmlformats.org/drawingml/2006/main">
            <a:lvl1pPr algn="ctr">
              <a:lnSpc>
                <a:spcPct val="100000"/>
              </a:lnSpc>
              <a:buNone/>
              <a:defRPr sz="1600" b="1" i="0">
                <a:solidFill>
                  <a:schemeClr val="tx1"/>
                </a:solidFill>
                <a:latin typeface="Oracle Sans Tab"/>
                <a:ea typeface="Oracle Sans Tab"/>
                <a:cs typeface="Oracle Sans Tab"/>
              </a:defRPr>
            </a:lvl1pPr>
          </a:lstStyle>
          <a:p xmlns:a="http://schemas.openxmlformats.org/drawingml/2006/main">
            <a:pPr>
              <a:spcBef>
                <a:spcPts val="0"/>
              </a:spcBef>
              <a:buNone/>
            </a:pPr>
            <a:r>
              <a:t>Add speaker name</a:t>
            </a:r>
          </a:p>
        </p:txBody>
      </p:sp>
      <p:sp>
        <p:nvSpPr>
          <p:cNvPr id="39" name="Text Placeholder 33">
            <a:extLst xmlns:a="http://schemas.openxmlformats.org/drawingml/2006/main">
              <a:ext uri="{FF2B5EF4-FFF2-40B4-BE49-F238E27FC236}">
                <a16:creationId xmlns:a16="http://schemas.microsoft.com/office/drawing/2014/main" id="{D51FC9E3-DCC2-4D0A-80C8-4CB3924EC6CD}"/>
              </a:ext>
            </a:extLst>
          </p:cNvPr>
          <p:cNvSpPr>
            <a:spLocks xmlns:a="http://schemas.openxmlformats.org/drawingml/2006/main" noGrp="1"/>
          </p:cNvSpPr>
          <p:nvPr>
            <p:ph type="body" idx="33" hasCustomPrompt="1"/>
          </p:nvPr>
        </p:nvSpPr>
        <p:spPr>
          <a:xfrm xmlns:a="http://schemas.openxmlformats.org/drawingml/2006/main">
            <a:off x="9415158" y="5347206"/>
            <a:ext cx="2368296" cy="278431"/>
          </a:xfrm>
        </p:spPr>
        <p:txBody>
          <a:bodyPr xmlns:a="http://schemas.openxmlformats.org/drawingml/2006/main" vert="horz" lIns="0" tIns="0" rIns="0" bIns="0" anchor="t">
            <a:noAutofit/>
          </a:bodyPr>
          <a:lstStyle xmlns:a="http://schemas.openxmlformats.org/drawingml/2006/main">
            <a:lvl1pPr algn="ctr">
              <a:lnSpc>
                <a:spcPct val="100000"/>
              </a:lnSpc>
              <a:buNone/>
              <a:defRPr sz="1400" b="0" i="0">
                <a:solidFill>
                  <a:schemeClr val="tx1"/>
                </a:solidFill>
                <a:latin typeface="Oracle Sans Tab"/>
                <a:ea typeface="Oracle Sans Tab"/>
                <a:cs typeface="Oracle Sans Tab"/>
              </a:defRPr>
            </a:lvl1pPr>
          </a:lstStyle>
          <a:p xmlns:a="http://schemas.openxmlformats.org/drawingml/2006/main">
            <a:pPr>
              <a:spcBef>
                <a:spcPts val="0"/>
              </a:spcBef>
              <a:buNone/>
            </a:pPr>
            <a:r>
              <a:t>Add speaker title</a:t>
            </a:r>
          </a:p>
        </p:txBody>
      </p:sp>
      <p:sp>
        <p:nvSpPr>
          <p:cNvPr id="5" name="Date Placeholder 4">
            <a:extLst xmlns:a="http://schemas.openxmlformats.org/drawingml/2006/main">
              <a:ext uri="{FF2B5EF4-FFF2-40B4-BE49-F238E27FC236}">
                <a16:creationId xmlns:a16="http://schemas.microsoft.com/office/drawing/2014/main" id="{B754EFA5-83EC-6F05-D24C-FFEFF1BE395C}"/>
              </a:ext>
            </a:extLst>
          </p:cNvPr>
          <p:cNvSpPr>
            <a:spLocks xmlns:a="http://schemas.openxmlformats.org/drawingml/2006/main" noGrp="1"/>
          </p:cNvSpPr>
          <p:nvPr>
            <p:ph type="dt" idx="34"/>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[Date]</a:t>
            </a:r>
          </a:p>
        </p:txBody>
      </p:sp>
      <p:sp>
        <p:nvSpPr>
          <p:cNvPr id="6" name="Footer Placeholder 5">
            <a:extLst xmlns:a="http://schemas.openxmlformats.org/drawingml/2006/main">
              <a:ext uri="{FF2B5EF4-FFF2-40B4-BE49-F238E27FC236}">
                <a16:creationId xmlns:a16="http://schemas.microsoft.com/office/drawing/2014/main" id="{90B1C8AD-7BF2-BBBE-64DF-FD3A3B8318B7}"/>
              </a:ext>
            </a:extLst>
          </p:cNvPr>
          <p:cNvSpPr>
            <a:spLocks xmlns:a="http://schemas.openxmlformats.org/drawingml/2006/main" noGrp="1"/>
          </p:cNvSpPr>
          <p:nvPr>
            <p:ph type="ftr" idx="35"/>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Copyright © 2026, Oracle and/or its affiliates |  Confidential: Internal/Restricted/Highly Restricted</a:t>
            </a:r>
          </a:p>
        </p:txBody>
      </p:sp>
      <p:sp>
        <p:nvSpPr>
          <p:cNvPr id="7" name="Slide Number Placeholder 6">
            <a:extLst xmlns:a="http://schemas.openxmlformats.org/drawingml/2006/main">
              <a:ext uri="{FF2B5EF4-FFF2-40B4-BE49-F238E27FC236}">
                <a16:creationId xmlns:a16="http://schemas.microsoft.com/office/drawing/2014/main" id="{60982B03-7D3B-DA0C-6EC7-201AEC05C1F3}"/>
              </a:ext>
            </a:extLst>
          </p:cNvPr>
          <p:cNvSpPr>
            <a:spLocks xmlns:a="http://schemas.openxmlformats.org/drawingml/2006/main" noGrp="1"/>
          </p:cNvSpPr>
          <p:nvPr>
            <p:ph type="sldNum" idx="36"/>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fld id="{345D60D9-5372-5F40-9443-0F9AE5BDC3C8}" type="slidenum">
              <a:t>‹#›</a:t>
            </a:fld>
          </a:p>
        </p:txBody>
      </p:sp>
    </p:spTree>
  </p:cSld>
</p:sldLayout>
</file>

<file path=ppt/slideLayouts/slideLayout56.xml><?xml version="1.0" encoding="utf-8"?>
<p:sldLayout xmlns:p="http://schemas.openxmlformats.org/presentationml/2006/main" preserve="1" userDrawn="1">
  <p:cSld name="Speaker_4">
    <p:bg>
      <p:bgPr>
        <a:solidFill xmlns:a="http://schemas.openxmlformats.org/drawingml/2006/main">
          <a:schemeClr val="bg2"/>
        </a:solidFill>
      </p:bgPr>
    </p:bg>
    <p:spTree>
      <p:nvGrpSpPr>
        <p:cNvPr id="1" name=""/>
        <p:cNvGrpSpPr/>
        <p:nvPr/>
      </p:nvGrpSpPr>
      <p:grpSpPr>
        <a:xfrm xmlns:a="http://schemas.openxmlformats.org/drawingml/2006/main"/>
      </p:grpSpPr>
      <p:sp>
        <p:nvSpPr>
          <p:cNvPr id="36" name="Title 1">
            <a:extLst xmlns:a="http://schemas.openxmlformats.org/drawingml/2006/main">
              <a:ext uri="{FF2B5EF4-FFF2-40B4-BE49-F238E27FC236}">
                <a16:creationId xmlns:a16="http://schemas.microsoft.com/office/drawing/2014/main" id="{AD59539A-0265-4CF1-A242-1D32DF1299D9}"/>
              </a:ext>
            </a:extLst>
          </p:cNvPr>
          <p:cNvSpPr>
            <a:spLocks xmlns:a="http://schemas.openxmlformats.org/drawingml/2006/main" noGrp="1"/>
          </p:cNvSpPr>
          <p:nvPr>
            <p:ph type="title" idx="0" hasCustomPrompt="1"/>
          </p:nvPr>
        </p:nvSpPr>
        <p:spPr>
          <a:xfrm xmlns:a="http://schemas.openxmlformats.org/drawingml/2006/main">
            <a:off x="761998" y="1600200"/>
            <a:ext cx="3474720" cy="1320103"/>
          </a:xfrm>
        </p:spPr>
        <p:txBody>
          <a:bodyPr xmlns:a="http://schemas.openxmlformats.org/drawingml/2006/main" vert="horz" wrap="square" lIns="0" tIns="0" rIns="0" bIns="0" anchor="b">
            <a:normAutofit/>
          </a:bodyPr>
          <a:lstStyle xmlns:a="http://schemas.openxmlformats.org/drawingml/2006/main">
            <a:lvl1pPr marL="0" algn="l">
              <a:lnSpc>
                <a:spcPct val="100000"/>
              </a:lnSpc>
              <a:spcBef>
                <a:spcPts val="0"/>
              </a:spcBef>
              <a:buNone/>
              <a:defRPr sz="3200" b="1" i="0">
                <a:solidFill>
                  <a:schemeClr val="tx1"/>
                </a:solidFill>
                <a:latin typeface="Oracle Sans Tab"/>
                <a:ea typeface="Oracle Sans Tab"/>
                <a:cs typeface="Oracle Sans Tab"/>
              </a:defRPr>
            </a:lvl1pPr>
          </a:lstStyle>
          <a:p xmlns:a="http://schemas.openxmlformats.org/drawingml/2006/main">
            <a:pPr marL="0">
              <a:lnSpc>
                <a:spcPct val="100000"/>
              </a:lnSpc>
              <a:buNone/>
            </a:pPr>
            <a:r>
              <a:t>Speakers</a:t>
            </a:r>
          </a:p>
        </p:txBody>
      </p:sp>
      <p:sp>
        <p:nvSpPr>
          <p:cNvPr id="19" name="Picture Placeholder 4">
            <a:extLst xmlns:a="http://schemas.openxmlformats.org/drawingml/2006/main">
              <a:ext uri="{FF2B5EF4-FFF2-40B4-BE49-F238E27FC236}">
                <a16:creationId xmlns:a16="http://schemas.microsoft.com/office/drawing/2014/main" id="{DEEA7EE7-413E-4F05-94D2-2DA6180164CA}"/>
              </a:ext>
            </a:extLst>
          </p:cNvPr>
          <p:cNvSpPr>
            <a:spLocks xmlns:a="http://schemas.openxmlformats.org/drawingml/2006/main" noGrp="1"/>
          </p:cNvSpPr>
          <p:nvPr>
            <p:ph type="pic" idx="10"/>
          </p:nvPr>
        </p:nvSpPr>
        <p:spPr>
          <a:xfrm xmlns:a="http://schemas.openxmlformats.org/drawingml/2006/main">
            <a:off x="6285744" y="594391"/>
            <a:ext cx="1553265" cy="1554480"/>
          </a:xfrm>
          <a:prstGeom xmlns:a="http://schemas.openxmlformats.org/drawingml/2006/main" prst="ellipse">
            <a:avLst/>
          </a:prstGeom>
        </p:spPr>
        <p:txBody>
          <a:bodyPr xmlns:a="http://schemas.openxmlformats.org/drawingml/2006/main"/>
          <a:lstStyle xmlns:a="http://schemas.openxmlformats.org/drawingml/2006/main">
            <a:lvl1pPr algn="ctr">
              <a:buNone/>
              <a:defRPr>
                <a:solidFill>
                  <a:schemeClr val="tx1"/>
                </a:solidFill>
              </a:defRPr>
            </a:lvl1pPr>
          </a:lstStyle>
          <a:p xmlns:a="http://schemas.openxmlformats.org/drawingml/2006/main">
            <a:r>
              <a:t>Click icon to add picture</a:t>
            </a:r>
          </a:p>
        </p:txBody>
      </p:sp>
      <p:sp>
        <p:nvSpPr>
          <p:cNvPr id="37" name="Text Placeholder 33">
            <a:extLst xmlns:a="http://schemas.openxmlformats.org/drawingml/2006/main">
              <a:ext uri="{FF2B5EF4-FFF2-40B4-BE49-F238E27FC236}">
                <a16:creationId xmlns:a16="http://schemas.microsoft.com/office/drawing/2014/main" id="{4B94D438-35CF-4631-8709-33AB89A0307E}"/>
              </a:ext>
            </a:extLst>
          </p:cNvPr>
          <p:cNvSpPr>
            <a:spLocks xmlns:a="http://schemas.openxmlformats.org/drawingml/2006/main" noGrp="1"/>
          </p:cNvSpPr>
          <p:nvPr>
            <p:ph type="body" idx="12" hasCustomPrompt="1"/>
          </p:nvPr>
        </p:nvSpPr>
        <p:spPr>
          <a:xfrm xmlns:a="http://schemas.openxmlformats.org/drawingml/2006/main">
            <a:off x="6102256" y="2288684"/>
            <a:ext cx="1920240" cy="298064"/>
          </a:xfrm>
        </p:spPr>
        <p:txBody>
          <a:bodyPr xmlns:a="http://schemas.openxmlformats.org/drawingml/2006/main" vert="horz" lIns="0" tIns="0" rIns="0" bIns="0" anchor="t">
            <a:noAutofit/>
          </a:bodyPr>
          <a:lstStyle xmlns:a="http://schemas.openxmlformats.org/drawingml/2006/main">
            <a:lvl1pPr algn="ctr">
              <a:lnSpc>
                <a:spcPct val="100000"/>
              </a:lnSpc>
              <a:buNone/>
              <a:defRPr sz="1600" b="1" i="0">
                <a:solidFill>
                  <a:schemeClr val="tx1"/>
                </a:solidFill>
                <a:latin typeface="Oracle Sans Tab"/>
                <a:ea typeface="Oracle Sans Tab"/>
                <a:cs typeface="Oracle Sans Tab"/>
              </a:defRPr>
            </a:lvl1pPr>
          </a:lstStyle>
          <a:p xmlns:a="http://schemas.openxmlformats.org/drawingml/2006/main">
            <a:pPr>
              <a:spcBef>
                <a:spcPts val="0"/>
              </a:spcBef>
              <a:buNone/>
            </a:pPr>
            <a:r>
              <a:t>Add speaker name</a:t>
            </a:r>
          </a:p>
        </p:txBody>
      </p:sp>
      <p:sp>
        <p:nvSpPr>
          <p:cNvPr id="38" name="Text Placeholder 33">
            <a:extLst xmlns:a="http://schemas.openxmlformats.org/drawingml/2006/main">
              <a:ext uri="{FF2B5EF4-FFF2-40B4-BE49-F238E27FC236}">
                <a16:creationId xmlns:a16="http://schemas.microsoft.com/office/drawing/2014/main" id="{F34D25E2-243D-4B96-8C35-F96C56B3482F}"/>
              </a:ext>
            </a:extLst>
          </p:cNvPr>
          <p:cNvSpPr>
            <a:spLocks xmlns:a="http://schemas.openxmlformats.org/drawingml/2006/main" noGrp="1"/>
          </p:cNvSpPr>
          <p:nvPr>
            <p:ph type="body" idx="13" hasCustomPrompt="1"/>
          </p:nvPr>
        </p:nvSpPr>
        <p:spPr>
          <a:xfrm xmlns:a="http://schemas.openxmlformats.org/drawingml/2006/main">
            <a:off x="6102256" y="2636490"/>
            <a:ext cx="1920240" cy="248992"/>
          </a:xfrm>
        </p:spPr>
        <p:txBody>
          <a:bodyPr xmlns:a="http://schemas.openxmlformats.org/drawingml/2006/main" vert="horz" lIns="0" tIns="0" rIns="0" bIns="0" anchor="t">
            <a:noAutofit/>
          </a:bodyPr>
          <a:lstStyle xmlns:a="http://schemas.openxmlformats.org/drawingml/2006/main">
            <a:lvl1pPr algn="ctr">
              <a:lnSpc>
                <a:spcPct val="100000"/>
              </a:lnSpc>
              <a:buNone/>
              <a:defRPr sz="1400" b="0" i="0">
                <a:solidFill>
                  <a:schemeClr val="tx1"/>
                </a:solidFill>
                <a:latin typeface="Oracle Sans Tab"/>
                <a:ea typeface="Oracle Sans Tab"/>
                <a:cs typeface="Oracle Sans Tab"/>
              </a:defRPr>
            </a:lvl1pPr>
          </a:lstStyle>
          <a:p xmlns:a="http://schemas.openxmlformats.org/drawingml/2006/main">
            <a:pPr>
              <a:spcBef>
                <a:spcPts val="0"/>
              </a:spcBef>
              <a:buNone/>
            </a:pPr>
            <a:r>
              <a:t>Add speaker title</a:t>
            </a:r>
          </a:p>
        </p:txBody>
      </p:sp>
      <p:sp>
        <p:nvSpPr>
          <p:cNvPr id="50" name="Picture Placeholder 4">
            <a:extLst xmlns:a="http://schemas.openxmlformats.org/drawingml/2006/main">
              <a:ext uri="{FF2B5EF4-FFF2-40B4-BE49-F238E27FC236}">
                <a16:creationId xmlns:a16="http://schemas.microsoft.com/office/drawing/2014/main" id="{13E21815-6A02-4A6A-80C9-0617BE9066A4}"/>
              </a:ext>
            </a:extLst>
          </p:cNvPr>
          <p:cNvSpPr>
            <a:spLocks xmlns:a="http://schemas.openxmlformats.org/drawingml/2006/main" noGrp="1"/>
          </p:cNvSpPr>
          <p:nvPr>
            <p:ph type="pic" idx="16"/>
          </p:nvPr>
        </p:nvSpPr>
        <p:spPr>
          <a:xfrm xmlns:a="http://schemas.openxmlformats.org/drawingml/2006/main">
            <a:off x="9096824" y="594391"/>
            <a:ext cx="1553265" cy="1554480"/>
          </a:xfrm>
          <a:prstGeom xmlns:a="http://schemas.openxmlformats.org/drawingml/2006/main" prst="ellipse">
            <a:avLst/>
          </a:prstGeom>
        </p:spPr>
        <p:txBody>
          <a:bodyPr xmlns:a="http://schemas.openxmlformats.org/drawingml/2006/main"/>
          <a:lstStyle xmlns:a="http://schemas.openxmlformats.org/drawingml/2006/main">
            <a:lvl1pPr algn="ctr">
              <a:buNone/>
              <a:defRPr>
                <a:solidFill>
                  <a:schemeClr val="tx1"/>
                </a:solidFill>
              </a:defRPr>
            </a:lvl1pPr>
          </a:lstStyle>
          <a:p xmlns:a="http://schemas.openxmlformats.org/drawingml/2006/main">
            <a:r>
              <a:t>Click icon to add picture</a:t>
            </a:r>
          </a:p>
        </p:txBody>
      </p:sp>
      <p:sp>
        <p:nvSpPr>
          <p:cNvPr id="22" name="Text Placeholder 33">
            <a:extLst xmlns:a="http://schemas.openxmlformats.org/drawingml/2006/main">
              <a:ext uri="{FF2B5EF4-FFF2-40B4-BE49-F238E27FC236}">
                <a16:creationId xmlns:a16="http://schemas.microsoft.com/office/drawing/2014/main" id="{B1E285A0-A2E7-DE49-A7D9-B15F13096B4D}"/>
              </a:ext>
            </a:extLst>
          </p:cNvPr>
          <p:cNvSpPr>
            <a:spLocks xmlns:a="http://schemas.openxmlformats.org/drawingml/2006/main" noGrp="1"/>
          </p:cNvSpPr>
          <p:nvPr>
            <p:ph type="body" idx="23" hasCustomPrompt="1"/>
          </p:nvPr>
        </p:nvSpPr>
        <p:spPr>
          <a:xfrm xmlns:a="http://schemas.openxmlformats.org/drawingml/2006/main">
            <a:off x="8913336" y="2288684"/>
            <a:ext cx="1920240" cy="298064"/>
          </a:xfrm>
        </p:spPr>
        <p:txBody>
          <a:bodyPr xmlns:a="http://schemas.openxmlformats.org/drawingml/2006/main" vert="horz" lIns="0" tIns="0" rIns="0" bIns="0" anchor="t">
            <a:noAutofit/>
          </a:bodyPr>
          <a:lstStyle xmlns:a="http://schemas.openxmlformats.org/drawingml/2006/main">
            <a:lvl1pPr algn="ctr">
              <a:lnSpc>
                <a:spcPct val="100000"/>
              </a:lnSpc>
              <a:buNone/>
              <a:defRPr sz="1600" b="1" i="0">
                <a:solidFill>
                  <a:schemeClr val="tx1"/>
                </a:solidFill>
                <a:latin typeface="Oracle Sans Tab"/>
                <a:ea typeface="Oracle Sans Tab"/>
                <a:cs typeface="Oracle Sans Tab"/>
              </a:defRPr>
            </a:lvl1pPr>
          </a:lstStyle>
          <a:p xmlns:a="http://schemas.openxmlformats.org/drawingml/2006/main">
            <a:pPr>
              <a:spcBef>
                <a:spcPts val="0"/>
              </a:spcBef>
              <a:buNone/>
            </a:pPr>
            <a:r>
              <a:t>Add speaker name</a:t>
            </a:r>
          </a:p>
        </p:txBody>
      </p:sp>
      <p:sp>
        <p:nvSpPr>
          <p:cNvPr id="23" name="Text Placeholder 33">
            <a:extLst xmlns:a="http://schemas.openxmlformats.org/drawingml/2006/main">
              <a:ext uri="{FF2B5EF4-FFF2-40B4-BE49-F238E27FC236}">
                <a16:creationId xmlns:a16="http://schemas.microsoft.com/office/drawing/2014/main" id="{824EDADA-2643-C24E-A532-5AF7FDEFBB0A}"/>
              </a:ext>
            </a:extLst>
          </p:cNvPr>
          <p:cNvSpPr>
            <a:spLocks xmlns:a="http://schemas.openxmlformats.org/drawingml/2006/main" noGrp="1"/>
          </p:cNvSpPr>
          <p:nvPr>
            <p:ph type="body" idx="24" hasCustomPrompt="1"/>
          </p:nvPr>
        </p:nvSpPr>
        <p:spPr>
          <a:xfrm xmlns:a="http://schemas.openxmlformats.org/drawingml/2006/main">
            <a:off x="8913336" y="2636490"/>
            <a:ext cx="1920240" cy="248992"/>
          </a:xfrm>
        </p:spPr>
        <p:txBody>
          <a:bodyPr xmlns:a="http://schemas.openxmlformats.org/drawingml/2006/main" vert="horz" lIns="0" tIns="0" rIns="0" bIns="0" anchor="t">
            <a:noAutofit/>
          </a:bodyPr>
          <a:lstStyle xmlns:a="http://schemas.openxmlformats.org/drawingml/2006/main">
            <a:lvl1pPr algn="ctr">
              <a:lnSpc>
                <a:spcPct val="100000"/>
              </a:lnSpc>
              <a:buNone/>
              <a:defRPr sz="1400" b="0" i="0">
                <a:solidFill>
                  <a:schemeClr val="tx1"/>
                </a:solidFill>
                <a:latin typeface="Oracle Sans Tab"/>
                <a:ea typeface="Oracle Sans Tab"/>
                <a:cs typeface="Oracle Sans Tab"/>
              </a:defRPr>
            </a:lvl1pPr>
          </a:lstStyle>
          <a:p xmlns:a="http://schemas.openxmlformats.org/drawingml/2006/main">
            <a:pPr>
              <a:spcBef>
                <a:spcPts val="0"/>
              </a:spcBef>
              <a:buNone/>
            </a:pPr>
            <a:r>
              <a:t>Add speaker title</a:t>
            </a:r>
          </a:p>
        </p:txBody>
      </p:sp>
      <p:sp>
        <p:nvSpPr>
          <p:cNvPr id="30" name="Picture Placeholder 4">
            <a:extLst xmlns:a="http://schemas.openxmlformats.org/drawingml/2006/main">
              <a:ext uri="{FF2B5EF4-FFF2-40B4-BE49-F238E27FC236}">
                <a16:creationId xmlns:a16="http://schemas.microsoft.com/office/drawing/2014/main" id="{EFC6E2D0-3B2A-2942-B1BA-2FB20BD0EEC6}"/>
              </a:ext>
            </a:extLst>
          </p:cNvPr>
          <p:cNvSpPr>
            <a:spLocks xmlns:a="http://schemas.openxmlformats.org/drawingml/2006/main" noGrp="1"/>
          </p:cNvSpPr>
          <p:nvPr>
            <p:ph type="pic" idx="27"/>
          </p:nvPr>
        </p:nvSpPr>
        <p:spPr>
          <a:xfrm xmlns:a="http://schemas.openxmlformats.org/drawingml/2006/main">
            <a:off x="6285744" y="3429000"/>
            <a:ext cx="1553265" cy="1554480"/>
          </a:xfrm>
          <a:prstGeom xmlns:a="http://schemas.openxmlformats.org/drawingml/2006/main" prst="ellipse">
            <a:avLst/>
          </a:prstGeom>
        </p:spPr>
        <p:txBody>
          <a:bodyPr xmlns:a="http://schemas.openxmlformats.org/drawingml/2006/main"/>
          <a:lstStyle xmlns:a="http://schemas.openxmlformats.org/drawingml/2006/main">
            <a:lvl1pPr algn="ctr">
              <a:buNone/>
              <a:defRPr>
                <a:solidFill>
                  <a:schemeClr val="tx1"/>
                </a:solidFill>
              </a:defRPr>
            </a:lvl1pPr>
          </a:lstStyle>
          <a:p xmlns:a="http://schemas.openxmlformats.org/drawingml/2006/main">
            <a:r>
              <a:t>Click icon to add picture</a:t>
            </a:r>
          </a:p>
        </p:txBody>
      </p:sp>
      <p:sp>
        <p:nvSpPr>
          <p:cNvPr id="28" name="Text Placeholder 33">
            <a:extLst xmlns:a="http://schemas.openxmlformats.org/drawingml/2006/main">
              <a:ext uri="{FF2B5EF4-FFF2-40B4-BE49-F238E27FC236}">
                <a16:creationId xmlns:a16="http://schemas.microsoft.com/office/drawing/2014/main" id="{C58C0826-10EF-F849-A3C1-413E3484114A}"/>
              </a:ext>
            </a:extLst>
          </p:cNvPr>
          <p:cNvSpPr>
            <a:spLocks xmlns:a="http://schemas.openxmlformats.org/drawingml/2006/main" noGrp="1"/>
          </p:cNvSpPr>
          <p:nvPr>
            <p:ph type="body" idx="25" hasCustomPrompt="1"/>
          </p:nvPr>
        </p:nvSpPr>
        <p:spPr>
          <a:xfrm xmlns:a="http://schemas.openxmlformats.org/drawingml/2006/main">
            <a:off x="6102256" y="5146172"/>
            <a:ext cx="1920240" cy="298064"/>
          </a:xfrm>
        </p:spPr>
        <p:txBody>
          <a:bodyPr xmlns:a="http://schemas.openxmlformats.org/drawingml/2006/main" vert="horz" lIns="0" tIns="0" rIns="0" bIns="0" anchor="t">
            <a:noAutofit/>
          </a:bodyPr>
          <a:lstStyle xmlns:a="http://schemas.openxmlformats.org/drawingml/2006/main">
            <a:lvl1pPr algn="ctr">
              <a:lnSpc>
                <a:spcPct val="100000"/>
              </a:lnSpc>
              <a:buNone/>
              <a:defRPr sz="1600" b="1" i="0">
                <a:solidFill>
                  <a:schemeClr val="tx1"/>
                </a:solidFill>
                <a:latin typeface="Oracle Sans Tab"/>
                <a:ea typeface="Oracle Sans Tab"/>
                <a:cs typeface="Oracle Sans Tab"/>
              </a:defRPr>
            </a:lvl1pPr>
          </a:lstStyle>
          <a:p xmlns:a="http://schemas.openxmlformats.org/drawingml/2006/main">
            <a:pPr>
              <a:spcBef>
                <a:spcPts val="0"/>
              </a:spcBef>
              <a:buNone/>
            </a:pPr>
            <a:r>
              <a:t>Add speaker name</a:t>
            </a:r>
          </a:p>
        </p:txBody>
      </p:sp>
      <p:sp>
        <p:nvSpPr>
          <p:cNvPr id="29" name="Text Placeholder 33">
            <a:extLst xmlns:a="http://schemas.openxmlformats.org/drawingml/2006/main">
              <a:ext uri="{FF2B5EF4-FFF2-40B4-BE49-F238E27FC236}">
                <a16:creationId xmlns:a16="http://schemas.microsoft.com/office/drawing/2014/main" id="{31FE92C1-9507-1C45-8CA1-FA2A0EA3FCED}"/>
              </a:ext>
            </a:extLst>
          </p:cNvPr>
          <p:cNvSpPr>
            <a:spLocks xmlns:a="http://schemas.openxmlformats.org/drawingml/2006/main" noGrp="1"/>
          </p:cNvSpPr>
          <p:nvPr>
            <p:ph type="body" idx="26" hasCustomPrompt="1"/>
          </p:nvPr>
        </p:nvSpPr>
        <p:spPr>
          <a:xfrm xmlns:a="http://schemas.openxmlformats.org/drawingml/2006/main">
            <a:off x="6102256" y="5493978"/>
            <a:ext cx="1920240" cy="248992"/>
          </a:xfrm>
        </p:spPr>
        <p:txBody>
          <a:bodyPr xmlns:a="http://schemas.openxmlformats.org/drawingml/2006/main" vert="horz" lIns="0" tIns="0" rIns="0" bIns="0" anchor="t">
            <a:noAutofit/>
          </a:bodyPr>
          <a:lstStyle xmlns:a="http://schemas.openxmlformats.org/drawingml/2006/main">
            <a:lvl1pPr algn="ctr">
              <a:lnSpc>
                <a:spcPct val="100000"/>
              </a:lnSpc>
              <a:buNone/>
              <a:defRPr sz="1400" b="0" i="0">
                <a:solidFill>
                  <a:schemeClr val="tx1"/>
                </a:solidFill>
                <a:latin typeface="Oracle Sans Tab"/>
                <a:ea typeface="Oracle Sans Tab"/>
                <a:cs typeface="Oracle Sans Tab"/>
              </a:defRPr>
            </a:lvl1pPr>
          </a:lstStyle>
          <a:p xmlns:a="http://schemas.openxmlformats.org/drawingml/2006/main">
            <a:pPr>
              <a:spcBef>
                <a:spcPts val="0"/>
              </a:spcBef>
              <a:buNone/>
            </a:pPr>
            <a:r>
              <a:t>Add speaker title</a:t>
            </a:r>
          </a:p>
        </p:txBody>
      </p:sp>
      <p:sp>
        <p:nvSpPr>
          <p:cNvPr id="31" name="Picture Placeholder 4">
            <a:extLst xmlns:a="http://schemas.openxmlformats.org/drawingml/2006/main">
              <a:ext uri="{FF2B5EF4-FFF2-40B4-BE49-F238E27FC236}">
                <a16:creationId xmlns:a16="http://schemas.microsoft.com/office/drawing/2014/main" id="{ED40B0E3-F4BB-EC49-8D7A-713B54016EEA}"/>
              </a:ext>
            </a:extLst>
          </p:cNvPr>
          <p:cNvSpPr>
            <a:spLocks xmlns:a="http://schemas.openxmlformats.org/drawingml/2006/main" noGrp="1"/>
          </p:cNvSpPr>
          <p:nvPr>
            <p:ph type="pic" idx="28"/>
          </p:nvPr>
        </p:nvSpPr>
        <p:spPr>
          <a:xfrm xmlns:a="http://schemas.openxmlformats.org/drawingml/2006/main">
            <a:off x="9096824" y="3429000"/>
            <a:ext cx="1553265" cy="1554480"/>
          </a:xfrm>
          <a:prstGeom xmlns:a="http://schemas.openxmlformats.org/drawingml/2006/main" prst="ellipse">
            <a:avLst/>
          </a:prstGeom>
        </p:spPr>
        <p:txBody>
          <a:bodyPr xmlns:a="http://schemas.openxmlformats.org/drawingml/2006/main"/>
          <a:lstStyle xmlns:a="http://schemas.openxmlformats.org/drawingml/2006/main">
            <a:lvl1pPr algn="ctr">
              <a:buNone/>
              <a:defRPr>
                <a:solidFill>
                  <a:schemeClr val="tx1"/>
                </a:solidFill>
              </a:defRPr>
            </a:lvl1pPr>
          </a:lstStyle>
          <a:p xmlns:a="http://schemas.openxmlformats.org/drawingml/2006/main">
            <a:r>
              <a:t>Click icon to add picture</a:t>
            </a:r>
          </a:p>
        </p:txBody>
      </p:sp>
      <p:sp>
        <p:nvSpPr>
          <p:cNvPr id="32" name="Text Placeholder 33">
            <a:extLst xmlns:a="http://schemas.openxmlformats.org/drawingml/2006/main">
              <a:ext uri="{FF2B5EF4-FFF2-40B4-BE49-F238E27FC236}">
                <a16:creationId xmlns:a16="http://schemas.microsoft.com/office/drawing/2014/main" id="{75EA1EAA-9631-6446-9C35-80FDF680DE0B}"/>
              </a:ext>
            </a:extLst>
          </p:cNvPr>
          <p:cNvSpPr>
            <a:spLocks xmlns:a="http://schemas.openxmlformats.org/drawingml/2006/main" noGrp="1"/>
          </p:cNvSpPr>
          <p:nvPr>
            <p:ph type="body" idx="29" hasCustomPrompt="1"/>
          </p:nvPr>
        </p:nvSpPr>
        <p:spPr>
          <a:xfrm xmlns:a="http://schemas.openxmlformats.org/drawingml/2006/main">
            <a:off x="8913336" y="5146172"/>
            <a:ext cx="1920240" cy="298064"/>
          </a:xfrm>
        </p:spPr>
        <p:txBody>
          <a:bodyPr xmlns:a="http://schemas.openxmlformats.org/drawingml/2006/main" vert="horz" lIns="0" tIns="0" rIns="0" bIns="0" anchor="t">
            <a:noAutofit/>
          </a:bodyPr>
          <a:lstStyle xmlns:a="http://schemas.openxmlformats.org/drawingml/2006/main">
            <a:lvl1pPr algn="ctr">
              <a:lnSpc>
                <a:spcPct val="100000"/>
              </a:lnSpc>
              <a:buNone/>
              <a:defRPr sz="1600" b="1" i="0">
                <a:solidFill>
                  <a:schemeClr val="tx1"/>
                </a:solidFill>
                <a:latin typeface="Oracle Sans Tab"/>
                <a:ea typeface="Oracle Sans Tab"/>
                <a:cs typeface="Oracle Sans Tab"/>
              </a:defRPr>
            </a:lvl1pPr>
          </a:lstStyle>
          <a:p xmlns:a="http://schemas.openxmlformats.org/drawingml/2006/main">
            <a:pPr>
              <a:spcBef>
                <a:spcPts val="0"/>
              </a:spcBef>
              <a:buNone/>
            </a:pPr>
            <a:r>
              <a:t>Add speaker name</a:t>
            </a:r>
          </a:p>
        </p:txBody>
      </p:sp>
      <p:sp>
        <p:nvSpPr>
          <p:cNvPr id="33" name="Text Placeholder 33">
            <a:extLst xmlns:a="http://schemas.openxmlformats.org/drawingml/2006/main">
              <a:ext uri="{FF2B5EF4-FFF2-40B4-BE49-F238E27FC236}">
                <a16:creationId xmlns:a16="http://schemas.microsoft.com/office/drawing/2014/main" id="{D9FA6B46-487D-254B-8AB6-DCB6C449BF8B}"/>
              </a:ext>
            </a:extLst>
          </p:cNvPr>
          <p:cNvSpPr>
            <a:spLocks xmlns:a="http://schemas.openxmlformats.org/drawingml/2006/main" noGrp="1"/>
          </p:cNvSpPr>
          <p:nvPr>
            <p:ph type="body" idx="30" hasCustomPrompt="1"/>
          </p:nvPr>
        </p:nvSpPr>
        <p:spPr>
          <a:xfrm xmlns:a="http://schemas.openxmlformats.org/drawingml/2006/main">
            <a:off x="8913336" y="5493978"/>
            <a:ext cx="1920240" cy="248992"/>
          </a:xfrm>
        </p:spPr>
        <p:txBody>
          <a:bodyPr xmlns:a="http://schemas.openxmlformats.org/drawingml/2006/main" vert="horz" lIns="0" tIns="0" rIns="0" bIns="0" anchor="t">
            <a:noAutofit/>
          </a:bodyPr>
          <a:lstStyle xmlns:a="http://schemas.openxmlformats.org/drawingml/2006/main">
            <a:lvl1pPr algn="ctr">
              <a:lnSpc>
                <a:spcPct val="100000"/>
              </a:lnSpc>
              <a:buNone/>
              <a:defRPr sz="1400" b="0" i="0">
                <a:solidFill>
                  <a:schemeClr val="tx1"/>
                </a:solidFill>
                <a:latin typeface="Oracle Sans Tab"/>
                <a:ea typeface="Oracle Sans Tab"/>
                <a:cs typeface="Oracle Sans Tab"/>
              </a:defRPr>
            </a:lvl1pPr>
          </a:lstStyle>
          <a:p xmlns:a="http://schemas.openxmlformats.org/drawingml/2006/main">
            <a:pPr>
              <a:spcBef>
                <a:spcPts val="0"/>
              </a:spcBef>
              <a:buNone/>
            </a:pPr>
            <a:r>
              <a:t>Add speaker title</a:t>
            </a:r>
          </a:p>
        </p:txBody>
      </p:sp>
      <p:sp>
        <p:nvSpPr>
          <p:cNvPr id="5" name="Date Placeholder 4">
            <a:extLst xmlns:a="http://schemas.openxmlformats.org/drawingml/2006/main">
              <a:ext uri="{FF2B5EF4-FFF2-40B4-BE49-F238E27FC236}">
                <a16:creationId xmlns:a16="http://schemas.microsoft.com/office/drawing/2014/main" id="{721AF830-4A85-EB7A-16D7-DD9F69182676}"/>
              </a:ext>
            </a:extLst>
          </p:cNvPr>
          <p:cNvSpPr>
            <a:spLocks xmlns:a="http://schemas.openxmlformats.org/drawingml/2006/main" noGrp="1"/>
          </p:cNvSpPr>
          <p:nvPr>
            <p:ph type="dt" idx="31"/>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[Date]</a:t>
            </a:r>
          </a:p>
        </p:txBody>
      </p:sp>
      <p:sp>
        <p:nvSpPr>
          <p:cNvPr id="6" name="Footer Placeholder 5">
            <a:extLst xmlns:a="http://schemas.openxmlformats.org/drawingml/2006/main">
              <a:ext uri="{FF2B5EF4-FFF2-40B4-BE49-F238E27FC236}">
                <a16:creationId xmlns:a16="http://schemas.microsoft.com/office/drawing/2014/main" id="{B954429E-3093-9306-CF1C-6D38E247E432}"/>
              </a:ext>
            </a:extLst>
          </p:cNvPr>
          <p:cNvSpPr>
            <a:spLocks xmlns:a="http://schemas.openxmlformats.org/drawingml/2006/main" noGrp="1"/>
          </p:cNvSpPr>
          <p:nvPr>
            <p:ph type="ftr" idx="32"/>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Copyright © 2026, Oracle and/or its affiliates |  Confidential: Internal/Restricted/Highly Restricted</a:t>
            </a:r>
          </a:p>
        </p:txBody>
      </p:sp>
      <p:sp>
        <p:nvSpPr>
          <p:cNvPr id="7" name="Slide Number Placeholder 6">
            <a:extLst xmlns:a="http://schemas.openxmlformats.org/drawingml/2006/main">
              <a:ext uri="{FF2B5EF4-FFF2-40B4-BE49-F238E27FC236}">
                <a16:creationId xmlns:a16="http://schemas.microsoft.com/office/drawing/2014/main" id="{8039FEDD-E4DD-BBA0-6BC2-3F51F54326ED}"/>
              </a:ext>
            </a:extLst>
          </p:cNvPr>
          <p:cNvSpPr>
            <a:spLocks xmlns:a="http://schemas.openxmlformats.org/drawingml/2006/main" noGrp="1"/>
          </p:cNvSpPr>
          <p:nvPr>
            <p:ph type="sldNum" idx="33"/>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fld id="{345D60D9-5372-5F40-9443-0F9AE5BDC3C8}" type="slidenum">
              <a:t>‹#›</a:t>
            </a:fld>
          </a:p>
        </p:txBody>
      </p:sp>
    </p:spTree>
  </p:cSld>
</p:sldLayout>
</file>

<file path=ppt/slideLayouts/slideLayout57.xml><?xml version="1.0" encoding="utf-8"?>
<p:sldLayout xmlns:p="http://schemas.openxmlformats.org/presentationml/2006/main" preserve="1" userDrawn="1">
  <p:cSld name="Speaker_6">
    <p:bg>
      <p:bgPr>
        <a:solidFill xmlns:a="http://schemas.openxmlformats.org/drawingml/2006/main">
          <a:schemeClr val="bg2"/>
        </a:solidFill>
      </p:bgPr>
    </p:bg>
    <p:spTree>
      <p:nvGrpSpPr>
        <p:cNvPr id="1" name=""/>
        <p:cNvGrpSpPr/>
        <p:nvPr/>
      </p:nvGrpSpPr>
      <p:grpSpPr>
        <a:xfrm xmlns:a="http://schemas.openxmlformats.org/drawingml/2006/main"/>
      </p:grpSpPr>
      <p:sp>
        <p:nvSpPr>
          <p:cNvPr id="5" name="Title 4">
            <a:extLst xmlns:a="http://schemas.openxmlformats.org/drawingml/2006/main">
              <a:ext uri="{FF2B5EF4-FFF2-40B4-BE49-F238E27FC236}">
                <a16:creationId xmlns:a16="http://schemas.microsoft.com/office/drawing/2014/main" id="{405C068A-F72E-87F3-36CA-42BEFF618047}"/>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19" name="Picture 1">
            <a:extLst xmlns:a="http://schemas.openxmlformats.org/drawingml/2006/main">
              <a:ext uri="{FF2B5EF4-FFF2-40B4-BE49-F238E27FC236}">
                <a16:creationId xmlns:a16="http://schemas.microsoft.com/office/drawing/2014/main" id="{DEEA7EE7-413E-4F05-94D2-2DA6180164CA}"/>
              </a:ext>
            </a:extLst>
          </p:cNvPr>
          <p:cNvSpPr>
            <a:spLocks xmlns:a="http://schemas.openxmlformats.org/drawingml/2006/main" noGrp="1"/>
          </p:cNvSpPr>
          <p:nvPr>
            <p:ph type="pic" idx="10"/>
          </p:nvPr>
        </p:nvSpPr>
        <p:spPr>
          <a:xfrm xmlns:a="http://schemas.openxmlformats.org/drawingml/2006/main">
            <a:off x="768257" y="1259633"/>
            <a:ext cx="1370529" cy="1371600"/>
          </a:xfrm>
          <a:prstGeom xmlns:a="http://schemas.openxmlformats.org/drawingml/2006/main" prst="ellipse">
            <a:avLst/>
          </a:prstGeom>
        </p:spPr>
        <p:txBody>
          <a:bodyPr xmlns:a="http://schemas.openxmlformats.org/drawingml/2006/main"/>
          <a:lstStyle xmlns:a="http://schemas.openxmlformats.org/drawingml/2006/main">
            <a:lvl1pPr>
              <a:buNone/>
              <a:defRPr>
                <a:solidFill>
                  <a:schemeClr val="tx1"/>
                </a:solidFill>
              </a:defRPr>
            </a:lvl1pPr>
          </a:lstStyle>
          <a:p xmlns:a="http://schemas.openxmlformats.org/drawingml/2006/main">
            <a:r>
              <a:t>Click icon to add picture</a:t>
            </a:r>
          </a:p>
        </p:txBody>
      </p:sp>
      <p:sp>
        <p:nvSpPr>
          <p:cNvPr id="37" name="Name 1">
            <a:extLst xmlns:a="http://schemas.openxmlformats.org/drawingml/2006/main">
              <a:ext uri="{FF2B5EF4-FFF2-40B4-BE49-F238E27FC236}">
                <a16:creationId xmlns:a16="http://schemas.microsoft.com/office/drawing/2014/main" id="{4B94D438-35CF-4631-8709-33AB89A0307E}"/>
              </a:ext>
            </a:extLst>
          </p:cNvPr>
          <p:cNvSpPr>
            <a:spLocks xmlns:a="http://schemas.openxmlformats.org/drawingml/2006/main" noGrp="1"/>
          </p:cNvSpPr>
          <p:nvPr>
            <p:ph type="body" idx="12" hasCustomPrompt="1"/>
          </p:nvPr>
        </p:nvSpPr>
        <p:spPr>
          <a:xfrm xmlns:a="http://schemas.openxmlformats.org/drawingml/2006/main">
            <a:off x="2438576" y="1667912"/>
            <a:ext cx="1920240" cy="298064"/>
          </a:xfrm>
        </p:spPr>
        <p:txBody>
          <a:bodyPr xmlns:a="http://schemas.openxmlformats.org/drawingml/2006/main" vert="horz" lIns="0" tIns="0" rIns="0" bIns="0" anchor="t">
            <a:noAutofit/>
          </a:bodyPr>
          <a:lstStyle xmlns:a="http://schemas.openxmlformats.org/drawingml/2006/main">
            <a:lvl1pPr algn="l">
              <a:lnSpc>
                <a:spcPct val="100000"/>
              </a:lnSpc>
              <a:buNone/>
              <a:defRPr sz="1400" b="1" i="0">
                <a:solidFill>
                  <a:schemeClr val="tx1"/>
                </a:solidFill>
                <a:latin typeface="Oracle Sans Tab"/>
                <a:ea typeface="Oracle Sans Tab"/>
                <a:cs typeface="Oracle Sans Tab"/>
              </a:defRPr>
            </a:lvl1pPr>
          </a:lstStyle>
          <a:p xmlns:a="http://schemas.openxmlformats.org/drawingml/2006/main">
            <a:pPr>
              <a:spcBef>
                <a:spcPts val="0"/>
              </a:spcBef>
              <a:buNone/>
            </a:pPr>
            <a:r>
              <a:t>Add speaker name</a:t>
            </a:r>
          </a:p>
        </p:txBody>
      </p:sp>
      <p:sp>
        <p:nvSpPr>
          <p:cNvPr id="38" name="TItle 1">
            <a:extLst xmlns:a="http://schemas.openxmlformats.org/drawingml/2006/main">
              <a:ext uri="{FF2B5EF4-FFF2-40B4-BE49-F238E27FC236}">
                <a16:creationId xmlns:a16="http://schemas.microsoft.com/office/drawing/2014/main" id="{F34D25E2-243D-4B96-8C35-F96C56B3482F}"/>
              </a:ext>
            </a:extLst>
          </p:cNvPr>
          <p:cNvSpPr>
            <a:spLocks xmlns:a="http://schemas.openxmlformats.org/drawingml/2006/main" noGrp="1"/>
          </p:cNvSpPr>
          <p:nvPr>
            <p:ph type="body" idx="13" hasCustomPrompt="1"/>
          </p:nvPr>
        </p:nvSpPr>
        <p:spPr>
          <a:xfrm xmlns:a="http://schemas.openxmlformats.org/drawingml/2006/main">
            <a:off x="2438576" y="1983046"/>
            <a:ext cx="1920240" cy="248992"/>
          </a:xfrm>
        </p:spPr>
        <p:txBody>
          <a:bodyPr xmlns:a="http://schemas.openxmlformats.org/drawingml/2006/main" vert="horz" lIns="0" tIns="0" rIns="0" bIns="0" anchor="t">
            <a:noAutofit/>
          </a:bodyPr>
          <a:lstStyle xmlns:a="http://schemas.openxmlformats.org/drawingml/2006/main">
            <a:lvl1pPr algn="l">
              <a:lnSpc>
                <a:spcPct val="100000"/>
              </a:lnSpc>
              <a:buNone/>
              <a:defRPr sz="1200" b="0" i="0">
                <a:solidFill>
                  <a:schemeClr val="tx1"/>
                </a:solidFill>
                <a:latin typeface="Oracle Sans Tab"/>
                <a:ea typeface="Oracle Sans Tab"/>
                <a:cs typeface="Oracle Sans Tab"/>
              </a:defRPr>
            </a:lvl1pPr>
          </a:lstStyle>
          <a:p xmlns:a="http://schemas.openxmlformats.org/drawingml/2006/main">
            <a:pPr>
              <a:spcBef>
                <a:spcPts val="0"/>
              </a:spcBef>
              <a:buNone/>
            </a:pPr>
            <a:r>
              <a:t>Add speaker title</a:t>
            </a:r>
          </a:p>
        </p:txBody>
      </p:sp>
      <p:sp>
        <p:nvSpPr>
          <p:cNvPr id="88" name="Picture 2">
            <a:extLst xmlns:a="http://schemas.openxmlformats.org/drawingml/2006/main">
              <a:ext uri="{FF2B5EF4-FFF2-40B4-BE49-F238E27FC236}">
                <a16:creationId xmlns:a16="http://schemas.microsoft.com/office/drawing/2014/main" id="{E87225CC-8F09-5A46-B785-5C244024F8BB}"/>
              </a:ext>
            </a:extLst>
          </p:cNvPr>
          <p:cNvSpPr>
            <a:spLocks xmlns:a="http://schemas.openxmlformats.org/drawingml/2006/main" noGrp="1"/>
          </p:cNvSpPr>
          <p:nvPr>
            <p:ph type="pic" idx="38"/>
          </p:nvPr>
        </p:nvSpPr>
        <p:spPr>
          <a:xfrm xmlns:a="http://schemas.openxmlformats.org/drawingml/2006/main">
            <a:off x="768257" y="2959714"/>
            <a:ext cx="1370529" cy="1371600"/>
          </a:xfrm>
          <a:prstGeom xmlns:a="http://schemas.openxmlformats.org/drawingml/2006/main" prst="ellipse">
            <a:avLst/>
          </a:prstGeom>
        </p:spPr>
        <p:txBody>
          <a:bodyPr xmlns:a="http://schemas.openxmlformats.org/drawingml/2006/main"/>
          <a:lstStyle xmlns:a="http://schemas.openxmlformats.org/drawingml/2006/main">
            <a:lvl1pPr>
              <a:buNone/>
              <a:defRPr>
                <a:solidFill>
                  <a:schemeClr val="tx1"/>
                </a:solidFill>
              </a:defRPr>
            </a:lvl1pPr>
          </a:lstStyle>
          <a:p xmlns:a="http://schemas.openxmlformats.org/drawingml/2006/main">
            <a:r>
              <a:t>Click icon to add picture</a:t>
            </a:r>
          </a:p>
        </p:txBody>
      </p:sp>
      <p:sp>
        <p:nvSpPr>
          <p:cNvPr id="89" name="Name 2">
            <a:extLst xmlns:a="http://schemas.openxmlformats.org/drawingml/2006/main">
              <a:ext uri="{FF2B5EF4-FFF2-40B4-BE49-F238E27FC236}">
                <a16:creationId xmlns:a16="http://schemas.microsoft.com/office/drawing/2014/main" id="{213DB2F1-1A57-00A0-D060-4C9E8EA12AC0}"/>
              </a:ext>
            </a:extLst>
          </p:cNvPr>
          <p:cNvSpPr>
            <a:spLocks xmlns:a="http://schemas.openxmlformats.org/drawingml/2006/main" noGrp="1"/>
          </p:cNvSpPr>
          <p:nvPr>
            <p:ph type="body" idx="39" hasCustomPrompt="1"/>
          </p:nvPr>
        </p:nvSpPr>
        <p:spPr>
          <a:xfrm xmlns:a="http://schemas.openxmlformats.org/drawingml/2006/main">
            <a:off x="2438576" y="3371397"/>
            <a:ext cx="1920240" cy="298064"/>
          </a:xfrm>
        </p:spPr>
        <p:txBody>
          <a:bodyPr xmlns:a="http://schemas.openxmlformats.org/drawingml/2006/main" vert="horz" lIns="0" tIns="0" rIns="0" bIns="0" anchor="t">
            <a:noAutofit/>
          </a:bodyPr>
          <a:lstStyle xmlns:a="http://schemas.openxmlformats.org/drawingml/2006/main">
            <a:lvl1pPr algn="l">
              <a:lnSpc>
                <a:spcPct val="100000"/>
              </a:lnSpc>
              <a:buNone/>
              <a:defRPr sz="1400" b="1" i="0">
                <a:solidFill>
                  <a:schemeClr val="tx1"/>
                </a:solidFill>
                <a:latin typeface="Oracle Sans Tab"/>
                <a:ea typeface="Oracle Sans Tab"/>
                <a:cs typeface="Oracle Sans Tab"/>
              </a:defRPr>
            </a:lvl1pPr>
          </a:lstStyle>
          <a:p xmlns:a="http://schemas.openxmlformats.org/drawingml/2006/main">
            <a:pPr>
              <a:spcBef>
                <a:spcPts val="0"/>
              </a:spcBef>
              <a:buNone/>
            </a:pPr>
            <a:r>
              <a:t>Add speaker name</a:t>
            </a:r>
          </a:p>
        </p:txBody>
      </p:sp>
      <p:sp>
        <p:nvSpPr>
          <p:cNvPr id="90" name="Title 2">
            <a:extLst xmlns:a="http://schemas.openxmlformats.org/drawingml/2006/main">
              <a:ext uri="{FF2B5EF4-FFF2-40B4-BE49-F238E27FC236}">
                <a16:creationId xmlns:a16="http://schemas.microsoft.com/office/drawing/2014/main" id="{6D7EA926-2CBE-46FC-736F-448E6E0788B4}"/>
              </a:ext>
            </a:extLst>
          </p:cNvPr>
          <p:cNvSpPr>
            <a:spLocks xmlns:a="http://schemas.openxmlformats.org/drawingml/2006/main" noGrp="1"/>
          </p:cNvSpPr>
          <p:nvPr>
            <p:ph type="body" idx="40" hasCustomPrompt="1"/>
          </p:nvPr>
        </p:nvSpPr>
        <p:spPr>
          <a:xfrm xmlns:a="http://schemas.openxmlformats.org/drawingml/2006/main">
            <a:off x="2438576" y="3675928"/>
            <a:ext cx="1920240" cy="248992"/>
          </a:xfrm>
        </p:spPr>
        <p:txBody>
          <a:bodyPr xmlns:a="http://schemas.openxmlformats.org/drawingml/2006/main" vert="horz" lIns="0" tIns="0" rIns="0" bIns="0" anchor="t">
            <a:noAutofit/>
          </a:bodyPr>
          <a:lstStyle xmlns:a="http://schemas.openxmlformats.org/drawingml/2006/main">
            <a:lvl1pPr algn="l">
              <a:lnSpc>
                <a:spcPct val="100000"/>
              </a:lnSpc>
              <a:buNone/>
              <a:defRPr sz="1200" b="0" i="0">
                <a:solidFill>
                  <a:schemeClr val="tx1"/>
                </a:solidFill>
                <a:latin typeface="Oracle Sans Tab"/>
                <a:ea typeface="Oracle Sans Tab"/>
                <a:cs typeface="Oracle Sans Tab"/>
              </a:defRPr>
            </a:lvl1pPr>
          </a:lstStyle>
          <a:p xmlns:a="http://schemas.openxmlformats.org/drawingml/2006/main">
            <a:pPr>
              <a:spcBef>
                <a:spcPts val="0"/>
              </a:spcBef>
              <a:buNone/>
            </a:pPr>
            <a:r>
              <a:t>Add speaker title</a:t>
            </a:r>
          </a:p>
        </p:txBody>
      </p:sp>
      <p:sp>
        <p:nvSpPr>
          <p:cNvPr id="82" name="Picture 3">
            <a:extLst xmlns:a="http://schemas.openxmlformats.org/drawingml/2006/main">
              <a:ext uri="{FF2B5EF4-FFF2-40B4-BE49-F238E27FC236}">
                <a16:creationId xmlns:a16="http://schemas.microsoft.com/office/drawing/2014/main" id="{B9743AA0-6CB0-2E48-9ADB-1CC690E743B4}"/>
              </a:ext>
            </a:extLst>
          </p:cNvPr>
          <p:cNvSpPr>
            <a:spLocks xmlns:a="http://schemas.openxmlformats.org/drawingml/2006/main" noGrp="1"/>
          </p:cNvSpPr>
          <p:nvPr>
            <p:ph type="pic" idx="32"/>
          </p:nvPr>
        </p:nvSpPr>
        <p:spPr>
          <a:xfrm xmlns:a="http://schemas.openxmlformats.org/drawingml/2006/main">
            <a:off x="768257" y="4658530"/>
            <a:ext cx="1370529" cy="1371600"/>
          </a:xfrm>
          <a:prstGeom xmlns:a="http://schemas.openxmlformats.org/drawingml/2006/main" prst="ellipse">
            <a:avLst/>
          </a:prstGeom>
        </p:spPr>
        <p:txBody>
          <a:bodyPr xmlns:a="http://schemas.openxmlformats.org/drawingml/2006/main"/>
          <a:lstStyle xmlns:a="http://schemas.openxmlformats.org/drawingml/2006/main">
            <a:lvl1pPr>
              <a:buNone/>
              <a:defRPr>
                <a:solidFill>
                  <a:schemeClr val="tx1"/>
                </a:solidFill>
              </a:defRPr>
            </a:lvl1pPr>
          </a:lstStyle>
          <a:p xmlns:a="http://schemas.openxmlformats.org/drawingml/2006/main">
            <a:r>
              <a:t>Click icon to add picture</a:t>
            </a:r>
          </a:p>
        </p:txBody>
      </p:sp>
      <p:sp>
        <p:nvSpPr>
          <p:cNvPr id="83" name="Name 3">
            <a:extLst xmlns:a="http://schemas.openxmlformats.org/drawingml/2006/main">
              <a:ext uri="{FF2B5EF4-FFF2-40B4-BE49-F238E27FC236}">
                <a16:creationId xmlns:a16="http://schemas.microsoft.com/office/drawing/2014/main" id="{7FE364B2-4B5D-0750-F686-7376A0054F8F}"/>
              </a:ext>
            </a:extLst>
          </p:cNvPr>
          <p:cNvSpPr>
            <a:spLocks xmlns:a="http://schemas.openxmlformats.org/drawingml/2006/main" noGrp="1"/>
          </p:cNvSpPr>
          <p:nvPr>
            <p:ph type="body" idx="33" hasCustomPrompt="1"/>
          </p:nvPr>
        </p:nvSpPr>
        <p:spPr>
          <a:xfrm xmlns:a="http://schemas.openxmlformats.org/drawingml/2006/main">
            <a:off x="2438576" y="5083641"/>
            <a:ext cx="1920240" cy="298064"/>
          </a:xfrm>
        </p:spPr>
        <p:txBody>
          <a:bodyPr xmlns:a="http://schemas.openxmlformats.org/drawingml/2006/main" vert="horz" lIns="0" tIns="0" rIns="0" bIns="0" anchor="t">
            <a:noAutofit/>
          </a:bodyPr>
          <a:lstStyle xmlns:a="http://schemas.openxmlformats.org/drawingml/2006/main">
            <a:lvl1pPr algn="l">
              <a:lnSpc>
                <a:spcPct val="100000"/>
              </a:lnSpc>
              <a:buNone/>
              <a:defRPr sz="1400" b="1" i="0">
                <a:solidFill>
                  <a:schemeClr val="tx1"/>
                </a:solidFill>
                <a:latin typeface="Oracle Sans Tab"/>
                <a:ea typeface="Oracle Sans Tab"/>
                <a:cs typeface="Oracle Sans Tab"/>
              </a:defRPr>
            </a:lvl1pPr>
          </a:lstStyle>
          <a:p xmlns:a="http://schemas.openxmlformats.org/drawingml/2006/main">
            <a:pPr>
              <a:spcBef>
                <a:spcPts val="0"/>
              </a:spcBef>
              <a:buNone/>
            </a:pPr>
            <a:r>
              <a:t>Add speaker name</a:t>
            </a:r>
          </a:p>
        </p:txBody>
      </p:sp>
      <p:sp>
        <p:nvSpPr>
          <p:cNvPr id="84" name="Name 3">
            <a:extLst xmlns:a="http://schemas.openxmlformats.org/drawingml/2006/main">
              <a:ext uri="{FF2B5EF4-FFF2-40B4-BE49-F238E27FC236}">
                <a16:creationId xmlns:a16="http://schemas.microsoft.com/office/drawing/2014/main" id="{111F11BD-FB90-28F4-5BED-A457E1D33F32}"/>
              </a:ext>
            </a:extLst>
          </p:cNvPr>
          <p:cNvSpPr>
            <a:spLocks xmlns:a="http://schemas.openxmlformats.org/drawingml/2006/main" noGrp="1"/>
          </p:cNvSpPr>
          <p:nvPr>
            <p:ph type="body" idx="34" hasCustomPrompt="1"/>
          </p:nvPr>
        </p:nvSpPr>
        <p:spPr>
          <a:xfrm xmlns:a="http://schemas.openxmlformats.org/drawingml/2006/main">
            <a:off x="2438576" y="5388172"/>
            <a:ext cx="1920240" cy="246888"/>
          </a:xfrm>
        </p:spPr>
        <p:txBody>
          <a:bodyPr xmlns:a="http://schemas.openxmlformats.org/drawingml/2006/main" vert="horz" lIns="0" tIns="0" rIns="0" bIns="0" anchor="t">
            <a:noAutofit/>
          </a:bodyPr>
          <a:lstStyle xmlns:a="http://schemas.openxmlformats.org/drawingml/2006/main">
            <a:lvl1pPr algn="l">
              <a:lnSpc>
                <a:spcPct val="100000"/>
              </a:lnSpc>
              <a:buNone/>
              <a:defRPr sz="1200" b="0" i="0">
                <a:solidFill>
                  <a:schemeClr val="tx1"/>
                </a:solidFill>
                <a:latin typeface="Oracle Sans Tab"/>
                <a:ea typeface="Oracle Sans Tab"/>
                <a:cs typeface="Oracle Sans Tab"/>
              </a:defRPr>
            </a:lvl1pPr>
          </a:lstStyle>
          <a:p xmlns:a="http://schemas.openxmlformats.org/drawingml/2006/main">
            <a:pPr>
              <a:spcBef>
                <a:spcPts val="0"/>
              </a:spcBef>
              <a:buNone/>
            </a:pPr>
            <a:r>
              <a:t>Add speaker title</a:t>
            </a:r>
          </a:p>
        </p:txBody>
      </p:sp>
      <p:sp>
        <p:nvSpPr>
          <p:cNvPr id="91" name="Picture 4">
            <a:extLst xmlns:a="http://schemas.openxmlformats.org/drawingml/2006/main">
              <a:ext uri="{FF2B5EF4-FFF2-40B4-BE49-F238E27FC236}">
                <a16:creationId xmlns:a16="http://schemas.microsoft.com/office/drawing/2014/main" id="{288C7677-74A4-87D5-B77D-03AC70679BAC}"/>
              </a:ext>
            </a:extLst>
          </p:cNvPr>
          <p:cNvSpPr>
            <a:spLocks xmlns:a="http://schemas.openxmlformats.org/drawingml/2006/main" noGrp="1"/>
          </p:cNvSpPr>
          <p:nvPr>
            <p:ph type="pic" idx="41"/>
          </p:nvPr>
        </p:nvSpPr>
        <p:spPr>
          <a:xfrm xmlns:a="http://schemas.openxmlformats.org/drawingml/2006/main">
            <a:off x="6379003" y="1259633"/>
            <a:ext cx="1370529" cy="1371600"/>
          </a:xfrm>
          <a:prstGeom xmlns:a="http://schemas.openxmlformats.org/drawingml/2006/main" prst="ellipse">
            <a:avLst/>
          </a:prstGeom>
        </p:spPr>
        <p:txBody>
          <a:bodyPr xmlns:a="http://schemas.openxmlformats.org/drawingml/2006/main"/>
          <a:lstStyle xmlns:a="http://schemas.openxmlformats.org/drawingml/2006/main">
            <a:lvl1pPr>
              <a:buNone/>
              <a:defRPr>
                <a:solidFill>
                  <a:schemeClr val="tx1"/>
                </a:solidFill>
              </a:defRPr>
            </a:lvl1pPr>
          </a:lstStyle>
          <a:p xmlns:a="http://schemas.openxmlformats.org/drawingml/2006/main">
            <a:r>
              <a:t>Click icon to add picture</a:t>
            </a:r>
          </a:p>
        </p:txBody>
      </p:sp>
      <p:sp>
        <p:nvSpPr>
          <p:cNvPr id="92" name="Name 4">
            <a:extLst xmlns:a="http://schemas.openxmlformats.org/drawingml/2006/main">
              <a:ext uri="{FF2B5EF4-FFF2-40B4-BE49-F238E27FC236}">
                <a16:creationId xmlns:a16="http://schemas.microsoft.com/office/drawing/2014/main" id="{AF588FE9-35BC-F09C-55DF-26752ACAD486}"/>
              </a:ext>
            </a:extLst>
          </p:cNvPr>
          <p:cNvSpPr>
            <a:spLocks xmlns:a="http://schemas.openxmlformats.org/drawingml/2006/main" noGrp="1"/>
          </p:cNvSpPr>
          <p:nvPr>
            <p:ph type="body" idx="42" hasCustomPrompt="1"/>
          </p:nvPr>
        </p:nvSpPr>
        <p:spPr>
          <a:xfrm xmlns:a="http://schemas.openxmlformats.org/drawingml/2006/main">
            <a:off x="8037558" y="1667912"/>
            <a:ext cx="1920240" cy="298064"/>
          </a:xfrm>
        </p:spPr>
        <p:txBody>
          <a:bodyPr xmlns:a="http://schemas.openxmlformats.org/drawingml/2006/main" vert="horz" lIns="0" tIns="0" rIns="0" bIns="0" anchor="t">
            <a:noAutofit/>
          </a:bodyPr>
          <a:lstStyle xmlns:a="http://schemas.openxmlformats.org/drawingml/2006/main">
            <a:lvl1pPr algn="l">
              <a:lnSpc>
                <a:spcPct val="100000"/>
              </a:lnSpc>
              <a:buNone/>
              <a:defRPr sz="1400" b="1" i="0">
                <a:solidFill>
                  <a:schemeClr val="tx1"/>
                </a:solidFill>
                <a:latin typeface="Oracle Sans Tab"/>
                <a:ea typeface="Oracle Sans Tab"/>
                <a:cs typeface="Oracle Sans Tab"/>
              </a:defRPr>
            </a:lvl1pPr>
          </a:lstStyle>
          <a:p xmlns:a="http://schemas.openxmlformats.org/drawingml/2006/main">
            <a:pPr>
              <a:spcBef>
                <a:spcPts val="0"/>
              </a:spcBef>
              <a:buNone/>
            </a:pPr>
            <a:r>
              <a:t>Add speaker name</a:t>
            </a:r>
          </a:p>
        </p:txBody>
      </p:sp>
      <p:sp>
        <p:nvSpPr>
          <p:cNvPr id="93" name="Title 4">
            <a:extLst xmlns:a="http://schemas.openxmlformats.org/drawingml/2006/main">
              <a:ext uri="{FF2B5EF4-FFF2-40B4-BE49-F238E27FC236}">
                <a16:creationId xmlns:a16="http://schemas.microsoft.com/office/drawing/2014/main" id="{BC8C5213-FFE9-AE65-FDE6-CBF115337B71}"/>
              </a:ext>
            </a:extLst>
          </p:cNvPr>
          <p:cNvSpPr>
            <a:spLocks xmlns:a="http://schemas.openxmlformats.org/drawingml/2006/main" noGrp="1"/>
          </p:cNvSpPr>
          <p:nvPr>
            <p:ph type="body" idx="43" hasCustomPrompt="1"/>
          </p:nvPr>
        </p:nvSpPr>
        <p:spPr>
          <a:xfrm xmlns:a="http://schemas.openxmlformats.org/drawingml/2006/main">
            <a:off x="8037558" y="1983046"/>
            <a:ext cx="1920240" cy="248992"/>
          </a:xfrm>
        </p:spPr>
        <p:txBody>
          <a:bodyPr xmlns:a="http://schemas.openxmlformats.org/drawingml/2006/main" vert="horz" lIns="0" tIns="0" rIns="0" bIns="0" anchor="t">
            <a:noAutofit/>
          </a:bodyPr>
          <a:lstStyle xmlns:a="http://schemas.openxmlformats.org/drawingml/2006/main">
            <a:lvl1pPr algn="l">
              <a:lnSpc>
                <a:spcPct val="100000"/>
              </a:lnSpc>
              <a:buNone/>
              <a:defRPr sz="1200" b="0" i="0">
                <a:solidFill>
                  <a:schemeClr val="tx1"/>
                </a:solidFill>
                <a:latin typeface="Oracle Sans Tab"/>
                <a:ea typeface="Oracle Sans Tab"/>
                <a:cs typeface="Oracle Sans Tab"/>
              </a:defRPr>
            </a:lvl1pPr>
          </a:lstStyle>
          <a:p xmlns:a="http://schemas.openxmlformats.org/drawingml/2006/main">
            <a:pPr>
              <a:spcBef>
                <a:spcPts val="0"/>
              </a:spcBef>
              <a:buNone/>
            </a:pPr>
            <a:r>
              <a:t>Add speaker title</a:t>
            </a:r>
          </a:p>
        </p:txBody>
      </p:sp>
      <p:sp>
        <p:nvSpPr>
          <p:cNvPr id="85" name="Picture 5">
            <a:extLst xmlns:a="http://schemas.openxmlformats.org/drawingml/2006/main">
              <a:ext uri="{FF2B5EF4-FFF2-40B4-BE49-F238E27FC236}">
                <a16:creationId xmlns:a16="http://schemas.microsoft.com/office/drawing/2014/main" id="{25483374-F780-293B-7C18-D75F9FA05893}"/>
              </a:ext>
            </a:extLst>
          </p:cNvPr>
          <p:cNvSpPr>
            <a:spLocks xmlns:a="http://schemas.openxmlformats.org/drawingml/2006/main" noGrp="1"/>
          </p:cNvSpPr>
          <p:nvPr>
            <p:ph type="pic" idx="35"/>
          </p:nvPr>
        </p:nvSpPr>
        <p:spPr>
          <a:xfrm xmlns:a="http://schemas.openxmlformats.org/drawingml/2006/main">
            <a:off x="6379003" y="2959714"/>
            <a:ext cx="1370529" cy="1371600"/>
          </a:xfrm>
          <a:prstGeom xmlns:a="http://schemas.openxmlformats.org/drawingml/2006/main" prst="ellipse">
            <a:avLst/>
          </a:prstGeom>
        </p:spPr>
        <p:txBody>
          <a:bodyPr xmlns:a="http://schemas.openxmlformats.org/drawingml/2006/main"/>
          <a:lstStyle xmlns:a="http://schemas.openxmlformats.org/drawingml/2006/main">
            <a:lvl1pPr>
              <a:buNone/>
              <a:defRPr>
                <a:solidFill>
                  <a:schemeClr val="tx1"/>
                </a:solidFill>
              </a:defRPr>
            </a:lvl1pPr>
          </a:lstStyle>
          <a:p xmlns:a="http://schemas.openxmlformats.org/drawingml/2006/main">
            <a:r>
              <a:t>Click icon to add picture</a:t>
            </a:r>
          </a:p>
        </p:txBody>
      </p:sp>
      <p:sp>
        <p:nvSpPr>
          <p:cNvPr id="86" name="Name 5">
            <a:extLst xmlns:a="http://schemas.openxmlformats.org/drawingml/2006/main">
              <a:ext uri="{FF2B5EF4-FFF2-40B4-BE49-F238E27FC236}">
                <a16:creationId xmlns:a16="http://schemas.microsoft.com/office/drawing/2014/main" id="{BF047364-28B8-1F30-EEEB-7B6E2368A6AB}"/>
              </a:ext>
            </a:extLst>
          </p:cNvPr>
          <p:cNvSpPr>
            <a:spLocks xmlns:a="http://schemas.openxmlformats.org/drawingml/2006/main" noGrp="1"/>
          </p:cNvSpPr>
          <p:nvPr>
            <p:ph type="body" idx="36" hasCustomPrompt="1"/>
          </p:nvPr>
        </p:nvSpPr>
        <p:spPr>
          <a:xfrm xmlns:a="http://schemas.openxmlformats.org/drawingml/2006/main">
            <a:off x="8037558" y="3355413"/>
            <a:ext cx="1920240" cy="298064"/>
          </a:xfrm>
        </p:spPr>
        <p:txBody>
          <a:bodyPr xmlns:a="http://schemas.openxmlformats.org/drawingml/2006/main" vert="horz" lIns="0" tIns="0" rIns="0" bIns="0" anchor="t">
            <a:noAutofit/>
          </a:bodyPr>
          <a:lstStyle xmlns:a="http://schemas.openxmlformats.org/drawingml/2006/main">
            <a:lvl1pPr algn="l">
              <a:lnSpc>
                <a:spcPct val="100000"/>
              </a:lnSpc>
              <a:buNone/>
              <a:defRPr sz="1400" b="1" i="0">
                <a:solidFill>
                  <a:schemeClr val="tx1"/>
                </a:solidFill>
                <a:latin typeface="Oracle Sans Tab"/>
                <a:ea typeface="Oracle Sans Tab"/>
                <a:cs typeface="Oracle Sans Tab"/>
              </a:defRPr>
            </a:lvl1pPr>
          </a:lstStyle>
          <a:p xmlns:a="http://schemas.openxmlformats.org/drawingml/2006/main">
            <a:pPr>
              <a:spcBef>
                <a:spcPts val="0"/>
              </a:spcBef>
              <a:buNone/>
            </a:pPr>
            <a:r>
              <a:t>Add speaker name</a:t>
            </a:r>
          </a:p>
        </p:txBody>
      </p:sp>
      <p:sp>
        <p:nvSpPr>
          <p:cNvPr id="87" name="Title 5">
            <a:extLst xmlns:a="http://schemas.openxmlformats.org/drawingml/2006/main">
              <a:ext uri="{FF2B5EF4-FFF2-40B4-BE49-F238E27FC236}">
                <a16:creationId xmlns:a16="http://schemas.microsoft.com/office/drawing/2014/main" id="{09D55A0B-3944-9795-0EC9-244A2E8C0062}"/>
              </a:ext>
            </a:extLst>
          </p:cNvPr>
          <p:cNvSpPr>
            <a:spLocks xmlns:a="http://schemas.openxmlformats.org/drawingml/2006/main" noGrp="1"/>
          </p:cNvSpPr>
          <p:nvPr>
            <p:ph type="body" idx="37" hasCustomPrompt="1"/>
          </p:nvPr>
        </p:nvSpPr>
        <p:spPr>
          <a:xfrm xmlns:a="http://schemas.openxmlformats.org/drawingml/2006/main">
            <a:off x="8037558" y="3659944"/>
            <a:ext cx="1920240" cy="248992"/>
          </a:xfrm>
        </p:spPr>
        <p:txBody>
          <a:bodyPr xmlns:a="http://schemas.openxmlformats.org/drawingml/2006/main" vert="horz" lIns="0" tIns="0" rIns="0" bIns="0" anchor="t">
            <a:noAutofit/>
          </a:bodyPr>
          <a:lstStyle xmlns:a="http://schemas.openxmlformats.org/drawingml/2006/main">
            <a:lvl1pPr algn="l">
              <a:lnSpc>
                <a:spcPct val="100000"/>
              </a:lnSpc>
              <a:buNone/>
              <a:defRPr sz="1200" b="0" i="0">
                <a:solidFill>
                  <a:schemeClr val="tx1"/>
                </a:solidFill>
                <a:latin typeface="Oracle Sans Tab"/>
                <a:ea typeface="Oracle Sans Tab"/>
                <a:cs typeface="Oracle Sans Tab"/>
              </a:defRPr>
            </a:lvl1pPr>
          </a:lstStyle>
          <a:p xmlns:a="http://schemas.openxmlformats.org/drawingml/2006/main">
            <a:pPr>
              <a:spcBef>
                <a:spcPts val="0"/>
              </a:spcBef>
              <a:buNone/>
            </a:pPr>
            <a:r>
              <a:t>Add speaker title</a:t>
            </a:r>
          </a:p>
        </p:txBody>
      </p:sp>
      <p:sp>
        <p:nvSpPr>
          <p:cNvPr id="94" name="Picture 6">
            <a:extLst xmlns:a="http://schemas.openxmlformats.org/drawingml/2006/main">
              <a:ext uri="{FF2B5EF4-FFF2-40B4-BE49-F238E27FC236}">
                <a16:creationId xmlns:a16="http://schemas.microsoft.com/office/drawing/2014/main" id="{C5596C01-BDD3-872C-1E20-6F26FD847F92}"/>
              </a:ext>
            </a:extLst>
          </p:cNvPr>
          <p:cNvSpPr>
            <a:spLocks xmlns:a="http://schemas.openxmlformats.org/drawingml/2006/main" noGrp="1"/>
          </p:cNvSpPr>
          <p:nvPr>
            <p:ph type="pic" idx="44"/>
          </p:nvPr>
        </p:nvSpPr>
        <p:spPr>
          <a:xfrm xmlns:a="http://schemas.openxmlformats.org/drawingml/2006/main">
            <a:off x="6379003" y="4658530"/>
            <a:ext cx="1370529" cy="1371600"/>
          </a:xfrm>
          <a:prstGeom xmlns:a="http://schemas.openxmlformats.org/drawingml/2006/main" prst="ellipse">
            <a:avLst/>
          </a:prstGeom>
        </p:spPr>
        <p:txBody>
          <a:bodyPr xmlns:a="http://schemas.openxmlformats.org/drawingml/2006/main"/>
          <a:lstStyle xmlns:a="http://schemas.openxmlformats.org/drawingml/2006/main">
            <a:lvl1pPr>
              <a:buNone/>
              <a:defRPr>
                <a:solidFill>
                  <a:schemeClr val="tx1"/>
                </a:solidFill>
              </a:defRPr>
            </a:lvl1pPr>
          </a:lstStyle>
          <a:p xmlns:a="http://schemas.openxmlformats.org/drawingml/2006/main">
            <a:r>
              <a:t>Click icon to add picture</a:t>
            </a:r>
          </a:p>
        </p:txBody>
      </p:sp>
      <p:sp>
        <p:nvSpPr>
          <p:cNvPr id="95" name="Name 6">
            <a:extLst xmlns:a="http://schemas.openxmlformats.org/drawingml/2006/main">
              <a:ext uri="{FF2B5EF4-FFF2-40B4-BE49-F238E27FC236}">
                <a16:creationId xmlns:a16="http://schemas.microsoft.com/office/drawing/2014/main" id="{908A6C8C-55F0-CAFA-799F-1586491CE534}"/>
              </a:ext>
            </a:extLst>
          </p:cNvPr>
          <p:cNvSpPr>
            <a:spLocks xmlns:a="http://schemas.openxmlformats.org/drawingml/2006/main" noGrp="1"/>
          </p:cNvSpPr>
          <p:nvPr>
            <p:ph type="body" idx="45" hasCustomPrompt="1"/>
          </p:nvPr>
        </p:nvSpPr>
        <p:spPr>
          <a:xfrm xmlns:a="http://schemas.openxmlformats.org/drawingml/2006/main">
            <a:off x="8037558" y="5078984"/>
            <a:ext cx="1920240" cy="298064"/>
          </a:xfrm>
        </p:spPr>
        <p:txBody>
          <a:bodyPr xmlns:a="http://schemas.openxmlformats.org/drawingml/2006/main" vert="horz" lIns="0" tIns="0" rIns="0" bIns="0" anchor="t">
            <a:noAutofit/>
          </a:bodyPr>
          <a:lstStyle xmlns:a="http://schemas.openxmlformats.org/drawingml/2006/main">
            <a:lvl1pPr algn="l">
              <a:lnSpc>
                <a:spcPct val="100000"/>
              </a:lnSpc>
              <a:buNone/>
              <a:defRPr sz="1400" b="1" i="0">
                <a:solidFill>
                  <a:schemeClr val="tx1"/>
                </a:solidFill>
                <a:latin typeface="Oracle Sans Tab"/>
                <a:ea typeface="Oracle Sans Tab"/>
                <a:cs typeface="Oracle Sans Tab"/>
              </a:defRPr>
            </a:lvl1pPr>
          </a:lstStyle>
          <a:p xmlns:a="http://schemas.openxmlformats.org/drawingml/2006/main">
            <a:pPr>
              <a:spcBef>
                <a:spcPts val="0"/>
              </a:spcBef>
              <a:buNone/>
            </a:pPr>
            <a:r>
              <a:t>Add speaker name</a:t>
            </a:r>
          </a:p>
        </p:txBody>
      </p:sp>
      <p:sp>
        <p:nvSpPr>
          <p:cNvPr id="96" name="Name 7">
            <a:extLst xmlns:a="http://schemas.openxmlformats.org/drawingml/2006/main">
              <a:ext uri="{FF2B5EF4-FFF2-40B4-BE49-F238E27FC236}">
                <a16:creationId xmlns:a16="http://schemas.microsoft.com/office/drawing/2014/main" id="{80B8C125-5BDD-9CC4-70C3-CBF897A29E80}"/>
              </a:ext>
            </a:extLst>
          </p:cNvPr>
          <p:cNvSpPr>
            <a:spLocks xmlns:a="http://schemas.openxmlformats.org/drawingml/2006/main" noGrp="1"/>
          </p:cNvSpPr>
          <p:nvPr>
            <p:ph type="body" idx="46" hasCustomPrompt="1"/>
          </p:nvPr>
        </p:nvSpPr>
        <p:spPr>
          <a:xfrm xmlns:a="http://schemas.openxmlformats.org/drawingml/2006/main">
            <a:off x="8037558" y="5383515"/>
            <a:ext cx="1920240" cy="248992"/>
          </a:xfrm>
        </p:spPr>
        <p:txBody>
          <a:bodyPr xmlns:a="http://schemas.openxmlformats.org/drawingml/2006/main" vert="horz" lIns="0" tIns="0" rIns="0" bIns="0" anchor="t">
            <a:noAutofit/>
          </a:bodyPr>
          <a:lstStyle xmlns:a="http://schemas.openxmlformats.org/drawingml/2006/main">
            <a:lvl1pPr algn="l">
              <a:lnSpc>
                <a:spcPct val="100000"/>
              </a:lnSpc>
              <a:buNone/>
              <a:defRPr sz="1200" b="0" i="0">
                <a:solidFill>
                  <a:schemeClr val="tx1"/>
                </a:solidFill>
                <a:latin typeface="Oracle Sans Tab"/>
                <a:ea typeface="Oracle Sans Tab"/>
                <a:cs typeface="Oracle Sans Tab"/>
              </a:defRPr>
            </a:lvl1pPr>
          </a:lstStyle>
          <a:p xmlns:a="http://schemas.openxmlformats.org/drawingml/2006/main">
            <a:pPr>
              <a:spcBef>
                <a:spcPts val="0"/>
              </a:spcBef>
              <a:buNone/>
            </a:pPr>
            <a:r>
              <a:t>Add speaker title</a:t>
            </a:r>
          </a:p>
        </p:txBody>
      </p:sp>
      <p:sp>
        <p:nvSpPr>
          <p:cNvPr id="6" name="Date Placeholder 5">
            <a:extLst xmlns:a="http://schemas.openxmlformats.org/drawingml/2006/main">
              <a:ext uri="{FF2B5EF4-FFF2-40B4-BE49-F238E27FC236}">
                <a16:creationId xmlns:a16="http://schemas.microsoft.com/office/drawing/2014/main" id="{6CBD1BE4-F898-E801-0CB3-FB0B10CBD92C}"/>
              </a:ext>
            </a:extLst>
          </p:cNvPr>
          <p:cNvSpPr>
            <a:spLocks xmlns:a="http://schemas.openxmlformats.org/drawingml/2006/main" noGrp="1"/>
          </p:cNvSpPr>
          <p:nvPr>
            <p:ph type="dt" idx="47"/>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[Date]</a:t>
            </a:r>
          </a:p>
        </p:txBody>
      </p:sp>
      <p:sp>
        <p:nvSpPr>
          <p:cNvPr id="7" name="Footer Placeholder 6">
            <a:extLst xmlns:a="http://schemas.openxmlformats.org/drawingml/2006/main">
              <a:ext uri="{FF2B5EF4-FFF2-40B4-BE49-F238E27FC236}">
                <a16:creationId xmlns:a16="http://schemas.microsoft.com/office/drawing/2014/main" id="{4A66B217-9023-BD3C-C1F4-FE70200F6269}"/>
              </a:ext>
            </a:extLst>
          </p:cNvPr>
          <p:cNvSpPr>
            <a:spLocks xmlns:a="http://schemas.openxmlformats.org/drawingml/2006/main" noGrp="1"/>
          </p:cNvSpPr>
          <p:nvPr>
            <p:ph type="ftr" idx="48"/>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Copyright © 2026, Oracle and/or its affiliates |  Confidential: Internal/Restricted/Highly Restricted</a:t>
            </a:r>
          </a:p>
        </p:txBody>
      </p:sp>
      <p:sp>
        <p:nvSpPr>
          <p:cNvPr id="8" name="Slide Number Placeholder 7">
            <a:extLst xmlns:a="http://schemas.openxmlformats.org/drawingml/2006/main">
              <a:ext uri="{FF2B5EF4-FFF2-40B4-BE49-F238E27FC236}">
                <a16:creationId xmlns:a16="http://schemas.microsoft.com/office/drawing/2014/main" id="{558764A5-1BAA-7799-043A-4532D1D749FF}"/>
              </a:ext>
            </a:extLst>
          </p:cNvPr>
          <p:cNvSpPr>
            <a:spLocks xmlns:a="http://schemas.openxmlformats.org/drawingml/2006/main" noGrp="1"/>
          </p:cNvSpPr>
          <p:nvPr>
            <p:ph type="sldNum" idx="49"/>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fld id="{345D60D9-5372-5F40-9443-0F9AE5BDC3C8}" type="slidenum">
              <a:t>‹#›</a:t>
            </a:fld>
          </a:p>
        </p:txBody>
      </p:sp>
    </p:spTree>
  </p:cSld>
</p:sldLayout>
</file>

<file path=ppt/slideLayouts/slideLayout58.xml><?xml version="1.0" encoding="utf-8"?>
<p:sldLayout xmlns:p="http://schemas.openxmlformats.org/presentationml/2006/main" preserve="1" userDrawn="1">
  <p:cSld name="Speaker_10">
    <p:bg>
      <p:bgPr>
        <a:solidFill xmlns:a="http://schemas.openxmlformats.org/drawingml/2006/main">
          <a:schemeClr val="bg2"/>
        </a:solidFill>
      </p:bgPr>
    </p:bg>
    <p:spTree>
      <p:nvGrpSpPr>
        <p:cNvPr id="1" name=""/>
        <p:cNvGrpSpPr/>
        <p:nvPr/>
      </p:nvGrpSpPr>
      <p:grpSpPr>
        <a:xfrm xmlns:a="http://schemas.openxmlformats.org/drawingml/2006/main"/>
      </p:grpSpPr>
      <p:sp>
        <p:nvSpPr>
          <p:cNvPr id="5" name="Title 4">
            <a:extLst xmlns:a="http://schemas.openxmlformats.org/drawingml/2006/main">
              <a:ext uri="{FF2B5EF4-FFF2-40B4-BE49-F238E27FC236}">
                <a16:creationId xmlns:a16="http://schemas.microsoft.com/office/drawing/2014/main" id="{405C068A-F72E-87F3-36CA-42BEFF618047}"/>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19" name="Picture 1">
            <a:extLst xmlns:a="http://schemas.openxmlformats.org/drawingml/2006/main">
              <a:ext uri="{FF2B5EF4-FFF2-40B4-BE49-F238E27FC236}">
                <a16:creationId xmlns:a16="http://schemas.microsoft.com/office/drawing/2014/main" id="{DEEA7EE7-413E-4F05-94D2-2DA6180164CA}"/>
              </a:ext>
            </a:extLst>
          </p:cNvPr>
          <p:cNvSpPr>
            <a:spLocks xmlns:a="http://schemas.openxmlformats.org/drawingml/2006/main" noGrp="1"/>
          </p:cNvSpPr>
          <p:nvPr>
            <p:ph type="pic" idx="10"/>
          </p:nvPr>
        </p:nvSpPr>
        <p:spPr>
          <a:xfrm xmlns:a="http://schemas.openxmlformats.org/drawingml/2006/main">
            <a:off x="1112987" y="1494713"/>
            <a:ext cx="1096422" cy="1097280"/>
          </a:xfrm>
          <a:prstGeom xmlns:a="http://schemas.openxmlformats.org/drawingml/2006/main" prst="ellipse">
            <a:avLst/>
          </a:prstGeom>
        </p:spPr>
        <p:txBody>
          <a:bodyPr xmlns:a="http://schemas.openxmlformats.org/drawingml/2006/main"/>
          <a:lstStyle xmlns:a="http://schemas.openxmlformats.org/drawingml/2006/main">
            <a:lvl1pPr>
              <a:buNone/>
              <a:defRPr>
                <a:solidFill>
                  <a:schemeClr val="tx1"/>
                </a:solidFill>
              </a:defRPr>
            </a:lvl1pPr>
          </a:lstStyle>
          <a:p xmlns:a="http://schemas.openxmlformats.org/drawingml/2006/main">
            <a:r>
              <a:t>Click icon to add picture</a:t>
            </a:r>
          </a:p>
        </p:txBody>
      </p:sp>
      <p:sp>
        <p:nvSpPr>
          <p:cNvPr id="37" name="Name 1">
            <a:extLst xmlns:a="http://schemas.openxmlformats.org/drawingml/2006/main">
              <a:ext uri="{FF2B5EF4-FFF2-40B4-BE49-F238E27FC236}">
                <a16:creationId xmlns:a16="http://schemas.microsoft.com/office/drawing/2014/main" id="{4B94D438-35CF-4631-8709-33AB89A0307E}"/>
              </a:ext>
            </a:extLst>
          </p:cNvPr>
          <p:cNvSpPr>
            <a:spLocks xmlns:a="http://schemas.openxmlformats.org/drawingml/2006/main" noGrp="1"/>
          </p:cNvSpPr>
          <p:nvPr>
            <p:ph type="body" idx="12" hasCustomPrompt="1"/>
          </p:nvPr>
        </p:nvSpPr>
        <p:spPr>
          <a:xfrm xmlns:a="http://schemas.openxmlformats.org/drawingml/2006/main">
            <a:off x="701078" y="2726695"/>
            <a:ext cx="1920240" cy="298064"/>
          </a:xfrm>
        </p:spPr>
        <p:txBody>
          <a:bodyPr xmlns:a="http://schemas.openxmlformats.org/drawingml/2006/main" vert="horz" lIns="0" tIns="0" rIns="0" bIns="0" anchor="t">
            <a:noAutofit/>
          </a:bodyPr>
          <a:lstStyle xmlns:a="http://schemas.openxmlformats.org/drawingml/2006/main">
            <a:lvl1pPr algn="ctr">
              <a:lnSpc>
                <a:spcPct val="100000"/>
              </a:lnSpc>
              <a:buNone/>
              <a:defRPr sz="1400" b="1" i="0">
                <a:solidFill>
                  <a:schemeClr val="tx1"/>
                </a:solidFill>
                <a:latin typeface="Oracle Sans Tab"/>
                <a:ea typeface="Oracle Sans Tab"/>
                <a:cs typeface="Oracle Sans Tab"/>
              </a:defRPr>
            </a:lvl1pPr>
          </a:lstStyle>
          <a:p xmlns:a="http://schemas.openxmlformats.org/drawingml/2006/main">
            <a:pPr>
              <a:spcBef>
                <a:spcPts val="0"/>
              </a:spcBef>
              <a:buNone/>
            </a:pPr>
            <a:r>
              <a:t>Add speaker name</a:t>
            </a:r>
          </a:p>
        </p:txBody>
      </p:sp>
      <p:sp>
        <p:nvSpPr>
          <p:cNvPr id="38" name="Title 1">
            <a:extLst xmlns:a="http://schemas.openxmlformats.org/drawingml/2006/main">
              <a:ext uri="{FF2B5EF4-FFF2-40B4-BE49-F238E27FC236}">
                <a16:creationId xmlns:a16="http://schemas.microsoft.com/office/drawing/2014/main" id="{F34D25E2-243D-4B96-8C35-F96C56B3482F}"/>
              </a:ext>
            </a:extLst>
          </p:cNvPr>
          <p:cNvSpPr>
            <a:spLocks xmlns:a="http://schemas.openxmlformats.org/drawingml/2006/main" noGrp="1"/>
          </p:cNvSpPr>
          <p:nvPr>
            <p:ph type="body" idx="13" hasCustomPrompt="1"/>
          </p:nvPr>
        </p:nvSpPr>
        <p:spPr>
          <a:xfrm xmlns:a="http://schemas.openxmlformats.org/drawingml/2006/main">
            <a:off x="701078" y="3031226"/>
            <a:ext cx="1920240" cy="248992"/>
          </a:xfrm>
        </p:spPr>
        <p:txBody>
          <a:bodyPr xmlns:a="http://schemas.openxmlformats.org/drawingml/2006/main" vert="horz" lIns="0" tIns="0" rIns="0" bIns="0" anchor="t">
            <a:noAutofit/>
          </a:bodyPr>
          <a:lstStyle xmlns:a="http://schemas.openxmlformats.org/drawingml/2006/main">
            <a:lvl1pPr algn="ctr">
              <a:lnSpc>
                <a:spcPct val="100000"/>
              </a:lnSpc>
              <a:buNone/>
              <a:defRPr sz="1200" b="0" i="0">
                <a:solidFill>
                  <a:schemeClr val="tx1"/>
                </a:solidFill>
                <a:latin typeface="Oracle Sans Tab"/>
                <a:ea typeface="Oracle Sans Tab"/>
                <a:cs typeface="Oracle Sans Tab"/>
              </a:defRPr>
            </a:lvl1pPr>
          </a:lstStyle>
          <a:p xmlns:a="http://schemas.openxmlformats.org/drawingml/2006/main">
            <a:pPr>
              <a:spcBef>
                <a:spcPts val="0"/>
              </a:spcBef>
              <a:buNone/>
            </a:pPr>
            <a:r>
              <a:t>Add speaker title</a:t>
            </a:r>
          </a:p>
        </p:txBody>
      </p:sp>
      <p:sp>
        <p:nvSpPr>
          <p:cNvPr id="52" name="Picture 2">
            <a:extLst xmlns:a="http://schemas.openxmlformats.org/drawingml/2006/main">
              <a:ext uri="{FF2B5EF4-FFF2-40B4-BE49-F238E27FC236}">
                <a16:creationId xmlns:a16="http://schemas.microsoft.com/office/drawing/2014/main" id="{E3A8C480-E935-0DA4-A150-7A798552D69B}"/>
              </a:ext>
            </a:extLst>
          </p:cNvPr>
          <p:cNvSpPr>
            <a:spLocks xmlns:a="http://schemas.openxmlformats.org/drawingml/2006/main" noGrp="1"/>
          </p:cNvSpPr>
          <p:nvPr>
            <p:ph type="pic" idx="32"/>
          </p:nvPr>
        </p:nvSpPr>
        <p:spPr>
          <a:xfrm xmlns:a="http://schemas.openxmlformats.org/drawingml/2006/main">
            <a:off x="3398962" y="1494713"/>
            <a:ext cx="1096422" cy="1097280"/>
          </a:xfrm>
          <a:prstGeom xmlns:a="http://schemas.openxmlformats.org/drawingml/2006/main" prst="ellipse">
            <a:avLst/>
          </a:prstGeom>
        </p:spPr>
        <p:txBody>
          <a:bodyPr xmlns:a="http://schemas.openxmlformats.org/drawingml/2006/main"/>
          <a:lstStyle xmlns:a="http://schemas.openxmlformats.org/drawingml/2006/main">
            <a:lvl1pPr>
              <a:buNone/>
              <a:defRPr>
                <a:solidFill>
                  <a:schemeClr val="tx1"/>
                </a:solidFill>
              </a:defRPr>
            </a:lvl1pPr>
          </a:lstStyle>
          <a:p xmlns:a="http://schemas.openxmlformats.org/drawingml/2006/main">
            <a:r>
              <a:t>Click icon to add picture</a:t>
            </a:r>
          </a:p>
        </p:txBody>
      </p:sp>
      <p:sp>
        <p:nvSpPr>
          <p:cNvPr id="53" name="Name 2">
            <a:extLst xmlns:a="http://schemas.openxmlformats.org/drawingml/2006/main">
              <a:ext uri="{FF2B5EF4-FFF2-40B4-BE49-F238E27FC236}">
                <a16:creationId xmlns:a16="http://schemas.microsoft.com/office/drawing/2014/main" id="{D53E72DD-B667-6F64-FC11-B158256A1D6A}"/>
              </a:ext>
            </a:extLst>
          </p:cNvPr>
          <p:cNvSpPr>
            <a:spLocks xmlns:a="http://schemas.openxmlformats.org/drawingml/2006/main" noGrp="1"/>
          </p:cNvSpPr>
          <p:nvPr>
            <p:ph type="body" idx="33" hasCustomPrompt="1"/>
          </p:nvPr>
        </p:nvSpPr>
        <p:spPr>
          <a:xfrm xmlns:a="http://schemas.openxmlformats.org/drawingml/2006/main">
            <a:off x="2987053" y="2726695"/>
            <a:ext cx="1920240" cy="298064"/>
          </a:xfrm>
        </p:spPr>
        <p:txBody>
          <a:bodyPr xmlns:a="http://schemas.openxmlformats.org/drawingml/2006/main" vert="horz" lIns="0" tIns="0" rIns="0" bIns="0" anchor="t">
            <a:noAutofit/>
          </a:bodyPr>
          <a:lstStyle xmlns:a="http://schemas.openxmlformats.org/drawingml/2006/main">
            <a:lvl1pPr algn="ctr">
              <a:lnSpc>
                <a:spcPct val="100000"/>
              </a:lnSpc>
              <a:buNone/>
              <a:defRPr sz="1400" b="1" i="0">
                <a:solidFill>
                  <a:schemeClr val="tx1"/>
                </a:solidFill>
                <a:latin typeface="Oracle Sans Tab"/>
                <a:ea typeface="Oracle Sans Tab"/>
                <a:cs typeface="Oracle Sans Tab"/>
              </a:defRPr>
            </a:lvl1pPr>
          </a:lstStyle>
          <a:p xmlns:a="http://schemas.openxmlformats.org/drawingml/2006/main">
            <a:pPr>
              <a:spcBef>
                <a:spcPts val="0"/>
              </a:spcBef>
              <a:buNone/>
            </a:pPr>
            <a:r>
              <a:t>Add speaker name</a:t>
            </a:r>
          </a:p>
        </p:txBody>
      </p:sp>
      <p:sp>
        <p:nvSpPr>
          <p:cNvPr id="54" name="Title 2">
            <a:extLst xmlns:a="http://schemas.openxmlformats.org/drawingml/2006/main">
              <a:ext uri="{FF2B5EF4-FFF2-40B4-BE49-F238E27FC236}">
                <a16:creationId xmlns:a16="http://schemas.microsoft.com/office/drawing/2014/main" id="{1151B9AB-CBE4-1067-D049-3E69A0E78E18}"/>
              </a:ext>
            </a:extLst>
          </p:cNvPr>
          <p:cNvSpPr>
            <a:spLocks xmlns:a="http://schemas.openxmlformats.org/drawingml/2006/main" noGrp="1"/>
          </p:cNvSpPr>
          <p:nvPr>
            <p:ph type="body" idx="34" hasCustomPrompt="1"/>
          </p:nvPr>
        </p:nvSpPr>
        <p:spPr>
          <a:xfrm xmlns:a="http://schemas.openxmlformats.org/drawingml/2006/main">
            <a:off x="2987053" y="3031226"/>
            <a:ext cx="1920240" cy="248992"/>
          </a:xfrm>
        </p:spPr>
        <p:txBody>
          <a:bodyPr xmlns:a="http://schemas.openxmlformats.org/drawingml/2006/main" vert="horz" lIns="0" tIns="0" rIns="0" bIns="0" anchor="t">
            <a:noAutofit/>
          </a:bodyPr>
          <a:lstStyle xmlns:a="http://schemas.openxmlformats.org/drawingml/2006/main">
            <a:lvl1pPr algn="ctr">
              <a:lnSpc>
                <a:spcPct val="100000"/>
              </a:lnSpc>
              <a:buNone/>
              <a:defRPr sz="1200" b="0" i="0">
                <a:solidFill>
                  <a:schemeClr val="tx1"/>
                </a:solidFill>
                <a:latin typeface="Oracle Sans Tab"/>
                <a:ea typeface="Oracle Sans Tab"/>
                <a:cs typeface="Oracle Sans Tab"/>
              </a:defRPr>
            </a:lvl1pPr>
          </a:lstStyle>
          <a:p xmlns:a="http://schemas.openxmlformats.org/drawingml/2006/main">
            <a:pPr>
              <a:spcBef>
                <a:spcPts val="0"/>
              </a:spcBef>
              <a:buNone/>
            </a:pPr>
            <a:r>
              <a:t>Add speaker title</a:t>
            </a:r>
          </a:p>
        </p:txBody>
      </p:sp>
      <p:sp>
        <p:nvSpPr>
          <p:cNvPr id="55" name="Picture 3 ">
            <a:extLst xmlns:a="http://schemas.openxmlformats.org/drawingml/2006/main">
              <a:ext uri="{FF2B5EF4-FFF2-40B4-BE49-F238E27FC236}">
                <a16:creationId xmlns:a16="http://schemas.microsoft.com/office/drawing/2014/main" id="{B3646944-CB74-48E5-20C3-42C4C0663CDF}"/>
              </a:ext>
            </a:extLst>
          </p:cNvPr>
          <p:cNvSpPr>
            <a:spLocks xmlns:a="http://schemas.openxmlformats.org/drawingml/2006/main" noGrp="1"/>
          </p:cNvSpPr>
          <p:nvPr>
            <p:ph type="pic" idx="35"/>
          </p:nvPr>
        </p:nvSpPr>
        <p:spPr>
          <a:xfrm xmlns:a="http://schemas.openxmlformats.org/drawingml/2006/main">
            <a:off x="5684937" y="1494713"/>
            <a:ext cx="1096422" cy="1097280"/>
          </a:xfrm>
          <a:prstGeom xmlns:a="http://schemas.openxmlformats.org/drawingml/2006/main" prst="ellipse">
            <a:avLst/>
          </a:prstGeom>
        </p:spPr>
        <p:txBody>
          <a:bodyPr xmlns:a="http://schemas.openxmlformats.org/drawingml/2006/main"/>
          <a:lstStyle xmlns:a="http://schemas.openxmlformats.org/drawingml/2006/main">
            <a:lvl1pPr>
              <a:buNone/>
              <a:defRPr>
                <a:solidFill>
                  <a:schemeClr val="tx1"/>
                </a:solidFill>
              </a:defRPr>
            </a:lvl1pPr>
          </a:lstStyle>
          <a:p xmlns:a="http://schemas.openxmlformats.org/drawingml/2006/main">
            <a:r>
              <a:t>Click icon to add picture</a:t>
            </a:r>
          </a:p>
        </p:txBody>
      </p:sp>
      <p:sp>
        <p:nvSpPr>
          <p:cNvPr id="56" name="Name 3">
            <a:extLst xmlns:a="http://schemas.openxmlformats.org/drawingml/2006/main">
              <a:ext uri="{FF2B5EF4-FFF2-40B4-BE49-F238E27FC236}">
                <a16:creationId xmlns:a16="http://schemas.microsoft.com/office/drawing/2014/main" id="{4E1E4910-6DC5-4CFB-72D7-6EF41C7392E6}"/>
              </a:ext>
            </a:extLst>
          </p:cNvPr>
          <p:cNvSpPr>
            <a:spLocks xmlns:a="http://schemas.openxmlformats.org/drawingml/2006/main" noGrp="1"/>
          </p:cNvSpPr>
          <p:nvPr>
            <p:ph type="body" idx="36" hasCustomPrompt="1"/>
          </p:nvPr>
        </p:nvSpPr>
        <p:spPr>
          <a:xfrm xmlns:a="http://schemas.openxmlformats.org/drawingml/2006/main">
            <a:off x="5273028" y="2726695"/>
            <a:ext cx="1920240" cy="298064"/>
          </a:xfrm>
        </p:spPr>
        <p:txBody>
          <a:bodyPr xmlns:a="http://schemas.openxmlformats.org/drawingml/2006/main" vert="horz" lIns="0" tIns="0" rIns="0" bIns="0" anchor="t">
            <a:noAutofit/>
          </a:bodyPr>
          <a:lstStyle xmlns:a="http://schemas.openxmlformats.org/drawingml/2006/main">
            <a:lvl1pPr algn="ctr">
              <a:lnSpc>
                <a:spcPct val="100000"/>
              </a:lnSpc>
              <a:buNone/>
              <a:defRPr sz="1400" b="1" i="0">
                <a:solidFill>
                  <a:schemeClr val="tx1"/>
                </a:solidFill>
                <a:latin typeface="Oracle Sans Tab"/>
                <a:ea typeface="Oracle Sans Tab"/>
                <a:cs typeface="Oracle Sans Tab"/>
              </a:defRPr>
            </a:lvl1pPr>
          </a:lstStyle>
          <a:p xmlns:a="http://schemas.openxmlformats.org/drawingml/2006/main">
            <a:pPr>
              <a:spcBef>
                <a:spcPts val="0"/>
              </a:spcBef>
              <a:buNone/>
            </a:pPr>
            <a:r>
              <a:t>Add speaker name</a:t>
            </a:r>
          </a:p>
        </p:txBody>
      </p:sp>
      <p:sp>
        <p:nvSpPr>
          <p:cNvPr id="57" name="Title 3">
            <a:extLst xmlns:a="http://schemas.openxmlformats.org/drawingml/2006/main">
              <a:ext uri="{FF2B5EF4-FFF2-40B4-BE49-F238E27FC236}">
                <a16:creationId xmlns:a16="http://schemas.microsoft.com/office/drawing/2014/main" id="{694BBFD6-ACCD-92AD-91C9-FA5C1A7A9F62}"/>
              </a:ext>
            </a:extLst>
          </p:cNvPr>
          <p:cNvSpPr>
            <a:spLocks xmlns:a="http://schemas.openxmlformats.org/drawingml/2006/main" noGrp="1"/>
          </p:cNvSpPr>
          <p:nvPr>
            <p:ph type="body" idx="37" hasCustomPrompt="1"/>
          </p:nvPr>
        </p:nvSpPr>
        <p:spPr>
          <a:xfrm xmlns:a="http://schemas.openxmlformats.org/drawingml/2006/main">
            <a:off x="5273028" y="3031226"/>
            <a:ext cx="1920240" cy="248992"/>
          </a:xfrm>
        </p:spPr>
        <p:txBody>
          <a:bodyPr xmlns:a="http://schemas.openxmlformats.org/drawingml/2006/main" vert="horz" lIns="0" tIns="0" rIns="0" bIns="0" anchor="t">
            <a:noAutofit/>
          </a:bodyPr>
          <a:lstStyle xmlns:a="http://schemas.openxmlformats.org/drawingml/2006/main">
            <a:lvl1pPr algn="ctr">
              <a:lnSpc>
                <a:spcPct val="100000"/>
              </a:lnSpc>
              <a:buNone/>
              <a:defRPr sz="1200" b="0" i="0">
                <a:solidFill>
                  <a:schemeClr val="tx1"/>
                </a:solidFill>
                <a:latin typeface="Oracle Sans Tab"/>
                <a:ea typeface="Oracle Sans Tab"/>
                <a:cs typeface="Oracle Sans Tab"/>
              </a:defRPr>
            </a:lvl1pPr>
          </a:lstStyle>
          <a:p xmlns:a="http://schemas.openxmlformats.org/drawingml/2006/main">
            <a:pPr>
              <a:spcBef>
                <a:spcPts val="0"/>
              </a:spcBef>
              <a:buNone/>
            </a:pPr>
            <a:r>
              <a:t>Add speaker title</a:t>
            </a:r>
          </a:p>
        </p:txBody>
      </p:sp>
      <p:sp>
        <p:nvSpPr>
          <p:cNvPr id="58" name="Picture 4">
            <a:extLst xmlns:a="http://schemas.openxmlformats.org/drawingml/2006/main">
              <a:ext uri="{FF2B5EF4-FFF2-40B4-BE49-F238E27FC236}">
                <a16:creationId xmlns:a16="http://schemas.microsoft.com/office/drawing/2014/main" id="{8646106B-DADA-406C-A020-501C2210B615}"/>
              </a:ext>
            </a:extLst>
          </p:cNvPr>
          <p:cNvSpPr>
            <a:spLocks xmlns:a="http://schemas.openxmlformats.org/drawingml/2006/main" noGrp="1"/>
          </p:cNvSpPr>
          <p:nvPr>
            <p:ph type="pic" idx="38"/>
          </p:nvPr>
        </p:nvSpPr>
        <p:spPr>
          <a:xfrm xmlns:a="http://schemas.openxmlformats.org/drawingml/2006/main">
            <a:off x="7970912" y="1494713"/>
            <a:ext cx="1096422" cy="1097280"/>
          </a:xfrm>
          <a:prstGeom xmlns:a="http://schemas.openxmlformats.org/drawingml/2006/main" prst="ellipse">
            <a:avLst/>
          </a:prstGeom>
        </p:spPr>
        <p:txBody>
          <a:bodyPr xmlns:a="http://schemas.openxmlformats.org/drawingml/2006/main"/>
          <a:lstStyle xmlns:a="http://schemas.openxmlformats.org/drawingml/2006/main">
            <a:lvl1pPr>
              <a:buNone/>
              <a:defRPr>
                <a:solidFill>
                  <a:schemeClr val="tx1"/>
                </a:solidFill>
              </a:defRPr>
            </a:lvl1pPr>
          </a:lstStyle>
          <a:p xmlns:a="http://schemas.openxmlformats.org/drawingml/2006/main">
            <a:r>
              <a:t>Click icon to add picture</a:t>
            </a:r>
          </a:p>
        </p:txBody>
      </p:sp>
      <p:sp>
        <p:nvSpPr>
          <p:cNvPr id="59" name="Name 4">
            <a:extLst xmlns:a="http://schemas.openxmlformats.org/drawingml/2006/main">
              <a:ext uri="{FF2B5EF4-FFF2-40B4-BE49-F238E27FC236}">
                <a16:creationId xmlns:a16="http://schemas.microsoft.com/office/drawing/2014/main" id="{6279EEA7-C6AB-434D-DDF6-9F7C6BCDE10A}"/>
              </a:ext>
            </a:extLst>
          </p:cNvPr>
          <p:cNvSpPr>
            <a:spLocks xmlns:a="http://schemas.openxmlformats.org/drawingml/2006/main" noGrp="1"/>
          </p:cNvSpPr>
          <p:nvPr>
            <p:ph type="body" idx="39" hasCustomPrompt="1"/>
          </p:nvPr>
        </p:nvSpPr>
        <p:spPr>
          <a:xfrm xmlns:a="http://schemas.openxmlformats.org/drawingml/2006/main">
            <a:off x="7559003" y="2726695"/>
            <a:ext cx="1920240" cy="298064"/>
          </a:xfrm>
        </p:spPr>
        <p:txBody>
          <a:bodyPr xmlns:a="http://schemas.openxmlformats.org/drawingml/2006/main" vert="horz" lIns="0" tIns="0" rIns="0" bIns="0" anchor="t">
            <a:noAutofit/>
          </a:bodyPr>
          <a:lstStyle xmlns:a="http://schemas.openxmlformats.org/drawingml/2006/main">
            <a:lvl1pPr algn="ctr">
              <a:lnSpc>
                <a:spcPct val="100000"/>
              </a:lnSpc>
              <a:buNone/>
              <a:defRPr sz="1400" b="1" i="0">
                <a:solidFill>
                  <a:schemeClr val="tx1"/>
                </a:solidFill>
                <a:latin typeface="Oracle Sans Tab"/>
                <a:ea typeface="Oracle Sans Tab"/>
                <a:cs typeface="Oracle Sans Tab"/>
              </a:defRPr>
            </a:lvl1pPr>
          </a:lstStyle>
          <a:p xmlns:a="http://schemas.openxmlformats.org/drawingml/2006/main">
            <a:pPr>
              <a:spcBef>
                <a:spcPts val="0"/>
              </a:spcBef>
              <a:buNone/>
            </a:pPr>
            <a:r>
              <a:t>Add speaker name</a:t>
            </a:r>
          </a:p>
        </p:txBody>
      </p:sp>
      <p:sp>
        <p:nvSpPr>
          <p:cNvPr id="60" name="Title 4">
            <a:extLst xmlns:a="http://schemas.openxmlformats.org/drawingml/2006/main">
              <a:ext uri="{FF2B5EF4-FFF2-40B4-BE49-F238E27FC236}">
                <a16:creationId xmlns:a16="http://schemas.microsoft.com/office/drawing/2014/main" id="{E6AFB52F-3CFF-BC09-B703-6A62B9560C5A}"/>
              </a:ext>
            </a:extLst>
          </p:cNvPr>
          <p:cNvSpPr>
            <a:spLocks xmlns:a="http://schemas.openxmlformats.org/drawingml/2006/main" noGrp="1"/>
          </p:cNvSpPr>
          <p:nvPr>
            <p:ph type="body" idx="40" hasCustomPrompt="1"/>
          </p:nvPr>
        </p:nvSpPr>
        <p:spPr>
          <a:xfrm xmlns:a="http://schemas.openxmlformats.org/drawingml/2006/main">
            <a:off x="7559003" y="3031226"/>
            <a:ext cx="1920240" cy="248992"/>
          </a:xfrm>
        </p:spPr>
        <p:txBody>
          <a:bodyPr xmlns:a="http://schemas.openxmlformats.org/drawingml/2006/main" vert="horz" lIns="0" tIns="0" rIns="0" bIns="0" anchor="t">
            <a:noAutofit/>
          </a:bodyPr>
          <a:lstStyle xmlns:a="http://schemas.openxmlformats.org/drawingml/2006/main">
            <a:lvl1pPr algn="ctr">
              <a:lnSpc>
                <a:spcPct val="100000"/>
              </a:lnSpc>
              <a:buNone/>
              <a:defRPr sz="1200" b="0" i="0">
                <a:solidFill>
                  <a:schemeClr val="tx1"/>
                </a:solidFill>
                <a:latin typeface="Oracle Sans Tab"/>
                <a:ea typeface="Oracle Sans Tab"/>
                <a:cs typeface="Oracle Sans Tab"/>
              </a:defRPr>
            </a:lvl1pPr>
          </a:lstStyle>
          <a:p xmlns:a="http://schemas.openxmlformats.org/drawingml/2006/main">
            <a:pPr>
              <a:spcBef>
                <a:spcPts val="0"/>
              </a:spcBef>
              <a:buNone/>
            </a:pPr>
            <a:r>
              <a:t>Add speaker title</a:t>
            </a:r>
          </a:p>
        </p:txBody>
      </p:sp>
      <p:sp>
        <p:nvSpPr>
          <p:cNvPr id="61" name="Picture 5">
            <a:extLst xmlns:a="http://schemas.openxmlformats.org/drawingml/2006/main">
              <a:ext uri="{FF2B5EF4-FFF2-40B4-BE49-F238E27FC236}">
                <a16:creationId xmlns:a16="http://schemas.microsoft.com/office/drawing/2014/main" id="{10E92D5F-57AC-A19A-FED7-7254BA223549}"/>
              </a:ext>
            </a:extLst>
          </p:cNvPr>
          <p:cNvSpPr>
            <a:spLocks xmlns:a="http://schemas.openxmlformats.org/drawingml/2006/main" noGrp="1"/>
          </p:cNvSpPr>
          <p:nvPr>
            <p:ph type="pic" idx="41"/>
          </p:nvPr>
        </p:nvSpPr>
        <p:spPr>
          <a:xfrm xmlns:a="http://schemas.openxmlformats.org/drawingml/2006/main">
            <a:off x="10256887" y="1494713"/>
            <a:ext cx="1096422" cy="1097280"/>
          </a:xfrm>
          <a:prstGeom xmlns:a="http://schemas.openxmlformats.org/drawingml/2006/main" prst="ellipse">
            <a:avLst/>
          </a:prstGeom>
        </p:spPr>
        <p:txBody>
          <a:bodyPr xmlns:a="http://schemas.openxmlformats.org/drawingml/2006/main"/>
          <a:lstStyle xmlns:a="http://schemas.openxmlformats.org/drawingml/2006/main">
            <a:lvl1pPr>
              <a:buNone/>
              <a:defRPr>
                <a:solidFill>
                  <a:schemeClr val="tx1"/>
                </a:solidFill>
              </a:defRPr>
            </a:lvl1pPr>
          </a:lstStyle>
          <a:p xmlns:a="http://schemas.openxmlformats.org/drawingml/2006/main">
            <a:r>
              <a:t>Click icon to add picture</a:t>
            </a:r>
          </a:p>
        </p:txBody>
      </p:sp>
      <p:sp>
        <p:nvSpPr>
          <p:cNvPr id="62" name="Name 5">
            <a:extLst xmlns:a="http://schemas.openxmlformats.org/drawingml/2006/main">
              <a:ext uri="{FF2B5EF4-FFF2-40B4-BE49-F238E27FC236}">
                <a16:creationId xmlns:a16="http://schemas.microsoft.com/office/drawing/2014/main" id="{3CEC1BD5-E4C9-59CE-7CCC-3444C64A28AA}"/>
              </a:ext>
            </a:extLst>
          </p:cNvPr>
          <p:cNvSpPr>
            <a:spLocks xmlns:a="http://schemas.openxmlformats.org/drawingml/2006/main" noGrp="1"/>
          </p:cNvSpPr>
          <p:nvPr>
            <p:ph type="body" idx="42" hasCustomPrompt="1"/>
          </p:nvPr>
        </p:nvSpPr>
        <p:spPr>
          <a:xfrm xmlns:a="http://schemas.openxmlformats.org/drawingml/2006/main">
            <a:off x="9844978" y="2726695"/>
            <a:ext cx="1920240" cy="298064"/>
          </a:xfrm>
        </p:spPr>
        <p:txBody>
          <a:bodyPr xmlns:a="http://schemas.openxmlformats.org/drawingml/2006/main" vert="horz" lIns="0" tIns="0" rIns="0" bIns="0" anchor="t">
            <a:noAutofit/>
          </a:bodyPr>
          <a:lstStyle xmlns:a="http://schemas.openxmlformats.org/drawingml/2006/main">
            <a:lvl1pPr algn="ctr">
              <a:lnSpc>
                <a:spcPct val="100000"/>
              </a:lnSpc>
              <a:buNone/>
              <a:defRPr sz="1400" b="1" i="0">
                <a:solidFill>
                  <a:schemeClr val="tx1"/>
                </a:solidFill>
                <a:latin typeface="Oracle Sans Tab"/>
                <a:ea typeface="Oracle Sans Tab"/>
                <a:cs typeface="Oracle Sans Tab"/>
              </a:defRPr>
            </a:lvl1pPr>
          </a:lstStyle>
          <a:p xmlns:a="http://schemas.openxmlformats.org/drawingml/2006/main">
            <a:pPr>
              <a:spcBef>
                <a:spcPts val="0"/>
              </a:spcBef>
              <a:buNone/>
            </a:pPr>
            <a:r>
              <a:t>Add speaker name</a:t>
            </a:r>
          </a:p>
        </p:txBody>
      </p:sp>
      <p:sp>
        <p:nvSpPr>
          <p:cNvPr id="63" name="Title 5">
            <a:extLst xmlns:a="http://schemas.openxmlformats.org/drawingml/2006/main">
              <a:ext uri="{FF2B5EF4-FFF2-40B4-BE49-F238E27FC236}">
                <a16:creationId xmlns:a16="http://schemas.microsoft.com/office/drawing/2014/main" id="{D34A6BDA-F544-70E1-6388-E3C1BF5771E8}"/>
              </a:ext>
            </a:extLst>
          </p:cNvPr>
          <p:cNvSpPr>
            <a:spLocks xmlns:a="http://schemas.openxmlformats.org/drawingml/2006/main" noGrp="1"/>
          </p:cNvSpPr>
          <p:nvPr>
            <p:ph type="body" idx="43" hasCustomPrompt="1"/>
          </p:nvPr>
        </p:nvSpPr>
        <p:spPr>
          <a:xfrm xmlns:a="http://schemas.openxmlformats.org/drawingml/2006/main">
            <a:off x="9844978" y="3031226"/>
            <a:ext cx="1920240" cy="248992"/>
          </a:xfrm>
        </p:spPr>
        <p:txBody>
          <a:bodyPr xmlns:a="http://schemas.openxmlformats.org/drawingml/2006/main" vert="horz" lIns="0" tIns="0" rIns="0" bIns="0" anchor="t">
            <a:noAutofit/>
          </a:bodyPr>
          <a:lstStyle xmlns:a="http://schemas.openxmlformats.org/drawingml/2006/main">
            <a:lvl1pPr algn="ctr">
              <a:lnSpc>
                <a:spcPct val="100000"/>
              </a:lnSpc>
              <a:buNone/>
              <a:defRPr sz="1200" b="0" i="0">
                <a:solidFill>
                  <a:schemeClr val="tx1"/>
                </a:solidFill>
                <a:latin typeface="Oracle Sans Tab"/>
                <a:ea typeface="Oracle Sans Tab"/>
                <a:cs typeface="Oracle Sans Tab"/>
              </a:defRPr>
            </a:lvl1pPr>
          </a:lstStyle>
          <a:p xmlns:a="http://schemas.openxmlformats.org/drawingml/2006/main">
            <a:pPr>
              <a:spcBef>
                <a:spcPts val="0"/>
              </a:spcBef>
              <a:buNone/>
            </a:pPr>
            <a:r>
              <a:t>Add speaker title</a:t>
            </a:r>
          </a:p>
        </p:txBody>
      </p:sp>
      <p:sp>
        <p:nvSpPr>
          <p:cNvPr id="6" name="Picture 1">
            <a:extLst xmlns:a="http://schemas.openxmlformats.org/drawingml/2006/main">
              <a:ext uri="{FF2B5EF4-FFF2-40B4-BE49-F238E27FC236}">
                <a16:creationId xmlns:a16="http://schemas.microsoft.com/office/drawing/2014/main" id="{72521944-24A4-E7C1-7474-2B6FF0394BDA}"/>
              </a:ext>
            </a:extLst>
          </p:cNvPr>
          <p:cNvSpPr>
            <a:spLocks xmlns:a="http://schemas.openxmlformats.org/drawingml/2006/main" noGrp="1"/>
          </p:cNvSpPr>
          <p:nvPr>
            <p:ph type="pic" idx="44"/>
          </p:nvPr>
        </p:nvSpPr>
        <p:spPr>
          <a:xfrm xmlns:a="http://schemas.openxmlformats.org/drawingml/2006/main">
            <a:off x="1112987" y="3810096"/>
            <a:ext cx="1096422" cy="1097280"/>
          </a:xfrm>
          <a:prstGeom xmlns:a="http://schemas.openxmlformats.org/drawingml/2006/main" prst="ellipse">
            <a:avLst/>
          </a:prstGeom>
        </p:spPr>
        <p:txBody>
          <a:bodyPr xmlns:a="http://schemas.openxmlformats.org/drawingml/2006/main"/>
          <a:lstStyle xmlns:a="http://schemas.openxmlformats.org/drawingml/2006/main">
            <a:lvl1pPr>
              <a:buNone/>
              <a:defRPr>
                <a:solidFill>
                  <a:schemeClr val="tx1"/>
                </a:solidFill>
              </a:defRPr>
            </a:lvl1pPr>
          </a:lstStyle>
          <a:p xmlns:a="http://schemas.openxmlformats.org/drawingml/2006/main">
            <a:r>
              <a:t>Click icon to add picture</a:t>
            </a:r>
          </a:p>
        </p:txBody>
      </p:sp>
      <p:sp>
        <p:nvSpPr>
          <p:cNvPr id="7" name="Name 1">
            <a:extLst xmlns:a="http://schemas.openxmlformats.org/drawingml/2006/main">
              <a:ext uri="{FF2B5EF4-FFF2-40B4-BE49-F238E27FC236}">
                <a16:creationId xmlns:a16="http://schemas.microsoft.com/office/drawing/2014/main" id="{FB00A11F-459A-98FB-66B0-1222171BD164}"/>
              </a:ext>
            </a:extLst>
          </p:cNvPr>
          <p:cNvSpPr>
            <a:spLocks xmlns:a="http://schemas.openxmlformats.org/drawingml/2006/main" noGrp="1"/>
          </p:cNvSpPr>
          <p:nvPr>
            <p:ph type="body" idx="45" hasCustomPrompt="1"/>
          </p:nvPr>
        </p:nvSpPr>
        <p:spPr>
          <a:xfrm xmlns:a="http://schemas.openxmlformats.org/drawingml/2006/main">
            <a:off x="701078" y="5042078"/>
            <a:ext cx="1920240" cy="298064"/>
          </a:xfrm>
        </p:spPr>
        <p:txBody>
          <a:bodyPr xmlns:a="http://schemas.openxmlformats.org/drawingml/2006/main" vert="horz" lIns="0" tIns="0" rIns="0" bIns="0" anchor="t">
            <a:noAutofit/>
          </a:bodyPr>
          <a:lstStyle xmlns:a="http://schemas.openxmlformats.org/drawingml/2006/main">
            <a:lvl1pPr algn="ctr">
              <a:lnSpc>
                <a:spcPct val="100000"/>
              </a:lnSpc>
              <a:buNone/>
              <a:defRPr sz="1400" b="1" i="0">
                <a:solidFill>
                  <a:schemeClr val="tx1"/>
                </a:solidFill>
                <a:latin typeface="Oracle Sans Tab"/>
                <a:ea typeface="Oracle Sans Tab"/>
                <a:cs typeface="Oracle Sans Tab"/>
              </a:defRPr>
            </a:lvl1pPr>
          </a:lstStyle>
          <a:p xmlns:a="http://schemas.openxmlformats.org/drawingml/2006/main">
            <a:pPr>
              <a:spcBef>
                <a:spcPts val="0"/>
              </a:spcBef>
              <a:buNone/>
            </a:pPr>
            <a:r>
              <a:t>Add speaker name</a:t>
            </a:r>
          </a:p>
        </p:txBody>
      </p:sp>
      <p:sp>
        <p:nvSpPr>
          <p:cNvPr id="8" name="Title 1">
            <a:extLst xmlns:a="http://schemas.openxmlformats.org/drawingml/2006/main">
              <a:ext uri="{FF2B5EF4-FFF2-40B4-BE49-F238E27FC236}">
                <a16:creationId xmlns:a16="http://schemas.microsoft.com/office/drawing/2014/main" id="{66025BE5-0FFD-92F6-A4BA-CB6102BD8E75}"/>
              </a:ext>
            </a:extLst>
          </p:cNvPr>
          <p:cNvSpPr>
            <a:spLocks xmlns:a="http://schemas.openxmlformats.org/drawingml/2006/main" noGrp="1"/>
          </p:cNvSpPr>
          <p:nvPr>
            <p:ph type="body" idx="46" hasCustomPrompt="1"/>
          </p:nvPr>
        </p:nvSpPr>
        <p:spPr>
          <a:xfrm xmlns:a="http://schemas.openxmlformats.org/drawingml/2006/main">
            <a:off x="701078" y="5346609"/>
            <a:ext cx="1920240" cy="248992"/>
          </a:xfrm>
        </p:spPr>
        <p:txBody>
          <a:bodyPr xmlns:a="http://schemas.openxmlformats.org/drawingml/2006/main" vert="horz" lIns="0" tIns="0" rIns="0" bIns="0" anchor="t">
            <a:noAutofit/>
          </a:bodyPr>
          <a:lstStyle xmlns:a="http://schemas.openxmlformats.org/drawingml/2006/main">
            <a:lvl1pPr algn="ctr">
              <a:lnSpc>
                <a:spcPct val="100000"/>
              </a:lnSpc>
              <a:buNone/>
              <a:defRPr sz="1200" b="0" i="0">
                <a:solidFill>
                  <a:schemeClr val="tx1"/>
                </a:solidFill>
                <a:latin typeface="Oracle Sans Tab"/>
                <a:ea typeface="Oracle Sans Tab"/>
                <a:cs typeface="Oracle Sans Tab"/>
              </a:defRPr>
            </a:lvl1pPr>
          </a:lstStyle>
          <a:p xmlns:a="http://schemas.openxmlformats.org/drawingml/2006/main">
            <a:pPr>
              <a:spcBef>
                <a:spcPts val="0"/>
              </a:spcBef>
              <a:buNone/>
            </a:pPr>
            <a:r>
              <a:t>Add speaker title</a:t>
            </a:r>
          </a:p>
        </p:txBody>
      </p:sp>
      <p:sp>
        <p:nvSpPr>
          <p:cNvPr id="9" name="Picture 2">
            <a:extLst xmlns:a="http://schemas.openxmlformats.org/drawingml/2006/main">
              <a:ext uri="{FF2B5EF4-FFF2-40B4-BE49-F238E27FC236}">
                <a16:creationId xmlns:a16="http://schemas.microsoft.com/office/drawing/2014/main" id="{144C0724-9767-678B-A5C4-93F92C82A294}"/>
              </a:ext>
            </a:extLst>
          </p:cNvPr>
          <p:cNvSpPr>
            <a:spLocks xmlns:a="http://schemas.openxmlformats.org/drawingml/2006/main" noGrp="1"/>
          </p:cNvSpPr>
          <p:nvPr>
            <p:ph type="pic" idx="47"/>
          </p:nvPr>
        </p:nvSpPr>
        <p:spPr>
          <a:xfrm xmlns:a="http://schemas.openxmlformats.org/drawingml/2006/main">
            <a:off x="3398962" y="3810096"/>
            <a:ext cx="1096422" cy="1097280"/>
          </a:xfrm>
          <a:prstGeom xmlns:a="http://schemas.openxmlformats.org/drawingml/2006/main" prst="ellipse">
            <a:avLst/>
          </a:prstGeom>
        </p:spPr>
        <p:txBody>
          <a:bodyPr xmlns:a="http://schemas.openxmlformats.org/drawingml/2006/main"/>
          <a:lstStyle xmlns:a="http://schemas.openxmlformats.org/drawingml/2006/main">
            <a:lvl1pPr>
              <a:buNone/>
              <a:defRPr>
                <a:solidFill>
                  <a:schemeClr val="tx1"/>
                </a:solidFill>
              </a:defRPr>
            </a:lvl1pPr>
          </a:lstStyle>
          <a:p xmlns:a="http://schemas.openxmlformats.org/drawingml/2006/main">
            <a:r>
              <a:t>Click icon to add picture</a:t>
            </a:r>
          </a:p>
        </p:txBody>
      </p:sp>
      <p:sp>
        <p:nvSpPr>
          <p:cNvPr id="10" name="Name 2">
            <a:extLst xmlns:a="http://schemas.openxmlformats.org/drawingml/2006/main">
              <a:ext uri="{FF2B5EF4-FFF2-40B4-BE49-F238E27FC236}">
                <a16:creationId xmlns:a16="http://schemas.microsoft.com/office/drawing/2014/main" id="{8200242F-3C33-4861-1BBB-5205F5F9B02F}"/>
              </a:ext>
            </a:extLst>
          </p:cNvPr>
          <p:cNvSpPr>
            <a:spLocks xmlns:a="http://schemas.openxmlformats.org/drawingml/2006/main" noGrp="1"/>
          </p:cNvSpPr>
          <p:nvPr>
            <p:ph type="body" idx="48" hasCustomPrompt="1"/>
          </p:nvPr>
        </p:nvSpPr>
        <p:spPr>
          <a:xfrm xmlns:a="http://schemas.openxmlformats.org/drawingml/2006/main">
            <a:off x="2987053" y="5042078"/>
            <a:ext cx="1920240" cy="298064"/>
          </a:xfrm>
        </p:spPr>
        <p:txBody>
          <a:bodyPr xmlns:a="http://schemas.openxmlformats.org/drawingml/2006/main" vert="horz" lIns="0" tIns="0" rIns="0" bIns="0" anchor="t">
            <a:noAutofit/>
          </a:bodyPr>
          <a:lstStyle xmlns:a="http://schemas.openxmlformats.org/drawingml/2006/main">
            <a:lvl1pPr algn="ctr">
              <a:lnSpc>
                <a:spcPct val="100000"/>
              </a:lnSpc>
              <a:buNone/>
              <a:defRPr sz="1400" b="1" i="0">
                <a:solidFill>
                  <a:schemeClr val="tx1"/>
                </a:solidFill>
                <a:latin typeface="Oracle Sans Tab"/>
                <a:ea typeface="Oracle Sans Tab"/>
                <a:cs typeface="Oracle Sans Tab"/>
              </a:defRPr>
            </a:lvl1pPr>
          </a:lstStyle>
          <a:p xmlns:a="http://schemas.openxmlformats.org/drawingml/2006/main">
            <a:pPr>
              <a:spcBef>
                <a:spcPts val="0"/>
              </a:spcBef>
              <a:buNone/>
            </a:pPr>
            <a:r>
              <a:t>Add speaker name</a:t>
            </a:r>
          </a:p>
        </p:txBody>
      </p:sp>
      <p:sp>
        <p:nvSpPr>
          <p:cNvPr id="11" name="Title 2">
            <a:extLst xmlns:a="http://schemas.openxmlformats.org/drawingml/2006/main">
              <a:ext uri="{FF2B5EF4-FFF2-40B4-BE49-F238E27FC236}">
                <a16:creationId xmlns:a16="http://schemas.microsoft.com/office/drawing/2014/main" id="{78E243D4-1A0C-2B5D-0602-EC28F75F2CDF}"/>
              </a:ext>
            </a:extLst>
          </p:cNvPr>
          <p:cNvSpPr>
            <a:spLocks xmlns:a="http://schemas.openxmlformats.org/drawingml/2006/main" noGrp="1"/>
          </p:cNvSpPr>
          <p:nvPr>
            <p:ph type="body" idx="49" hasCustomPrompt="1"/>
          </p:nvPr>
        </p:nvSpPr>
        <p:spPr>
          <a:xfrm xmlns:a="http://schemas.openxmlformats.org/drawingml/2006/main">
            <a:off x="2987053" y="5346609"/>
            <a:ext cx="1920240" cy="248992"/>
          </a:xfrm>
        </p:spPr>
        <p:txBody>
          <a:bodyPr xmlns:a="http://schemas.openxmlformats.org/drawingml/2006/main" vert="horz" lIns="0" tIns="0" rIns="0" bIns="0" anchor="t">
            <a:noAutofit/>
          </a:bodyPr>
          <a:lstStyle xmlns:a="http://schemas.openxmlformats.org/drawingml/2006/main">
            <a:lvl1pPr algn="ctr">
              <a:lnSpc>
                <a:spcPct val="100000"/>
              </a:lnSpc>
              <a:buNone/>
              <a:defRPr sz="1200" b="0" i="0">
                <a:solidFill>
                  <a:schemeClr val="tx1"/>
                </a:solidFill>
                <a:latin typeface="Oracle Sans Tab"/>
                <a:ea typeface="Oracle Sans Tab"/>
                <a:cs typeface="Oracle Sans Tab"/>
              </a:defRPr>
            </a:lvl1pPr>
          </a:lstStyle>
          <a:p xmlns:a="http://schemas.openxmlformats.org/drawingml/2006/main">
            <a:pPr>
              <a:spcBef>
                <a:spcPts val="0"/>
              </a:spcBef>
              <a:buNone/>
            </a:pPr>
            <a:r>
              <a:t>Add speaker title</a:t>
            </a:r>
          </a:p>
        </p:txBody>
      </p:sp>
      <p:sp>
        <p:nvSpPr>
          <p:cNvPr id="12" name="Picture 3 ">
            <a:extLst xmlns:a="http://schemas.openxmlformats.org/drawingml/2006/main">
              <a:ext uri="{FF2B5EF4-FFF2-40B4-BE49-F238E27FC236}">
                <a16:creationId xmlns:a16="http://schemas.microsoft.com/office/drawing/2014/main" id="{25BE96FF-1149-A871-059D-5FC5C5724DE2}"/>
              </a:ext>
            </a:extLst>
          </p:cNvPr>
          <p:cNvSpPr>
            <a:spLocks xmlns:a="http://schemas.openxmlformats.org/drawingml/2006/main" noGrp="1"/>
          </p:cNvSpPr>
          <p:nvPr>
            <p:ph type="pic" idx="50"/>
          </p:nvPr>
        </p:nvSpPr>
        <p:spPr>
          <a:xfrm xmlns:a="http://schemas.openxmlformats.org/drawingml/2006/main">
            <a:off x="5684937" y="3810096"/>
            <a:ext cx="1096422" cy="1097280"/>
          </a:xfrm>
          <a:prstGeom xmlns:a="http://schemas.openxmlformats.org/drawingml/2006/main" prst="ellipse">
            <a:avLst/>
          </a:prstGeom>
        </p:spPr>
        <p:txBody>
          <a:bodyPr xmlns:a="http://schemas.openxmlformats.org/drawingml/2006/main"/>
          <a:lstStyle xmlns:a="http://schemas.openxmlformats.org/drawingml/2006/main">
            <a:lvl1pPr>
              <a:buNone/>
              <a:defRPr>
                <a:solidFill>
                  <a:schemeClr val="tx1"/>
                </a:solidFill>
              </a:defRPr>
            </a:lvl1pPr>
          </a:lstStyle>
          <a:p xmlns:a="http://schemas.openxmlformats.org/drawingml/2006/main">
            <a:r>
              <a:t>Click icon to add picture</a:t>
            </a:r>
          </a:p>
        </p:txBody>
      </p:sp>
      <p:sp>
        <p:nvSpPr>
          <p:cNvPr id="13" name="Name 3">
            <a:extLst xmlns:a="http://schemas.openxmlformats.org/drawingml/2006/main">
              <a:ext uri="{FF2B5EF4-FFF2-40B4-BE49-F238E27FC236}">
                <a16:creationId xmlns:a16="http://schemas.microsoft.com/office/drawing/2014/main" id="{C79E27DB-CB5A-5B10-1D20-382BE231D8B4}"/>
              </a:ext>
            </a:extLst>
          </p:cNvPr>
          <p:cNvSpPr>
            <a:spLocks xmlns:a="http://schemas.openxmlformats.org/drawingml/2006/main" noGrp="1"/>
          </p:cNvSpPr>
          <p:nvPr>
            <p:ph type="body" idx="51" hasCustomPrompt="1"/>
          </p:nvPr>
        </p:nvSpPr>
        <p:spPr>
          <a:xfrm xmlns:a="http://schemas.openxmlformats.org/drawingml/2006/main">
            <a:off x="5273028" y="5042078"/>
            <a:ext cx="1920240" cy="298064"/>
          </a:xfrm>
        </p:spPr>
        <p:txBody>
          <a:bodyPr xmlns:a="http://schemas.openxmlformats.org/drawingml/2006/main" vert="horz" lIns="0" tIns="0" rIns="0" bIns="0" anchor="t">
            <a:noAutofit/>
          </a:bodyPr>
          <a:lstStyle xmlns:a="http://schemas.openxmlformats.org/drawingml/2006/main">
            <a:lvl1pPr algn="ctr">
              <a:lnSpc>
                <a:spcPct val="100000"/>
              </a:lnSpc>
              <a:buNone/>
              <a:defRPr sz="1400" b="1" i="0">
                <a:solidFill>
                  <a:schemeClr val="tx1"/>
                </a:solidFill>
                <a:latin typeface="Oracle Sans Tab"/>
                <a:ea typeface="Oracle Sans Tab"/>
                <a:cs typeface="Oracle Sans Tab"/>
              </a:defRPr>
            </a:lvl1pPr>
          </a:lstStyle>
          <a:p xmlns:a="http://schemas.openxmlformats.org/drawingml/2006/main">
            <a:pPr>
              <a:spcBef>
                <a:spcPts val="0"/>
              </a:spcBef>
              <a:buNone/>
            </a:pPr>
            <a:r>
              <a:t>Add speaker name</a:t>
            </a:r>
          </a:p>
        </p:txBody>
      </p:sp>
      <p:sp>
        <p:nvSpPr>
          <p:cNvPr id="14" name="Title 3">
            <a:extLst xmlns:a="http://schemas.openxmlformats.org/drawingml/2006/main">
              <a:ext uri="{FF2B5EF4-FFF2-40B4-BE49-F238E27FC236}">
                <a16:creationId xmlns:a16="http://schemas.microsoft.com/office/drawing/2014/main" id="{E3168F24-D5E1-A01A-9FE4-02BBEBCAC256}"/>
              </a:ext>
            </a:extLst>
          </p:cNvPr>
          <p:cNvSpPr>
            <a:spLocks xmlns:a="http://schemas.openxmlformats.org/drawingml/2006/main" noGrp="1"/>
          </p:cNvSpPr>
          <p:nvPr>
            <p:ph type="body" idx="52" hasCustomPrompt="1"/>
          </p:nvPr>
        </p:nvSpPr>
        <p:spPr>
          <a:xfrm xmlns:a="http://schemas.openxmlformats.org/drawingml/2006/main">
            <a:off x="5273028" y="5346609"/>
            <a:ext cx="1920240" cy="248992"/>
          </a:xfrm>
        </p:spPr>
        <p:txBody>
          <a:bodyPr xmlns:a="http://schemas.openxmlformats.org/drawingml/2006/main" vert="horz" lIns="0" tIns="0" rIns="0" bIns="0" anchor="t">
            <a:noAutofit/>
          </a:bodyPr>
          <a:lstStyle xmlns:a="http://schemas.openxmlformats.org/drawingml/2006/main">
            <a:lvl1pPr algn="ctr">
              <a:lnSpc>
                <a:spcPct val="100000"/>
              </a:lnSpc>
              <a:buNone/>
              <a:defRPr sz="1200" b="0" i="0">
                <a:solidFill>
                  <a:schemeClr val="tx1"/>
                </a:solidFill>
                <a:latin typeface="Oracle Sans Tab"/>
                <a:ea typeface="Oracle Sans Tab"/>
                <a:cs typeface="Oracle Sans Tab"/>
              </a:defRPr>
            </a:lvl1pPr>
          </a:lstStyle>
          <a:p xmlns:a="http://schemas.openxmlformats.org/drawingml/2006/main">
            <a:pPr>
              <a:spcBef>
                <a:spcPts val="0"/>
              </a:spcBef>
              <a:buNone/>
            </a:pPr>
            <a:r>
              <a:t>Add speaker title</a:t>
            </a:r>
          </a:p>
        </p:txBody>
      </p:sp>
      <p:sp>
        <p:nvSpPr>
          <p:cNvPr id="15" name="Picture 4">
            <a:extLst xmlns:a="http://schemas.openxmlformats.org/drawingml/2006/main">
              <a:ext uri="{FF2B5EF4-FFF2-40B4-BE49-F238E27FC236}">
                <a16:creationId xmlns:a16="http://schemas.microsoft.com/office/drawing/2014/main" id="{C28F1BA1-9C38-C15A-DAF0-7D7D17BF4911}"/>
              </a:ext>
            </a:extLst>
          </p:cNvPr>
          <p:cNvSpPr>
            <a:spLocks xmlns:a="http://schemas.openxmlformats.org/drawingml/2006/main" noGrp="1"/>
          </p:cNvSpPr>
          <p:nvPr>
            <p:ph type="pic" idx="53"/>
          </p:nvPr>
        </p:nvSpPr>
        <p:spPr>
          <a:xfrm xmlns:a="http://schemas.openxmlformats.org/drawingml/2006/main">
            <a:off x="7970912" y="3810096"/>
            <a:ext cx="1096422" cy="1097280"/>
          </a:xfrm>
          <a:prstGeom xmlns:a="http://schemas.openxmlformats.org/drawingml/2006/main" prst="ellipse">
            <a:avLst/>
          </a:prstGeom>
        </p:spPr>
        <p:txBody>
          <a:bodyPr xmlns:a="http://schemas.openxmlformats.org/drawingml/2006/main"/>
          <a:lstStyle xmlns:a="http://schemas.openxmlformats.org/drawingml/2006/main">
            <a:lvl1pPr>
              <a:buNone/>
              <a:defRPr>
                <a:solidFill>
                  <a:schemeClr val="tx1"/>
                </a:solidFill>
              </a:defRPr>
            </a:lvl1pPr>
          </a:lstStyle>
          <a:p xmlns:a="http://schemas.openxmlformats.org/drawingml/2006/main">
            <a:r>
              <a:t>Click icon to add picture</a:t>
            </a:r>
          </a:p>
        </p:txBody>
      </p:sp>
      <p:sp>
        <p:nvSpPr>
          <p:cNvPr id="16" name="Name 4">
            <a:extLst xmlns:a="http://schemas.openxmlformats.org/drawingml/2006/main">
              <a:ext uri="{FF2B5EF4-FFF2-40B4-BE49-F238E27FC236}">
                <a16:creationId xmlns:a16="http://schemas.microsoft.com/office/drawing/2014/main" id="{A736C04C-99C8-5B44-F5FF-04676206CDF7}"/>
              </a:ext>
            </a:extLst>
          </p:cNvPr>
          <p:cNvSpPr>
            <a:spLocks xmlns:a="http://schemas.openxmlformats.org/drawingml/2006/main" noGrp="1"/>
          </p:cNvSpPr>
          <p:nvPr>
            <p:ph type="body" idx="54" hasCustomPrompt="1"/>
          </p:nvPr>
        </p:nvSpPr>
        <p:spPr>
          <a:xfrm xmlns:a="http://schemas.openxmlformats.org/drawingml/2006/main">
            <a:off x="7559003" y="5042078"/>
            <a:ext cx="1920240" cy="298064"/>
          </a:xfrm>
        </p:spPr>
        <p:txBody>
          <a:bodyPr xmlns:a="http://schemas.openxmlformats.org/drawingml/2006/main" vert="horz" lIns="0" tIns="0" rIns="0" bIns="0" anchor="t">
            <a:noAutofit/>
          </a:bodyPr>
          <a:lstStyle xmlns:a="http://schemas.openxmlformats.org/drawingml/2006/main">
            <a:lvl1pPr algn="ctr">
              <a:lnSpc>
                <a:spcPct val="100000"/>
              </a:lnSpc>
              <a:buNone/>
              <a:defRPr sz="1400" b="1" i="0">
                <a:solidFill>
                  <a:schemeClr val="tx1"/>
                </a:solidFill>
                <a:latin typeface="Oracle Sans Tab"/>
                <a:ea typeface="Oracle Sans Tab"/>
                <a:cs typeface="Oracle Sans Tab"/>
              </a:defRPr>
            </a:lvl1pPr>
          </a:lstStyle>
          <a:p xmlns:a="http://schemas.openxmlformats.org/drawingml/2006/main">
            <a:pPr>
              <a:spcBef>
                <a:spcPts val="0"/>
              </a:spcBef>
              <a:buNone/>
            </a:pPr>
            <a:r>
              <a:t>Add speaker name</a:t>
            </a:r>
          </a:p>
        </p:txBody>
      </p:sp>
      <p:sp>
        <p:nvSpPr>
          <p:cNvPr id="17" name="Title 4">
            <a:extLst xmlns:a="http://schemas.openxmlformats.org/drawingml/2006/main">
              <a:ext uri="{FF2B5EF4-FFF2-40B4-BE49-F238E27FC236}">
                <a16:creationId xmlns:a16="http://schemas.microsoft.com/office/drawing/2014/main" id="{1B6CC2B9-2432-DD61-FFD2-E986BE8E9F35}"/>
              </a:ext>
            </a:extLst>
          </p:cNvPr>
          <p:cNvSpPr>
            <a:spLocks xmlns:a="http://schemas.openxmlformats.org/drawingml/2006/main" noGrp="1"/>
          </p:cNvSpPr>
          <p:nvPr>
            <p:ph type="body" idx="55" hasCustomPrompt="1"/>
          </p:nvPr>
        </p:nvSpPr>
        <p:spPr>
          <a:xfrm xmlns:a="http://schemas.openxmlformats.org/drawingml/2006/main">
            <a:off x="7559003" y="5346609"/>
            <a:ext cx="1920240" cy="248992"/>
          </a:xfrm>
        </p:spPr>
        <p:txBody>
          <a:bodyPr xmlns:a="http://schemas.openxmlformats.org/drawingml/2006/main" vert="horz" lIns="0" tIns="0" rIns="0" bIns="0" anchor="t">
            <a:noAutofit/>
          </a:bodyPr>
          <a:lstStyle xmlns:a="http://schemas.openxmlformats.org/drawingml/2006/main">
            <a:lvl1pPr algn="ctr">
              <a:lnSpc>
                <a:spcPct val="100000"/>
              </a:lnSpc>
              <a:buNone/>
              <a:defRPr sz="1200" b="0" i="0">
                <a:solidFill>
                  <a:schemeClr val="tx1"/>
                </a:solidFill>
                <a:latin typeface="Oracle Sans Tab"/>
                <a:ea typeface="Oracle Sans Tab"/>
                <a:cs typeface="Oracle Sans Tab"/>
              </a:defRPr>
            </a:lvl1pPr>
          </a:lstStyle>
          <a:p xmlns:a="http://schemas.openxmlformats.org/drawingml/2006/main">
            <a:pPr>
              <a:spcBef>
                <a:spcPts val="0"/>
              </a:spcBef>
              <a:buNone/>
            </a:pPr>
            <a:r>
              <a:t>Add speaker title</a:t>
            </a:r>
          </a:p>
        </p:txBody>
      </p:sp>
      <p:sp>
        <p:nvSpPr>
          <p:cNvPr id="18" name="Picture 5">
            <a:extLst xmlns:a="http://schemas.openxmlformats.org/drawingml/2006/main">
              <a:ext uri="{FF2B5EF4-FFF2-40B4-BE49-F238E27FC236}">
                <a16:creationId xmlns:a16="http://schemas.microsoft.com/office/drawing/2014/main" id="{3A558EAD-D220-0239-69EF-648F93A62478}"/>
              </a:ext>
            </a:extLst>
          </p:cNvPr>
          <p:cNvSpPr>
            <a:spLocks xmlns:a="http://schemas.openxmlformats.org/drawingml/2006/main" noGrp="1"/>
          </p:cNvSpPr>
          <p:nvPr>
            <p:ph type="pic" idx="56"/>
          </p:nvPr>
        </p:nvSpPr>
        <p:spPr>
          <a:xfrm xmlns:a="http://schemas.openxmlformats.org/drawingml/2006/main">
            <a:off x="10256887" y="3810096"/>
            <a:ext cx="1096422" cy="1097280"/>
          </a:xfrm>
          <a:prstGeom xmlns:a="http://schemas.openxmlformats.org/drawingml/2006/main" prst="ellipse">
            <a:avLst/>
          </a:prstGeom>
        </p:spPr>
        <p:txBody>
          <a:bodyPr xmlns:a="http://schemas.openxmlformats.org/drawingml/2006/main"/>
          <a:lstStyle xmlns:a="http://schemas.openxmlformats.org/drawingml/2006/main">
            <a:lvl1pPr>
              <a:buNone/>
              <a:defRPr>
                <a:solidFill>
                  <a:schemeClr val="tx1"/>
                </a:solidFill>
              </a:defRPr>
            </a:lvl1pPr>
          </a:lstStyle>
          <a:p xmlns:a="http://schemas.openxmlformats.org/drawingml/2006/main">
            <a:r>
              <a:t>Click icon to add picture</a:t>
            </a:r>
          </a:p>
        </p:txBody>
      </p:sp>
      <p:sp>
        <p:nvSpPr>
          <p:cNvPr id="20" name="Name 5">
            <a:extLst xmlns:a="http://schemas.openxmlformats.org/drawingml/2006/main">
              <a:ext uri="{FF2B5EF4-FFF2-40B4-BE49-F238E27FC236}">
                <a16:creationId xmlns:a16="http://schemas.microsoft.com/office/drawing/2014/main" id="{007E775B-15B1-5428-C8C9-4B614DEE17D1}"/>
              </a:ext>
            </a:extLst>
          </p:cNvPr>
          <p:cNvSpPr>
            <a:spLocks xmlns:a="http://schemas.openxmlformats.org/drawingml/2006/main" noGrp="1"/>
          </p:cNvSpPr>
          <p:nvPr>
            <p:ph type="body" idx="57" hasCustomPrompt="1"/>
          </p:nvPr>
        </p:nvSpPr>
        <p:spPr>
          <a:xfrm xmlns:a="http://schemas.openxmlformats.org/drawingml/2006/main">
            <a:off x="9844978" y="5042078"/>
            <a:ext cx="1920240" cy="298064"/>
          </a:xfrm>
        </p:spPr>
        <p:txBody>
          <a:bodyPr xmlns:a="http://schemas.openxmlformats.org/drawingml/2006/main" vert="horz" lIns="0" tIns="0" rIns="0" bIns="0" anchor="t">
            <a:noAutofit/>
          </a:bodyPr>
          <a:lstStyle xmlns:a="http://schemas.openxmlformats.org/drawingml/2006/main">
            <a:lvl1pPr algn="ctr">
              <a:lnSpc>
                <a:spcPct val="100000"/>
              </a:lnSpc>
              <a:buNone/>
              <a:defRPr sz="1400" b="1" i="0">
                <a:solidFill>
                  <a:schemeClr val="tx1"/>
                </a:solidFill>
                <a:latin typeface="Oracle Sans Tab"/>
                <a:ea typeface="Oracle Sans Tab"/>
                <a:cs typeface="Oracle Sans Tab"/>
              </a:defRPr>
            </a:lvl1pPr>
          </a:lstStyle>
          <a:p xmlns:a="http://schemas.openxmlformats.org/drawingml/2006/main">
            <a:pPr>
              <a:spcBef>
                <a:spcPts val="0"/>
              </a:spcBef>
              <a:buNone/>
            </a:pPr>
            <a:r>
              <a:t>Add speaker name</a:t>
            </a:r>
          </a:p>
        </p:txBody>
      </p:sp>
      <p:sp>
        <p:nvSpPr>
          <p:cNvPr id="21" name="Title 5">
            <a:extLst xmlns:a="http://schemas.openxmlformats.org/drawingml/2006/main">
              <a:ext uri="{FF2B5EF4-FFF2-40B4-BE49-F238E27FC236}">
                <a16:creationId xmlns:a16="http://schemas.microsoft.com/office/drawing/2014/main" id="{5A22EC85-7769-2401-038D-634693151760}"/>
              </a:ext>
            </a:extLst>
          </p:cNvPr>
          <p:cNvSpPr>
            <a:spLocks xmlns:a="http://schemas.openxmlformats.org/drawingml/2006/main" noGrp="1"/>
          </p:cNvSpPr>
          <p:nvPr>
            <p:ph type="body" idx="58" hasCustomPrompt="1"/>
          </p:nvPr>
        </p:nvSpPr>
        <p:spPr>
          <a:xfrm xmlns:a="http://schemas.openxmlformats.org/drawingml/2006/main">
            <a:off x="9844978" y="5346609"/>
            <a:ext cx="1920240" cy="248992"/>
          </a:xfrm>
        </p:spPr>
        <p:txBody>
          <a:bodyPr xmlns:a="http://schemas.openxmlformats.org/drawingml/2006/main" vert="horz" lIns="0" tIns="0" rIns="0" bIns="0" anchor="t">
            <a:noAutofit/>
          </a:bodyPr>
          <a:lstStyle xmlns:a="http://schemas.openxmlformats.org/drawingml/2006/main">
            <a:lvl1pPr algn="ctr">
              <a:lnSpc>
                <a:spcPct val="100000"/>
              </a:lnSpc>
              <a:buNone/>
              <a:defRPr sz="1200" b="0" i="0">
                <a:solidFill>
                  <a:schemeClr val="tx1"/>
                </a:solidFill>
                <a:latin typeface="Oracle Sans Tab"/>
                <a:ea typeface="Oracle Sans Tab"/>
                <a:cs typeface="Oracle Sans Tab"/>
              </a:defRPr>
            </a:lvl1pPr>
          </a:lstStyle>
          <a:p xmlns:a="http://schemas.openxmlformats.org/drawingml/2006/main">
            <a:pPr>
              <a:spcBef>
                <a:spcPts val="0"/>
              </a:spcBef>
              <a:buNone/>
            </a:pPr>
            <a:r>
              <a:t>Add speaker title</a:t>
            </a:r>
          </a:p>
        </p:txBody>
      </p:sp>
      <p:sp>
        <p:nvSpPr>
          <p:cNvPr id="22" name="Date Placeholder 21">
            <a:extLst xmlns:a="http://schemas.openxmlformats.org/drawingml/2006/main">
              <a:ext uri="{FF2B5EF4-FFF2-40B4-BE49-F238E27FC236}">
                <a16:creationId xmlns:a16="http://schemas.microsoft.com/office/drawing/2014/main" id="{B3F1F898-0D7A-17F1-4F9C-725CE025E75C}"/>
              </a:ext>
            </a:extLst>
          </p:cNvPr>
          <p:cNvSpPr>
            <a:spLocks xmlns:a="http://schemas.openxmlformats.org/drawingml/2006/main" noGrp="1"/>
          </p:cNvSpPr>
          <p:nvPr>
            <p:ph type="dt" idx="59"/>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[Date]</a:t>
            </a:r>
          </a:p>
        </p:txBody>
      </p:sp>
      <p:sp>
        <p:nvSpPr>
          <p:cNvPr id="23" name="Footer Placeholder 22">
            <a:extLst xmlns:a="http://schemas.openxmlformats.org/drawingml/2006/main">
              <a:ext uri="{FF2B5EF4-FFF2-40B4-BE49-F238E27FC236}">
                <a16:creationId xmlns:a16="http://schemas.microsoft.com/office/drawing/2014/main" id="{FA494EFF-A8DB-1C4A-7C7E-E18D5C0CD573}"/>
              </a:ext>
            </a:extLst>
          </p:cNvPr>
          <p:cNvSpPr>
            <a:spLocks xmlns:a="http://schemas.openxmlformats.org/drawingml/2006/main" noGrp="1"/>
          </p:cNvSpPr>
          <p:nvPr>
            <p:ph type="ftr" idx="60"/>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Copyright © 2026, Oracle and/or its affiliates |  Confidential: Internal/Restricted/Highly Restricted</a:t>
            </a:r>
          </a:p>
        </p:txBody>
      </p:sp>
      <p:sp>
        <p:nvSpPr>
          <p:cNvPr id="24" name="Slide Number Placeholder 23">
            <a:extLst xmlns:a="http://schemas.openxmlformats.org/drawingml/2006/main">
              <a:ext uri="{FF2B5EF4-FFF2-40B4-BE49-F238E27FC236}">
                <a16:creationId xmlns:a16="http://schemas.microsoft.com/office/drawing/2014/main" id="{14D059B0-C284-FDEC-1BCA-8E26093F9A1A}"/>
              </a:ext>
            </a:extLst>
          </p:cNvPr>
          <p:cNvSpPr>
            <a:spLocks xmlns:a="http://schemas.openxmlformats.org/drawingml/2006/main" noGrp="1"/>
          </p:cNvSpPr>
          <p:nvPr>
            <p:ph type="sldNum" idx="61"/>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fld id="{345D60D9-5372-5F40-9443-0F9AE5BDC3C8}" type="slidenum">
              <a:t>‹#›</a:t>
            </a:fld>
          </a:p>
        </p:txBody>
      </p:sp>
    </p:spTree>
  </p:cSld>
</p:sldLayout>
</file>

<file path=ppt/slideLayouts/slideLayout59.xml><?xml version="1.0" encoding="utf-8"?>
<p:sldLayout xmlns:p="http://schemas.openxmlformats.org/presentationml/2006/main" preserve="1">
  <p:cSld name="Title + 3points Light">
    <p:bg>
      <p:bgRef idx="1001">
        <a:schemeClr xmlns:a="http://schemas.openxmlformats.org/drawingml/2006/main" val="bg2"/>
      </p:bgRef>
    </p:bg>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FCA127B8-6459-BEBA-D16E-9D17C5D2578E}"/>
              </a:ext>
            </a:extLst>
          </p:cNvPr>
          <p:cNvSpPr>
            <a:spLocks xmlns:a="http://schemas.openxmlformats.org/drawingml/2006/main" noGrp="1"/>
          </p:cNvSpPr>
          <p:nvPr>
            <p:ph type="title" idx="0"/>
          </p:nvPr>
        </p:nvSpPr>
        <p:spPr>
          <a:xfrm xmlns:a="http://schemas.openxmlformats.org/drawingml/2006/main">
            <a:off x="778406" y="1123950"/>
            <a:ext cx="4941769" cy="4610100"/>
          </a:xfrm>
          <a:prstGeom xmlns:a="http://schemas.openxmlformats.org/drawingml/2006/main" prst="rect">
            <a:avLst/>
          </a:prstGeom>
        </p:spPr>
        <p:txBody>
          <a:bodyPr xmlns:a="http://schemas.openxmlformats.org/drawingml/2006/main" anchor="ctr"/>
          <a:lstStyle xmlns:a="http://schemas.openxmlformats.org/drawingml/2006/main">
            <a:lvl1pPr>
              <a:lnSpc>
                <a:spcPct val="100000"/>
              </a:lnSpc>
              <a:buNone/>
              <a:defRPr sz="3200" b="1">
                <a:solidFill>
                  <a:schemeClr val="tx1"/>
                </a:solidFill>
              </a:defRPr>
            </a:lvl1pPr>
          </a:lstStyle>
          <a:p xmlns:a="http://schemas.openxmlformats.org/drawingml/2006/main">
            <a:r>
              <a:t>Click to edit Master title style</a:t>
            </a:r>
          </a:p>
        </p:txBody>
      </p:sp>
      <p:sp>
        <p:nvSpPr>
          <p:cNvPr id="6" name="Text Placeholder 5">
            <a:extLst xmlns:a="http://schemas.openxmlformats.org/drawingml/2006/main">
              <a:ext uri="{FF2B5EF4-FFF2-40B4-BE49-F238E27FC236}">
                <a16:creationId xmlns:a16="http://schemas.microsoft.com/office/drawing/2014/main" id="{4A36FF17-F9F3-0957-AD05-F18D3D5D9623}"/>
              </a:ext>
            </a:extLst>
          </p:cNvPr>
          <p:cNvSpPr>
            <a:spLocks xmlns:a="http://schemas.openxmlformats.org/drawingml/2006/main" noGrp="1"/>
          </p:cNvSpPr>
          <p:nvPr>
            <p:ph type="body" idx="12" hasCustomPrompt="1"/>
          </p:nvPr>
        </p:nvSpPr>
        <p:spPr>
          <a:xfrm xmlns:a="http://schemas.openxmlformats.org/drawingml/2006/main">
            <a:off x="6095604" y="1308567"/>
            <a:ext cx="5277987" cy="1000125"/>
          </a:xfrm>
          <a:prstGeom xmlns:a="http://schemas.openxmlformats.org/drawingml/2006/main" prst="rect">
            <a:avLst/>
          </a:prstGeom>
        </p:spPr>
        <p:txBody>
          <a:bodyPr xmlns:a="http://schemas.openxmlformats.org/drawingml/2006/main">
            <a:noAutofit/>
          </a:bodyPr>
          <a:lstStyle xmlns:a="http://schemas.openxmlformats.org/drawingml/2006/main">
            <a:lvl1pPr marL="0" indent="0">
              <a:lnSpc>
                <a:spcPct val="100000"/>
              </a:lnSpc>
              <a:buNone/>
              <a:defRPr sz="1600" b="0" i="0">
                <a:solidFill>
                  <a:schemeClr val="tx1"/>
                </a:solidFill>
                <a:latin typeface="Oracle Sans Tab"/>
                <a:ea typeface="Oracle Sans Tab"/>
                <a:cs typeface="Oracle Sans Tab"/>
              </a:defRPr>
            </a:lvl1pPr>
          </a:lstStyle>
          <a:p xmlns:a="http://schemas.openxmlformats.org/drawingml/2006/main">
            <a:pPr>
              <a:buNone/>
            </a:pPr>
            <a:r>
              <a:t>Intro copy or subhead copy goes here, no more than 3 lines</a:t>
            </a:r>
          </a:p>
        </p:txBody>
      </p:sp>
      <p:sp>
        <p:nvSpPr>
          <p:cNvPr id="8" name="Picture Placeholder 7">
            <a:extLst xmlns:a="http://schemas.openxmlformats.org/drawingml/2006/main">
              <a:ext uri="{FF2B5EF4-FFF2-40B4-BE49-F238E27FC236}">
                <a16:creationId xmlns:a16="http://schemas.microsoft.com/office/drawing/2014/main" id="{30B7A9DC-8DB8-E382-172A-A425B0E9AA9C}"/>
              </a:ext>
            </a:extLst>
          </p:cNvPr>
          <p:cNvSpPr>
            <a:spLocks xmlns:a="http://schemas.openxmlformats.org/drawingml/2006/main" noGrp="1"/>
          </p:cNvSpPr>
          <p:nvPr>
            <p:ph type="pic" idx="13" hasCustomPrompt="1"/>
          </p:nvPr>
        </p:nvSpPr>
        <p:spPr>
          <a:xfrm xmlns:a="http://schemas.openxmlformats.org/drawingml/2006/main">
            <a:off x="6095603" y="2381250"/>
            <a:ext cx="667587" cy="667544"/>
          </a:xfrm>
          <a:prstGeom xmlns:a="http://schemas.openxmlformats.org/drawingml/2006/main" prst="rect">
            <a:avLst/>
          </a:prstGeom>
        </p:spPr>
        <p:txBody>
          <a:bodyPr xmlns:a="http://schemas.openxmlformats.org/drawingml/2006/main" anchor="ctr">
            <a:normAutofit/>
          </a:bodyPr>
          <a:lstStyle xmlns:a="http://schemas.openxmlformats.org/drawingml/2006/main">
            <a:lvl1pPr marL="0" indent="0" algn="ctr">
              <a:buNone/>
              <a:defRPr sz="1600">
                <a:solidFill>
                  <a:schemeClr val="tx1"/>
                </a:solidFill>
              </a:defRPr>
            </a:lvl1pPr>
          </a:lstStyle>
          <a:p xmlns:a="http://schemas.openxmlformats.org/drawingml/2006/main">
            <a:r>
              <a:t>Icon</a:t>
            </a:r>
          </a:p>
        </p:txBody>
      </p:sp>
      <p:sp>
        <p:nvSpPr>
          <p:cNvPr id="10" name="Text Placeholder 9">
            <a:extLst xmlns:a="http://schemas.openxmlformats.org/drawingml/2006/main">
              <a:ext uri="{FF2B5EF4-FFF2-40B4-BE49-F238E27FC236}">
                <a16:creationId xmlns:a16="http://schemas.microsoft.com/office/drawing/2014/main" id="{566D40C5-F7F2-3539-6999-2D283256E3C1}"/>
              </a:ext>
            </a:extLst>
          </p:cNvPr>
          <p:cNvSpPr>
            <a:spLocks xmlns:a="http://schemas.openxmlformats.org/drawingml/2006/main" noGrp="1"/>
          </p:cNvSpPr>
          <p:nvPr>
            <p:ph type="body" idx="14" hasCustomPrompt="1"/>
          </p:nvPr>
        </p:nvSpPr>
        <p:spPr>
          <a:xfrm xmlns:a="http://schemas.openxmlformats.org/drawingml/2006/main">
            <a:off x="7010856" y="2529168"/>
            <a:ext cx="4781861" cy="667544"/>
          </a:xfrm>
          <a:prstGeom xmlns:a="http://schemas.openxmlformats.org/drawingml/2006/main" prst="rect">
            <a:avLst/>
          </a:prstGeom>
        </p:spPr>
        <p:txBody>
          <a:bodyPr xmlns:a="http://schemas.openxmlformats.org/drawingml/2006/main">
            <a:noAutofit/>
          </a:bodyPr>
          <a:lstStyle xmlns:a="http://schemas.openxmlformats.org/drawingml/2006/main">
            <a:lvl1pPr marL="0" indent="0">
              <a:lnSpc>
                <a:spcPct val="100000"/>
              </a:lnSpc>
              <a:buNone/>
              <a:defRPr sz="1600">
                <a:solidFill>
                  <a:schemeClr val="tx1"/>
                </a:solidFill>
              </a:defRPr>
            </a:lvl1pPr>
          </a:lstStyle>
          <a:p xmlns:a="http://schemas.openxmlformats.org/drawingml/2006/main">
            <a:pPr>
              <a:buNone/>
            </a:pPr>
            <a:r>
              <a:t>Copy goes here, do not exceed 2 lines of copy</a:t>
            </a:r>
          </a:p>
        </p:txBody>
      </p:sp>
      <p:sp>
        <p:nvSpPr>
          <p:cNvPr id="11" name="Picture Placeholder 7">
            <a:extLst xmlns:a="http://schemas.openxmlformats.org/drawingml/2006/main">
              <a:ext uri="{FF2B5EF4-FFF2-40B4-BE49-F238E27FC236}">
                <a16:creationId xmlns:a16="http://schemas.microsoft.com/office/drawing/2014/main" id="{0991BEB9-51BB-F077-EC9E-195DA698686E}"/>
              </a:ext>
            </a:extLst>
          </p:cNvPr>
          <p:cNvSpPr>
            <a:spLocks xmlns:a="http://schemas.openxmlformats.org/drawingml/2006/main" noGrp="1"/>
          </p:cNvSpPr>
          <p:nvPr>
            <p:ph type="pic" idx="15" hasCustomPrompt="1"/>
          </p:nvPr>
        </p:nvSpPr>
        <p:spPr>
          <a:xfrm xmlns:a="http://schemas.openxmlformats.org/drawingml/2006/main">
            <a:off x="6095603" y="3429001"/>
            <a:ext cx="667587" cy="667544"/>
          </a:xfrm>
          <a:prstGeom xmlns:a="http://schemas.openxmlformats.org/drawingml/2006/main" prst="rect">
            <a:avLst/>
          </a:prstGeom>
        </p:spPr>
        <p:txBody>
          <a:bodyPr xmlns:a="http://schemas.openxmlformats.org/drawingml/2006/main" anchor="ctr">
            <a:normAutofit/>
          </a:bodyPr>
          <a:lstStyle xmlns:a="http://schemas.openxmlformats.org/drawingml/2006/main">
            <a:lvl1pPr marL="0" indent="0" algn="ctr">
              <a:buNone/>
              <a:defRPr sz="1600">
                <a:solidFill>
                  <a:schemeClr val="tx1"/>
                </a:solidFill>
              </a:defRPr>
            </a:lvl1pPr>
          </a:lstStyle>
          <a:p xmlns:a="http://schemas.openxmlformats.org/drawingml/2006/main">
            <a:r>
              <a:t>Icon</a:t>
            </a:r>
          </a:p>
        </p:txBody>
      </p:sp>
      <p:sp>
        <p:nvSpPr>
          <p:cNvPr id="12" name="Text Placeholder 9">
            <a:extLst xmlns:a="http://schemas.openxmlformats.org/drawingml/2006/main">
              <a:ext uri="{FF2B5EF4-FFF2-40B4-BE49-F238E27FC236}">
                <a16:creationId xmlns:a16="http://schemas.microsoft.com/office/drawing/2014/main" id="{6D1033AF-581A-B853-652D-A540146FD490}"/>
              </a:ext>
            </a:extLst>
          </p:cNvPr>
          <p:cNvSpPr>
            <a:spLocks xmlns:a="http://schemas.openxmlformats.org/drawingml/2006/main" noGrp="1"/>
          </p:cNvSpPr>
          <p:nvPr>
            <p:ph type="body" idx="16" hasCustomPrompt="1"/>
          </p:nvPr>
        </p:nvSpPr>
        <p:spPr>
          <a:xfrm xmlns:a="http://schemas.openxmlformats.org/drawingml/2006/main">
            <a:off x="7010856" y="3576918"/>
            <a:ext cx="4781861" cy="667544"/>
          </a:xfrm>
          <a:prstGeom xmlns:a="http://schemas.openxmlformats.org/drawingml/2006/main" prst="rect">
            <a:avLst/>
          </a:prstGeom>
        </p:spPr>
        <p:txBody>
          <a:bodyPr xmlns:a="http://schemas.openxmlformats.org/drawingml/2006/main">
            <a:noAutofit/>
          </a:bodyPr>
          <a:lstStyle xmlns:a="http://schemas.openxmlformats.org/drawingml/2006/main">
            <a:lvl1pPr marL="0" indent="0">
              <a:lnSpc>
                <a:spcPct val="100000"/>
              </a:lnSpc>
              <a:buNone/>
              <a:defRPr sz="1600">
                <a:solidFill>
                  <a:schemeClr val="tx1"/>
                </a:solidFill>
              </a:defRPr>
            </a:lvl1pPr>
          </a:lstStyle>
          <a:p xmlns:a="http://schemas.openxmlformats.org/drawingml/2006/main">
            <a:pPr>
              <a:buNone/>
            </a:pPr>
            <a:r>
              <a:t>Copy goes here, do not exceed 2 lines of copy</a:t>
            </a:r>
          </a:p>
        </p:txBody>
      </p:sp>
      <p:sp>
        <p:nvSpPr>
          <p:cNvPr id="13" name="Picture Placeholder 7">
            <a:extLst xmlns:a="http://schemas.openxmlformats.org/drawingml/2006/main">
              <a:ext uri="{FF2B5EF4-FFF2-40B4-BE49-F238E27FC236}">
                <a16:creationId xmlns:a16="http://schemas.microsoft.com/office/drawing/2014/main" id="{CC3296DC-4AB5-F02C-2B70-0A1223A2FA07}"/>
              </a:ext>
            </a:extLst>
          </p:cNvPr>
          <p:cNvSpPr>
            <a:spLocks xmlns:a="http://schemas.openxmlformats.org/drawingml/2006/main" noGrp="1"/>
          </p:cNvSpPr>
          <p:nvPr>
            <p:ph type="pic" idx="17" hasCustomPrompt="1"/>
          </p:nvPr>
        </p:nvSpPr>
        <p:spPr>
          <a:xfrm xmlns:a="http://schemas.openxmlformats.org/drawingml/2006/main">
            <a:off x="6095603" y="4476751"/>
            <a:ext cx="667587" cy="667544"/>
          </a:xfrm>
          <a:prstGeom xmlns:a="http://schemas.openxmlformats.org/drawingml/2006/main" prst="rect">
            <a:avLst/>
          </a:prstGeom>
        </p:spPr>
        <p:txBody>
          <a:bodyPr xmlns:a="http://schemas.openxmlformats.org/drawingml/2006/main" anchor="ctr">
            <a:normAutofit/>
          </a:bodyPr>
          <a:lstStyle xmlns:a="http://schemas.openxmlformats.org/drawingml/2006/main">
            <a:lvl1pPr marL="0" indent="0" algn="ctr">
              <a:buNone/>
              <a:defRPr sz="1600">
                <a:solidFill>
                  <a:schemeClr val="tx1"/>
                </a:solidFill>
              </a:defRPr>
            </a:lvl1pPr>
          </a:lstStyle>
          <a:p xmlns:a="http://schemas.openxmlformats.org/drawingml/2006/main">
            <a:r>
              <a:t>Icon</a:t>
            </a:r>
          </a:p>
        </p:txBody>
      </p:sp>
      <p:sp>
        <p:nvSpPr>
          <p:cNvPr id="14" name="Text Placeholder 9">
            <a:extLst xmlns:a="http://schemas.openxmlformats.org/drawingml/2006/main">
              <a:ext uri="{FF2B5EF4-FFF2-40B4-BE49-F238E27FC236}">
                <a16:creationId xmlns:a16="http://schemas.microsoft.com/office/drawing/2014/main" id="{D1ACBBE6-39A5-38B2-48B9-953EF0B15CAA}"/>
              </a:ext>
            </a:extLst>
          </p:cNvPr>
          <p:cNvSpPr>
            <a:spLocks xmlns:a="http://schemas.openxmlformats.org/drawingml/2006/main" noGrp="1"/>
          </p:cNvSpPr>
          <p:nvPr>
            <p:ph type="body" idx="18" hasCustomPrompt="1"/>
          </p:nvPr>
        </p:nvSpPr>
        <p:spPr>
          <a:xfrm xmlns:a="http://schemas.openxmlformats.org/drawingml/2006/main">
            <a:off x="7010856" y="4624668"/>
            <a:ext cx="4781861" cy="667544"/>
          </a:xfrm>
          <a:prstGeom xmlns:a="http://schemas.openxmlformats.org/drawingml/2006/main" prst="rect">
            <a:avLst/>
          </a:prstGeom>
        </p:spPr>
        <p:txBody>
          <a:bodyPr xmlns:a="http://schemas.openxmlformats.org/drawingml/2006/main">
            <a:noAutofit/>
          </a:bodyPr>
          <a:lstStyle xmlns:a="http://schemas.openxmlformats.org/drawingml/2006/main">
            <a:lvl1pPr marL="0" indent="0">
              <a:lnSpc>
                <a:spcPct val="100000"/>
              </a:lnSpc>
              <a:buNone/>
              <a:defRPr sz="1600">
                <a:solidFill>
                  <a:schemeClr val="tx1"/>
                </a:solidFill>
              </a:defRPr>
            </a:lvl1pPr>
          </a:lstStyle>
          <a:p xmlns:a="http://schemas.openxmlformats.org/drawingml/2006/main">
            <a:pPr>
              <a:buNone/>
            </a:pPr>
            <a:r>
              <a:t>Copy goes here, do not exceed 2 lines of copy</a:t>
            </a:r>
          </a:p>
        </p:txBody>
      </p:sp>
      <p:sp>
        <p:nvSpPr>
          <p:cNvPr id="3" name="Date Placeholder 2">
            <a:extLst xmlns:a="http://schemas.openxmlformats.org/drawingml/2006/main">
              <a:ext uri="{FF2B5EF4-FFF2-40B4-BE49-F238E27FC236}">
                <a16:creationId xmlns:a16="http://schemas.microsoft.com/office/drawing/2014/main" id="{078A1592-428A-2EC4-98E4-077723536569}"/>
              </a:ext>
            </a:extLst>
          </p:cNvPr>
          <p:cNvSpPr>
            <a:spLocks xmlns:a="http://schemas.openxmlformats.org/drawingml/2006/main" noGrp="1"/>
          </p:cNvSpPr>
          <p:nvPr>
            <p:ph type="dt" idx="19"/>
          </p:nvPr>
        </p:nvSpPr>
        <p:spPr/>
        <p:txBody>
          <a:bodyPr xmlns:a="http://schemas.openxmlformats.org/drawingml/2006/main"/>
          <a:lstStyle xmlns:a="http://schemas.openxmlformats.org/drawingml/2006/main"/>
          <a:p xmlns:a="http://schemas.openxmlformats.org/drawingml/2006/main">
            <a:r>
              <a:t>[Date]</a:t>
            </a:r>
          </a:p>
        </p:txBody>
      </p:sp>
      <p:sp>
        <p:nvSpPr>
          <p:cNvPr id="5" name="Footer Placeholder 4">
            <a:extLst xmlns:a="http://schemas.openxmlformats.org/drawingml/2006/main">
              <a:ext uri="{FF2B5EF4-FFF2-40B4-BE49-F238E27FC236}">
                <a16:creationId xmlns:a16="http://schemas.microsoft.com/office/drawing/2014/main" id="{58044CCD-E2F2-A75E-F6CE-02D9345EA34A}"/>
              </a:ext>
            </a:extLst>
          </p:cNvPr>
          <p:cNvSpPr>
            <a:spLocks xmlns:a="http://schemas.openxmlformats.org/drawingml/2006/main" noGrp="1"/>
          </p:cNvSpPr>
          <p:nvPr>
            <p:ph type="ftr" idx="20"/>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7" name="Slide Number Placeholder 6">
            <a:extLst xmlns:a="http://schemas.openxmlformats.org/drawingml/2006/main">
              <a:ext uri="{FF2B5EF4-FFF2-40B4-BE49-F238E27FC236}">
                <a16:creationId xmlns:a16="http://schemas.microsoft.com/office/drawing/2014/main" id="{19007D50-85DB-20C7-F055-144405737B39}"/>
              </a:ext>
            </a:extLst>
          </p:cNvPr>
          <p:cNvSpPr>
            <a:spLocks xmlns:a="http://schemas.openxmlformats.org/drawingml/2006/main" noGrp="1"/>
          </p:cNvSpPr>
          <p:nvPr>
            <p:ph type="sldNum" idx="21"/>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60.xml><?xml version="1.0" encoding="utf-8"?>
<p:sldLayout xmlns:p="http://schemas.openxmlformats.org/presentationml/2006/main" preserve="1">
  <p:cSld name="Title + 3points Dark">
    <p:bg>
      <p:bgRef idx="1001">
        <a:schemeClr xmlns:a="http://schemas.openxmlformats.org/drawingml/2006/main" val="bg2"/>
      </p:bgRef>
    </p:bg>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FCA127B8-6459-BEBA-D16E-9D17C5D2578E}"/>
              </a:ext>
            </a:extLst>
          </p:cNvPr>
          <p:cNvSpPr>
            <a:spLocks xmlns:a="http://schemas.openxmlformats.org/drawingml/2006/main" noGrp="1"/>
          </p:cNvSpPr>
          <p:nvPr>
            <p:ph type="title" idx="0"/>
          </p:nvPr>
        </p:nvSpPr>
        <p:spPr>
          <a:xfrm xmlns:a="http://schemas.openxmlformats.org/drawingml/2006/main">
            <a:off x="778406" y="1123950"/>
            <a:ext cx="4941769" cy="4610100"/>
          </a:xfrm>
          <a:prstGeom xmlns:a="http://schemas.openxmlformats.org/drawingml/2006/main" prst="rect">
            <a:avLst/>
          </a:prstGeom>
        </p:spPr>
        <p:txBody>
          <a:bodyPr xmlns:a="http://schemas.openxmlformats.org/drawingml/2006/main" anchor="ctr"/>
          <a:lstStyle xmlns:a="http://schemas.openxmlformats.org/drawingml/2006/main">
            <a:lvl1pPr>
              <a:lnSpc>
                <a:spcPct val="100000"/>
              </a:lnSpc>
              <a:buNone/>
              <a:defRPr sz="3200" b="1">
                <a:solidFill>
                  <a:schemeClr val="tx1"/>
                </a:solidFill>
              </a:defRPr>
            </a:lvl1pPr>
          </a:lstStyle>
          <a:p xmlns:a="http://schemas.openxmlformats.org/drawingml/2006/main">
            <a:r>
              <a:t>Click to edit Master title style</a:t>
            </a:r>
          </a:p>
        </p:txBody>
      </p:sp>
      <p:sp>
        <p:nvSpPr>
          <p:cNvPr id="6" name="Text Placeholder 5">
            <a:extLst xmlns:a="http://schemas.openxmlformats.org/drawingml/2006/main">
              <a:ext uri="{FF2B5EF4-FFF2-40B4-BE49-F238E27FC236}">
                <a16:creationId xmlns:a16="http://schemas.microsoft.com/office/drawing/2014/main" id="{4A36FF17-F9F3-0957-AD05-F18D3D5D9623}"/>
              </a:ext>
            </a:extLst>
          </p:cNvPr>
          <p:cNvSpPr>
            <a:spLocks xmlns:a="http://schemas.openxmlformats.org/drawingml/2006/main" noGrp="1"/>
          </p:cNvSpPr>
          <p:nvPr>
            <p:ph type="body" idx="12" hasCustomPrompt="1"/>
          </p:nvPr>
        </p:nvSpPr>
        <p:spPr>
          <a:xfrm xmlns:a="http://schemas.openxmlformats.org/drawingml/2006/main">
            <a:off x="6095604" y="1308567"/>
            <a:ext cx="5277987" cy="1000125"/>
          </a:xfrm>
          <a:prstGeom xmlns:a="http://schemas.openxmlformats.org/drawingml/2006/main" prst="rect">
            <a:avLst/>
          </a:prstGeom>
        </p:spPr>
        <p:txBody>
          <a:bodyPr xmlns:a="http://schemas.openxmlformats.org/drawingml/2006/main">
            <a:noAutofit/>
          </a:bodyPr>
          <a:lstStyle xmlns:a="http://schemas.openxmlformats.org/drawingml/2006/main">
            <a:lvl1pPr marL="0" indent="0">
              <a:lnSpc>
                <a:spcPct val="100000"/>
              </a:lnSpc>
              <a:buNone/>
              <a:defRPr sz="1600" b="0" i="0">
                <a:solidFill>
                  <a:schemeClr val="tx1"/>
                </a:solidFill>
                <a:latin typeface="Oracle Sans Tab"/>
                <a:ea typeface="Oracle Sans Tab"/>
                <a:cs typeface="Oracle Sans Tab"/>
              </a:defRPr>
            </a:lvl1pPr>
          </a:lstStyle>
          <a:p xmlns:a="http://schemas.openxmlformats.org/drawingml/2006/main">
            <a:pPr>
              <a:buNone/>
            </a:pPr>
            <a:r>
              <a:t>Intro copy or subhead copy goes here, no more than 3 lines</a:t>
            </a:r>
          </a:p>
        </p:txBody>
      </p:sp>
      <p:sp>
        <p:nvSpPr>
          <p:cNvPr id="8" name="Picture Placeholder 7">
            <a:extLst xmlns:a="http://schemas.openxmlformats.org/drawingml/2006/main">
              <a:ext uri="{FF2B5EF4-FFF2-40B4-BE49-F238E27FC236}">
                <a16:creationId xmlns:a16="http://schemas.microsoft.com/office/drawing/2014/main" id="{30B7A9DC-8DB8-E382-172A-A425B0E9AA9C}"/>
              </a:ext>
            </a:extLst>
          </p:cNvPr>
          <p:cNvSpPr>
            <a:spLocks xmlns:a="http://schemas.openxmlformats.org/drawingml/2006/main" noGrp="1"/>
          </p:cNvSpPr>
          <p:nvPr>
            <p:ph type="pic" idx="13" hasCustomPrompt="1"/>
          </p:nvPr>
        </p:nvSpPr>
        <p:spPr>
          <a:xfrm xmlns:a="http://schemas.openxmlformats.org/drawingml/2006/main">
            <a:off x="6095603" y="2381250"/>
            <a:ext cx="667587" cy="667544"/>
          </a:xfrm>
          <a:prstGeom xmlns:a="http://schemas.openxmlformats.org/drawingml/2006/main" prst="rect">
            <a:avLst/>
          </a:prstGeom>
        </p:spPr>
        <p:txBody>
          <a:bodyPr xmlns:a="http://schemas.openxmlformats.org/drawingml/2006/main" anchor="ctr">
            <a:normAutofit/>
          </a:bodyPr>
          <a:lstStyle xmlns:a="http://schemas.openxmlformats.org/drawingml/2006/main">
            <a:lvl1pPr marL="0" indent="0" algn="ctr">
              <a:buNone/>
              <a:defRPr sz="1600">
                <a:solidFill>
                  <a:schemeClr val="tx1"/>
                </a:solidFill>
              </a:defRPr>
            </a:lvl1pPr>
          </a:lstStyle>
          <a:p xmlns:a="http://schemas.openxmlformats.org/drawingml/2006/main">
            <a:r>
              <a:t>Icon</a:t>
            </a:r>
          </a:p>
        </p:txBody>
      </p:sp>
      <p:sp>
        <p:nvSpPr>
          <p:cNvPr id="10" name="Text Placeholder 9">
            <a:extLst xmlns:a="http://schemas.openxmlformats.org/drawingml/2006/main">
              <a:ext uri="{FF2B5EF4-FFF2-40B4-BE49-F238E27FC236}">
                <a16:creationId xmlns:a16="http://schemas.microsoft.com/office/drawing/2014/main" id="{566D40C5-F7F2-3539-6999-2D283256E3C1}"/>
              </a:ext>
            </a:extLst>
          </p:cNvPr>
          <p:cNvSpPr>
            <a:spLocks xmlns:a="http://schemas.openxmlformats.org/drawingml/2006/main" noGrp="1"/>
          </p:cNvSpPr>
          <p:nvPr>
            <p:ph type="body" idx="14" hasCustomPrompt="1"/>
          </p:nvPr>
        </p:nvSpPr>
        <p:spPr>
          <a:xfrm xmlns:a="http://schemas.openxmlformats.org/drawingml/2006/main">
            <a:off x="7010856" y="2529168"/>
            <a:ext cx="4781861" cy="667544"/>
          </a:xfrm>
          <a:prstGeom xmlns:a="http://schemas.openxmlformats.org/drawingml/2006/main" prst="rect">
            <a:avLst/>
          </a:prstGeom>
        </p:spPr>
        <p:txBody>
          <a:bodyPr xmlns:a="http://schemas.openxmlformats.org/drawingml/2006/main">
            <a:noAutofit/>
          </a:bodyPr>
          <a:lstStyle xmlns:a="http://schemas.openxmlformats.org/drawingml/2006/main">
            <a:lvl1pPr marL="0" indent="0">
              <a:lnSpc>
                <a:spcPct val="100000"/>
              </a:lnSpc>
              <a:buNone/>
              <a:defRPr sz="1600">
                <a:solidFill>
                  <a:schemeClr val="tx1"/>
                </a:solidFill>
              </a:defRPr>
            </a:lvl1pPr>
          </a:lstStyle>
          <a:p xmlns:a="http://schemas.openxmlformats.org/drawingml/2006/main">
            <a:pPr>
              <a:buNone/>
            </a:pPr>
            <a:r>
              <a:t>Copy goes here, do not exceed 2 lines of copy</a:t>
            </a:r>
          </a:p>
        </p:txBody>
      </p:sp>
      <p:sp>
        <p:nvSpPr>
          <p:cNvPr id="11" name="Picture Placeholder 7">
            <a:extLst xmlns:a="http://schemas.openxmlformats.org/drawingml/2006/main">
              <a:ext uri="{FF2B5EF4-FFF2-40B4-BE49-F238E27FC236}">
                <a16:creationId xmlns:a16="http://schemas.microsoft.com/office/drawing/2014/main" id="{0991BEB9-51BB-F077-EC9E-195DA698686E}"/>
              </a:ext>
            </a:extLst>
          </p:cNvPr>
          <p:cNvSpPr>
            <a:spLocks xmlns:a="http://schemas.openxmlformats.org/drawingml/2006/main" noGrp="1"/>
          </p:cNvSpPr>
          <p:nvPr>
            <p:ph type="pic" idx="15" hasCustomPrompt="1"/>
          </p:nvPr>
        </p:nvSpPr>
        <p:spPr>
          <a:xfrm xmlns:a="http://schemas.openxmlformats.org/drawingml/2006/main">
            <a:off x="6095603" y="3429001"/>
            <a:ext cx="667587" cy="667544"/>
          </a:xfrm>
          <a:prstGeom xmlns:a="http://schemas.openxmlformats.org/drawingml/2006/main" prst="rect">
            <a:avLst/>
          </a:prstGeom>
        </p:spPr>
        <p:txBody>
          <a:bodyPr xmlns:a="http://schemas.openxmlformats.org/drawingml/2006/main" anchor="ctr">
            <a:normAutofit/>
          </a:bodyPr>
          <a:lstStyle xmlns:a="http://schemas.openxmlformats.org/drawingml/2006/main">
            <a:lvl1pPr marL="0" indent="0" algn="ctr">
              <a:buNone/>
              <a:defRPr sz="1600">
                <a:solidFill>
                  <a:schemeClr val="tx1"/>
                </a:solidFill>
              </a:defRPr>
            </a:lvl1pPr>
          </a:lstStyle>
          <a:p xmlns:a="http://schemas.openxmlformats.org/drawingml/2006/main">
            <a:r>
              <a:t>Icon</a:t>
            </a:r>
          </a:p>
        </p:txBody>
      </p:sp>
      <p:sp>
        <p:nvSpPr>
          <p:cNvPr id="12" name="Text Placeholder 9">
            <a:extLst xmlns:a="http://schemas.openxmlformats.org/drawingml/2006/main">
              <a:ext uri="{FF2B5EF4-FFF2-40B4-BE49-F238E27FC236}">
                <a16:creationId xmlns:a16="http://schemas.microsoft.com/office/drawing/2014/main" id="{6D1033AF-581A-B853-652D-A540146FD490}"/>
              </a:ext>
            </a:extLst>
          </p:cNvPr>
          <p:cNvSpPr>
            <a:spLocks xmlns:a="http://schemas.openxmlformats.org/drawingml/2006/main" noGrp="1"/>
          </p:cNvSpPr>
          <p:nvPr>
            <p:ph type="body" idx="16" hasCustomPrompt="1"/>
          </p:nvPr>
        </p:nvSpPr>
        <p:spPr>
          <a:xfrm xmlns:a="http://schemas.openxmlformats.org/drawingml/2006/main">
            <a:off x="7010856" y="3576918"/>
            <a:ext cx="4781861" cy="667544"/>
          </a:xfrm>
          <a:prstGeom xmlns:a="http://schemas.openxmlformats.org/drawingml/2006/main" prst="rect">
            <a:avLst/>
          </a:prstGeom>
        </p:spPr>
        <p:txBody>
          <a:bodyPr xmlns:a="http://schemas.openxmlformats.org/drawingml/2006/main">
            <a:noAutofit/>
          </a:bodyPr>
          <a:lstStyle xmlns:a="http://schemas.openxmlformats.org/drawingml/2006/main">
            <a:lvl1pPr marL="0" indent="0">
              <a:lnSpc>
                <a:spcPct val="100000"/>
              </a:lnSpc>
              <a:buNone/>
              <a:defRPr sz="1600">
                <a:solidFill>
                  <a:schemeClr val="tx1"/>
                </a:solidFill>
              </a:defRPr>
            </a:lvl1pPr>
          </a:lstStyle>
          <a:p xmlns:a="http://schemas.openxmlformats.org/drawingml/2006/main">
            <a:pPr>
              <a:buNone/>
            </a:pPr>
            <a:r>
              <a:t>Copy goes here, do not exceed 2 lines of copy</a:t>
            </a:r>
          </a:p>
        </p:txBody>
      </p:sp>
      <p:sp>
        <p:nvSpPr>
          <p:cNvPr id="13" name="Picture Placeholder 7">
            <a:extLst xmlns:a="http://schemas.openxmlformats.org/drawingml/2006/main">
              <a:ext uri="{FF2B5EF4-FFF2-40B4-BE49-F238E27FC236}">
                <a16:creationId xmlns:a16="http://schemas.microsoft.com/office/drawing/2014/main" id="{CC3296DC-4AB5-F02C-2B70-0A1223A2FA07}"/>
              </a:ext>
            </a:extLst>
          </p:cNvPr>
          <p:cNvSpPr>
            <a:spLocks xmlns:a="http://schemas.openxmlformats.org/drawingml/2006/main" noGrp="1"/>
          </p:cNvSpPr>
          <p:nvPr>
            <p:ph type="pic" idx="17" hasCustomPrompt="1"/>
          </p:nvPr>
        </p:nvSpPr>
        <p:spPr>
          <a:xfrm xmlns:a="http://schemas.openxmlformats.org/drawingml/2006/main">
            <a:off x="6095603" y="4476751"/>
            <a:ext cx="667587" cy="667544"/>
          </a:xfrm>
          <a:prstGeom xmlns:a="http://schemas.openxmlformats.org/drawingml/2006/main" prst="rect">
            <a:avLst/>
          </a:prstGeom>
        </p:spPr>
        <p:txBody>
          <a:bodyPr xmlns:a="http://schemas.openxmlformats.org/drawingml/2006/main" anchor="ctr">
            <a:normAutofit/>
          </a:bodyPr>
          <a:lstStyle xmlns:a="http://schemas.openxmlformats.org/drawingml/2006/main">
            <a:lvl1pPr marL="0" indent="0" algn="ctr">
              <a:buNone/>
              <a:defRPr sz="1600">
                <a:solidFill>
                  <a:schemeClr val="tx1"/>
                </a:solidFill>
              </a:defRPr>
            </a:lvl1pPr>
          </a:lstStyle>
          <a:p xmlns:a="http://schemas.openxmlformats.org/drawingml/2006/main">
            <a:r>
              <a:t>Icon</a:t>
            </a:r>
          </a:p>
        </p:txBody>
      </p:sp>
      <p:sp>
        <p:nvSpPr>
          <p:cNvPr id="14" name="Text Placeholder 9">
            <a:extLst xmlns:a="http://schemas.openxmlformats.org/drawingml/2006/main">
              <a:ext uri="{FF2B5EF4-FFF2-40B4-BE49-F238E27FC236}">
                <a16:creationId xmlns:a16="http://schemas.microsoft.com/office/drawing/2014/main" id="{D1ACBBE6-39A5-38B2-48B9-953EF0B15CAA}"/>
              </a:ext>
            </a:extLst>
          </p:cNvPr>
          <p:cNvSpPr>
            <a:spLocks xmlns:a="http://schemas.openxmlformats.org/drawingml/2006/main" noGrp="1"/>
          </p:cNvSpPr>
          <p:nvPr>
            <p:ph type="body" idx="18" hasCustomPrompt="1"/>
          </p:nvPr>
        </p:nvSpPr>
        <p:spPr>
          <a:xfrm xmlns:a="http://schemas.openxmlformats.org/drawingml/2006/main">
            <a:off x="7010856" y="4624668"/>
            <a:ext cx="4781861" cy="667544"/>
          </a:xfrm>
          <a:prstGeom xmlns:a="http://schemas.openxmlformats.org/drawingml/2006/main" prst="rect">
            <a:avLst/>
          </a:prstGeom>
        </p:spPr>
        <p:txBody>
          <a:bodyPr xmlns:a="http://schemas.openxmlformats.org/drawingml/2006/main">
            <a:noAutofit/>
          </a:bodyPr>
          <a:lstStyle xmlns:a="http://schemas.openxmlformats.org/drawingml/2006/main">
            <a:lvl1pPr marL="0" indent="0">
              <a:lnSpc>
                <a:spcPct val="100000"/>
              </a:lnSpc>
              <a:buNone/>
              <a:defRPr sz="1600">
                <a:solidFill>
                  <a:schemeClr val="tx1"/>
                </a:solidFill>
              </a:defRPr>
            </a:lvl1pPr>
          </a:lstStyle>
          <a:p xmlns:a="http://schemas.openxmlformats.org/drawingml/2006/main">
            <a:pPr>
              <a:buNone/>
            </a:pPr>
            <a:r>
              <a:t>Copy goes here, do not exceed 2 lines of copy</a:t>
            </a:r>
          </a:p>
        </p:txBody>
      </p:sp>
      <p:sp>
        <p:nvSpPr>
          <p:cNvPr id="4" name="Date Placeholder 3">
            <a:extLst xmlns:a="http://schemas.openxmlformats.org/drawingml/2006/main">
              <a:ext uri="{FF2B5EF4-FFF2-40B4-BE49-F238E27FC236}">
                <a16:creationId xmlns:a16="http://schemas.microsoft.com/office/drawing/2014/main" id="{998C7B89-9919-27D5-3CA3-59231744A8D1}"/>
              </a:ext>
            </a:extLst>
          </p:cNvPr>
          <p:cNvSpPr>
            <a:spLocks xmlns:a="http://schemas.openxmlformats.org/drawingml/2006/main" noGrp="1"/>
          </p:cNvSpPr>
          <p:nvPr>
            <p:ph type="dt" idx="19"/>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[Date]</a:t>
            </a:r>
          </a:p>
        </p:txBody>
      </p:sp>
      <p:sp>
        <p:nvSpPr>
          <p:cNvPr id="9" name="Footer Placeholder 8">
            <a:extLst xmlns:a="http://schemas.openxmlformats.org/drawingml/2006/main">
              <a:ext uri="{FF2B5EF4-FFF2-40B4-BE49-F238E27FC236}">
                <a16:creationId xmlns:a16="http://schemas.microsoft.com/office/drawing/2014/main" id="{3E870DE9-DE63-752A-F432-5906F9312978}"/>
              </a:ext>
            </a:extLst>
          </p:cNvPr>
          <p:cNvSpPr>
            <a:spLocks xmlns:a="http://schemas.openxmlformats.org/drawingml/2006/main" noGrp="1"/>
          </p:cNvSpPr>
          <p:nvPr>
            <p:ph type="ftr" idx="20"/>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Copyright © 2026, Oracle and/or its affiliates |  Confidential: Internal/Restricted/Highly Restricted</a:t>
            </a:r>
          </a:p>
        </p:txBody>
      </p:sp>
      <p:sp>
        <p:nvSpPr>
          <p:cNvPr id="15" name="Slide Number Placeholder 14">
            <a:extLst xmlns:a="http://schemas.openxmlformats.org/drawingml/2006/main">
              <a:ext uri="{FF2B5EF4-FFF2-40B4-BE49-F238E27FC236}">
                <a16:creationId xmlns:a16="http://schemas.microsoft.com/office/drawing/2014/main" id="{883696C6-F350-8E61-ECA5-EDD80B9EF607}"/>
              </a:ext>
            </a:extLst>
          </p:cNvPr>
          <p:cNvSpPr>
            <a:spLocks xmlns:a="http://schemas.openxmlformats.org/drawingml/2006/main" noGrp="1"/>
          </p:cNvSpPr>
          <p:nvPr>
            <p:ph type="sldNum" idx="21"/>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fld id="{345D60D9-5372-5F40-9443-0F9AE5BDC3C8}" type="slidenum">
              <a:t>‹#›</a:t>
            </a:fld>
          </a:p>
        </p:txBody>
      </p:sp>
    </p:spTree>
  </p:cSld>
</p:sldLayout>
</file>

<file path=ppt/slideLayouts/slideLayout61.xml><?xml version="1.0" encoding="utf-8"?>
<p:sldLayout xmlns:p="http://schemas.openxmlformats.org/presentationml/2006/main" preserve="1" userDrawn="1">
  <p:cSld name="Light - Title">
    <p:bg>
      <p:bgRef idx="1001">
        <a:schemeClr xmlns:a="http://schemas.openxmlformats.org/drawingml/2006/main" val="bg2"/>
      </p:bgRef>
    </p:bg>
    <p:spTree>
      <p:nvGrpSpPr>
        <p:cNvPr id="1" name=""/>
        <p:cNvGrpSpPr/>
        <p:nvPr/>
      </p:nvGrpSpPr>
      <p:grpSpPr>
        <a:xfrm xmlns:a="http://schemas.openxmlformats.org/drawingml/2006/main"/>
      </p:grpSpPr>
      <p:sp>
        <p:nvSpPr>
          <p:cNvPr id="8" name="Title 3">
            <a:extLst xmlns:a="http://schemas.openxmlformats.org/drawingml/2006/main">
              <a:ext uri="{FF2B5EF4-FFF2-40B4-BE49-F238E27FC236}">
                <a16:creationId xmlns:a16="http://schemas.microsoft.com/office/drawing/2014/main" id="{0638DF7B-BBB6-684E-A5BB-80F1125943EF}"/>
              </a:ext>
            </a:extLst>
          </p:cNvPr>
          <p:cNvSpPr>
            <a:spLocks xmlns:a="http://schemas.openxmlformats.org/drawingml/2006/main" noGrp="1"/>
          </p:cNvSpPr>
          <p:nvPr>
            <p:ph type="title" idx="0" hasCustomPrompt="1"/>
          </p:nvPr>
        </p:nvSpPr>
        <p:spPr>
          <a:xfrm xmlns:a="http://schemas.openxmlformats.org/drawingml/2006/main">
            <a:off x="768875" y="182403"/>
            <a:ext cx="10671048" cy="822960"/>
          </a:xfrm>
        </p:spPr>
        <p:txBody>
          <a:bodyPr xmlns:a="http://schemas.openxmlformats.org/drawingml/2006/main"/>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r>
              <a:t>Title</a:t>
            </a:r>
          </a:p>
        </p:txBody>
      </p:sp>
      <p:sp>
        <p:nvSpPr>
          <p:cNvPr id="3" name="Date Placeholder 2">
            <a:extLst xmlns:a="http://schemas.openxmlformats.org/drawingml/2006/main">
              <a:ext uri="{FF2B5EF4-FFF2-40B4-BE49-F238E27FC236}">
                <a16:creationId xmlns:a16="http://schemas.microsoft.com/office/drawing/2014/main" id="{1A717C8D-5EC6-2E03-FE32-AE0BA356B535}"/>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r>
              <a:t>[Date]</a:t>
            </a:r>
          </a:p>
        </p:txBody>
      </p:sp>
      <p:sp>
        <p:nvSpPr>
          <p:cNvPr id="4" name="Footer Placeholder 3">
            <a:extLst xmlns:a="http://schemas.openxmlformats.org/drawingml/2006/main">
              <a:ext uri="{FF2B5EF4-FFF2-40B4-BE49-F238E27FC236}">
                <a16:creationId xmlns:a16="http://schemas.microsoft.com/office/drawing/2014/main" id="{0BB1B9ED-D3AD-56B3-0FDA-A9021AFF92AE}"/>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5" name="Slide Number Placeholder 4">
            <a:extLst xmlns:a="http://schemas.openxmlformats.org/drawingml/2006/main">
              <a:ext uri="{FF2B5EF4-FFF2-40B4-BE49-F238E27FC236}">
                <a16:creationId xmlns:a16="http://schemas.microsoft.com/office/drawing/2014/main" id="{BFE285C2-B932-57F8-DC51-30D032A454C5}"/>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62.xml><?xml version="1.0" encoding="utf-8"?>
<p:sldLayout xmlns:p="http://schemas.openxmlformats.org/presentationml/2006/main" preserve="1" userDrawn="1">
  <p:cSld name="Dark - Title">
    <p:bg>
      <p:bgRef idx="1001">
        <a:schemeClr xmlns:a="http://schemas.openxmlformats.org/drawingml/2006/main" val="bg2"/>
      </p:bgRef>
    </p:bg>
    <p:spTree>
      <p:nvGrpSpPr>
        <p:cNvPr id="1" name=""/>
        <p:cNvGrpSpPr/>
        <p:nvPr/>
      </p:nvGrpSpPr>
      <p:grpSpPr>
        <a:xfrm xmlns:a="http://schemas.openxmlformats.org/drawingml/2006/main"/>
      </p:grpSpPr>
      <p:sp>
        <p:nvSpPr>
          <p:cNvPr id="8" name="Title 3">
            <a:extLst xmlns:a="http://schemas.openxmlformats.org/drawingml/2006/main">
              <a:ext uri="{FF2B5EF4-FFF2-40B4-BE49-F238E27FC236}">
                <a16:creationId xmlns:a16="http://schemas.microsoft.com/office/drawing/2014/main" id="{0638DF7B-BBB6-684E-A5BB-80F1125943EF}"/>
              </a:ext>
            </a:extLst>
          </p:cNvPr>
          <p:cNvSpPr>
            <a:spLocks xmlns:a="http://schemas.openxmlformats.org/drawingml/2006/main" noGrp="1"/>
          </p:cNvSpPr>
          <p:nvPr>
            <p:ph type="title" idx="0" hasCustomPrompt="1"/>
          </p:nvPr>
        </p:nvSpPr>
        <p:spPr>
          <a:xfrm xmlns:a="http://schemas.openxmlformats.org/drawingml/2006/main">
            <a:off x="768875" y="182403"/>
            <a:ext cx="10671048" cy="822960"/>
          </a:xfrm>
        </p:spPr>
        <p:txBody>
          <a:bodyPr xmlns:a="http://schemas.openxmlformats.org/drawingml/2006/main"/>
          <a:lstStyle xmlns:a="http://schemas.openxmlformats.org/drawingml/2006/main">
            <a:lvl1pPr>
              <a:lnSpc>
                <a:spcPct val="100000"/>
              </a:lnSpc>
              <a:buNone/>
              <a:defRPr b="1" i="0">
                <a:solidFill>
                  <a:schemeClr val="tx1"/>
                </a:solidFill>
                <a:latin typeface="Oracle Sans Tab"/>
                <a:ea typeface="Oracle Sans Tab"/>
                <a:cs typeface="Oracle Sans Tab"/>
              </a:defRPr>
            </a:lvl1pPr>
          </a:lstStyle>
          <a:p xmlns:a="http://schemas.openxmlformats.org/drawingml/2006/main">
            <a:r>
              <a:t>Title</a:t>
            </a:r>
          </a:p>
        </p:txBody>
      </p:sp>
      <p:sp>
        <p:nvSpPr>
          <p:cNvPr id="9" name="Date Placeholder 8">
            <a:extLst xmlns:a="http://schemas.openxmlformats.org/drawingml/2006/main">
              <a:ext uri="{FF2B5EF4-FFF2-40B4-BE49-F238E27FC236}">
                <a16:creationId xmlns:a16="http://schemas.microsoft.com/office/drawing/2014/main" id="{4ACA5DC3-86B0-1F65-3F2B-CA7D6A4147D2}"/>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[Date]</a:t>
            </a:r>
          </a:p>
        </p:txBody>
      </p:sp>
      <p:sp>
        <p:nvSpPr>
          <p:cNvPr id="10" name="Footer Placeholder 9">
            <a:extLst xmlns:a="http://schemas.openxmlformats.org/drawingml/2006/main">
              <a:ext uri="{FF2B5EF4-FFF2-40B4-BE49-F238E27FC236}">
                <a16:creationId xmlns:a16="http://schemas.microsoft.com/office/drawing/2014/main" id="{8EEC5612-9EFC-A5C7-60F5-422AA3E3BA9F}"/>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Copyright © 2026, Oracle and/or its affiliates |  Confidential: Internal/Restricted/Highly Restricted</a:t>
            </a:r>
          </a:p>
        </p:txBody>
      </p:sp>
      <p:sp>
        <p:nvSpPr>
          <p:cNvPr id="11" name="Slide Number Placeholder 10">
            <a:extLst xmlns:a="http://schemas.openxmlformats.org/drawingml/2006/main">
              <a:ext uri="{FF2B5EF4-FFF2-40B4-BE49-F238E27FC236}">
                <a16:creationId xmlns:a16="http://schemas.microsoft.com/office/drawing/2014/main" id="{B01A2761-9610-DAD1-E4E2-18899B9B522F}"/>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fld id="{345D60D9-5372-5F40-9443-0F9AE5BDC3C8}" type="slidenum">
              <a:t>‹#›</a:t>
            </a:fld>
          </a:p>
        </p:txBody>
      </p:sp>
    </p:spTree>
  </p:cSld>
</p:sldLayout>
</file>

<file path=ppt/slideLayouts/slideLayout63.xml><?xml version="1.0" encoding="utf-8"?>
<p:sldLayout xmlns:p="http://schemas.openxmlformats.org/presentationml/2006/main" preserve="1" userDrawn="1">
  <p:cSld name="Light - Title/Subtitle">
    <p:bg>
      <p:bgRef idx="1001">
        <a:schemeClr xmlns:a="http://schemas.openxmlformats.org/drawingml/2006/main" val="bg2"/>
      </p:bgRef>
    </p:bg>
    <p:spTree>
      <p:nvGrpSpPr>
        <p:cNvPr id="1" name=""/>
        <p:cNvGrpSpPr/>
        <p:nvPr/>
      </p:nvGrpSpPr>
      <p:grpSpPr>
        <a:xfrm xmlns:a="http://schemas.openxmlformats.org/drawingml/2006/main"/>
      </p:grpSpPr>
      <p:sp>
        <p:nvSpPr>
          <p:cNvPr id="4" name="Title 3">
            <a:extLst xmlns:a="http://schemas.openxmlformats.org/drawingml/2006/main">
              <a:ext uri="{FF2B5EF4-FFF2-40B4-BE49-F238E27FC236}">
                <a16:creationId xmlns:a16="http://schemas.microsoft.com/office/drawing/2014/main" id="{AC6A8D35-C90D-428D-8E15-6F958679D947}"/>
              </a:ext>
            </a:extLst>
          </p:cNvPr>
          <p:cNvSpPr>
            <a:spLocks xmlns:a="http://schemas.openxmlformats.org/drawingml/2006/main" noGrp="1"/>
          </p:cNvSpPr>
          <p:nvPr>
            <p:ph type="title" idx="0" hasCustomPrompt="1"/>
          </p:nvPr>
        </p:nvSpPr>
        <p:spPr/>
        <p:txBody>
          <a:bodyPr xmlns:a="http://schemas.openxmlformats.org/drawingml/2006/main"/>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r>
              <a:t>Title</a:t>
            </a:r>
          </a:p>
        </p:txBody>
      </p:sp>
      <p:sp>
        <p:nvSpPr>
          <p:cNvPr id="3" name="Subtitle">
            <a:extLst xmlns:a="http://schemas.openxmlformats.org/drawingml/2006/main">
              <a:ext uri="{FF2B5EF4-FFF2-40B4-BE49-F238E27FC236}">
                <a16:creationId xmlns:a16="http://schemas.microsoft.com/office/drawing/2014/main" id="{120DA5B7-17E8-2CF4-4B51-F677DF6CE73C}"/>
              </a:ext>
            </a:extLst>
          </p:cNvPr>
          <p:cNvSpPr>
            <a:spLocks xmlns:a="http://schemas.openxmlformats.org/drawingml/2006/main" noGrp="1"/>
          </p:cNvSpPr>
          <p:nvPr>
            <p:ph type="body" idx="11" hasCustomPrompt="1"/>
          </p:nvPr>
        </p:nvSpPr>
        <p:spPr>
          <a:xfrm xmlns:a="http://schemas.openxmlformats.org/drawingml/2006/main">
            <a:off x="766763" y="1009904"/>
            <a:ext cx="10671048" cy="330540"/>
          </a:xfrm>
          <a:prstGeom xmlns:a="http://schemas.openxmlformats.org/drawingml/2006/main" prst="rect">
            <a:avLst/>
          </a:prstGeom>
        </p:spPr>
        <p:txBody>
          <a:bodyPr xmlns:a="http://schemas.openxmlformats.org/drawingml/2006/main" lIns="0">
            <a:noAutofit/>
          </a:bodyPr>
          <a:lstStyle xmlns:a="http://schemas.openxmlformats.org/drawingml/2006/main">
            <a:lvl1pPr marL="0" indent="0">
              <a:lnSpc>
                <a:spcPct val="100000"/>
              </a:lnSpc>
              <a:spcAft>
                <a:spcPts val="0"/>
              </a:spcAft>
              <a:buNone/>
              <a:defRPr sz="2000" b="0" i="0">
                <a:latin typeface="Oracle Sans Tab"/>
                <a:ea typeface="Oracle Sans Tab"/>
                <a:cs typeface="Oracle Sans Tab"/>
              </a:defRPr>
            </a:lvl1pPr>
          </a:lstStyle>
          <a:p xmlns:a="http://schemas.openxmlformats.org/drawingml/2006/main">
            <a:pPr>
              <a:buNone/>
            </a:pPr>
            <a:r>
              <a:t>Subtitle</a:t>
            </a:r>
          </a:p>
        </p:txBody>
      </p:sp>
      <p:sp>
        <p:nvSpPr>
          <p:cNvPr id="2" name="Date Placeholder 1">
            <a:extLst xmlns:a="http://schemas.openxmlformats.org/drawingml/2006/main">
              <a:ext uri="{FF2B5EF4-FFF2-40B4-BE49-F238E27FC236}">
                <a16:creationId xmlns:a16="http://schemas.microsoft.com/office/drawing/2014/main" id="{8D11770B-32A5-FC20-4AEA-99D4D7D2C379}"/>
              </a:ext>
            </a:extLst>
          </p:cNvPr>
          <p:cNvSpPr>
            <a:spLocks xmlns:a="http://schemas.openxmlformats.org/drawingml/2006/main" noGrp="1"/>
          </p:cNvSpPr>
          <p:nvPr>
            <p:ph type="dt" idx="12"/>
          </p:nvPr>
        </p:nvSpPr>
        <p:spPr/>
        <p:txBody>
          <a:bodyPr xmlns:a="http://schemas.openxmlformats.org/drawingml/2006/main"/>
          <a:lstStyle xmlns:a="http://schemas.openxmlformats.org/drawingml/2006/main"/>
          <a:p xmlns:a="http://schemas.openxmlformats.org/drawingml/2006/main">
            <a:r>
              <a:t>[Date]</a:t>
            </a:r>
          </a:p>
        </p:txBody>
      </p:sp>
      <p:sp>
        <p:nvSpPr>
          <p:cNvPr id="7" name="Footer Placeholder 6">
            <a:extLst xmlns:a="http://schemas.openxmlformats.org/drawingml/2006/main">
              <a:ext uri="{FF2B5EF4-FFF2-40B4-BE49-F238E27FC236}">
                <a16:creationId xmlns:a16="http://schemas.microsoft.com/office/drawing/2014/main" id="{94942D56-A4AA-64BD-C5B3-F1A651AA15F4}"/>
              </a:ext>
            </a:extLst>
          </p:cNvPr>
          <p:cNvSpPr>
            <a:spLocks xmlns:a="http://schemas.openxmlformats.org/drawingml/2006/main" noGrp="1"/>
          </p:cNvSpPr>
          <p:nvPr>
            <p:ph type="ftr" idx="13"/>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8" name="Slide Number Placeholder 7">
            <a:extLst xmlns:a="http://schemas.openxmlformats.org/drawingml/2006/main">
              <a:ext uri="{FF2B5EF4-FFF2-40B4-BE49-F238E27FC236}">
                <a16:creationId xmlns:a16="http://schemas.microsoft.com/office/drawing/2014/main" id="{E3919A85-F8E5-83F6-8177-442319079E82}"/>
              </a:ext>
            </a:extLst>
          </p:cNvPr>
          <p:cNvSpPr>
            <a:spLocks xmlns:a="http://schemas.openxmlformats.org/drawingml/2006/main" noGrp="1"/>
          </p:cNvSpPr>
          <p:nvPr>
            <p:ph type="sldNum" idx="14"/>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64.xml><?xml version="1.0" encoding="utf-8"?>
<p:sldLayout xmlns:p="http://schemas.openxmlformats.org/presentationml/2006/main" preserve="1" userDrawn="1">
  <p:cSld name="Dark - Title/Subtitle">
    <p:bg>
      <p:bgRef idx="1001">
        <a:schemeClr xmlns:a="http://schemas.openxmlformats.org/drawingml/2006/main" val="bg2"/>
      </p:bgRef>
    </p:bg>
    <p:spTree>
      <p:nvGrpSpPr>
        <p:cNvPr id="1" name=""/>
        <p:cNvGrpSpPr/>
        <p:nvPr/>
      </p:nvGrpSpPr>
      <p:grpSpPr>
        <a:xfrm xmlns:a="http://schemas.openxmlformats.org/drawingml/2006/main"/>
      </p:grpSpPr>
      <p:sp>
        <p:nvSpPr>
          <p:cNvPr id="4" name="Title 3">
            <a:extLst xmlns:a="http://schemas.openxmlformats.org/drawingml/2006/main">
              <a:ext uri="{FF2B5EF4-FFF2-40B4-BE49-F238E27FC236}">
                <a16:creationId xmlns:a16="http://schemas.microsoft.com/office/drawing/2014/main" id="{C471FF06-338B-46FE-B4FE-F72B7ABAED7F}"/>
              </a:ext>
            </a:extLst>
          </p:cNvPr>
          <p:cNvSpPr>
            <a:spLocks xmlns:a="http://schemas.openxmlformats.org/drawingml/2006/main" noGrp="1"/>
          </p:cNvSpPr>
          <p:nvPr>
            <p:ph type="title" idx="0" hasCustomPrompt="1"/>
          </p:nvPr>
        </p:nvSpPr>
        <p:spPr/>
        <p:txBody>
          <a:bodyPr xmlns:a="http://schemas.openxmlformats.org/drawingml/2006/main"/>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r>
              <a:t>Title</a:t>
            </a:r>
          </a:p>
        </p:txBody>
      </p:sp>
      <p:sp>
        <p:nvSpPr>
          <p:cNvPr id="6" name="Subtitle">
            <a:extLst xmlns:a="http://schemas.openxmlformats.org/drawingml/2006/main">
              <a:ext uri="{FF2B5EF4-FFF2-40B4-BE49-F238E27FC236}">
                <a16:creationId xmlns:a16="http://schemas.microsoft.com/office/drawing/2014/main" id="{756DCC98-315C-61EE-3BD9-275F39B0D5BB}"/>
              </a:ext>
            </a:extLst>
          </p:cNvPr>
          <p:cNvSpPr>
            <a:spLocks xmlns:a="http://schemas.openxmlformats.org/drawingml/2006/main" noGrp="1"/>
          </p:cNvSpPr>
          <p:nvPr>
            <p:ph type="body" idx="11" hasCustomPrompt="1"/>
          </p:nvPr>
        </p:nvSpPr>
        <p:spPr>
          <a:xfrm xmlns:a="http://schemas.openxmlformats.org/drawingml/2006/main">
            <a:off x="766763" y="1009904"/>
            <a:ext cx="10671048" cy="330540"/>
          </a:xfrm>
          <a:prstGeom xmlns:a="http://schemas.openxmlformats.org/drawingml/2006/main" prst="rect">
            <a:avLst/>
          </a:prstGeom>
        </p:spPr>
        <p:txBody>
          <a:bodyPr xmlns:a="http://schemas.openxmlformats.org/drawingml/2006/main" lIns="0">
            <a:noAutofit/>
          </a:bodyPr>
          <a:lstStyle xmlns:a="http://schemas.openxmlformats.org/drawingml/2006/main">
            <a:lvl1pPr marL="0" indent="0">
              <a:lnSpc>
                <a:spcPct val="100000"/>
              </a:lnSpc>
              <a:spcAft>
                <a:spcPts val="0"/>
              </a:spcAft>
              <a:buNone/>
              <a:defRPr sz="2000" b="0" i="0">
                <a:latin typeface="Oracle Sans Tab"/>
                <a:ea typeface="Oracle Sans Tab"/>
                <a:cs typeface="Oracle Sans Tab"/>
              </a:defRPr>
            </a:lvl1pPr>
          </a:lstStyle>
          <a:p xmlns:a="http://schemas.openxmlformats.org/drawingml/2006/main">
            <a:pPr>
              <a:buNone/>
            </a:pPr>
            <a:r>
              <a:t>Subtitle</a:t>
            </a:r>
          </a:p>
        </p:txBody>
      </p:sp>
      <p:sp>
        <p:nvSpPr>
          <p:cNvPr id="2" name="Date Placeholder 1">
            <a:extLst xmlns:a="http://schemas.openxmlformats.org/drawingml/2006/main">
              <a:ext uri="{FF2B5EF4-FFF2-40B4-BE49-F238E27FC236}">
                <a16:creationId xmlns:a16="http://schemas.microsoft.com/office/drawing/2014/main" id="{0D371182-26A9-2156-0553-E34D067D3EE0}"/>
              </a:ext>
            </a:extLst>
          </p:cNvPr>
          <p:cNvSpPr>
            <a:spLocks xmlns:a="http://schemas.openxmlformats.org/drawingml/2006/main" noGrp="1"/>
          </p:cNvSpPr>
          <p:nvPr>
            <p:ph type="dt" idx="12"/>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[Date]</a:t>
            </a:r>
          </a:p>
        </p:txBody>
      </p:sp>
      <p:sp>
        <p:nvSpPr>
          <p:cNvPr id="3" name="Footer Placeholder 2">
            <a:extLst xmlns:a="http://schemas.openxmlformats.org/drawingml/2006/main">
              <a:ext uri="{FF2B5EF4-FFF2-40B4-BE49-F238E27FC236}">
                <a16:creationId xmlns:a16="http://schemas.microsoft.com/office/drawing/2014/main" id="{15904337-652A-F60A-384B-A215C2E930D5}"/>
              </a:ext>
            </a:extLst>
          </p:cNvPr>
          <p:cNvSpPr>
            <a:spLocks xmlns:a="http://schemas.openxmlformats.org/drawingml/2006/main" noGrp="1"/>
          </p:cNvSpPr>
          <p:nvPr>
            <p:ph type="ftr" idx="13"/>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Copyright © 2026, Oracle and/or its affiliates |  Confidential: Internal/Restricted/Highly Restricted</a:t>
            </a:r>
          </a:p>
        </p:txBody>
      </p:sp>
      <p:sp>
        <p:nvSpPr>
          <p:cNvPr id="7" name="Slide Number Placeholder 6">
            <a:extLst xmlns:a="http://schemas.openxmlformats.org/drawingml/2006/main">
              <a:ext uri="{FF2B5EF4-FFF2-40B4-BE49-F238E27FC236}">
                <a16:creationId xmlns:a16="http://schemas.microsoft.com/office/drawing/2014/main" id="{025AB84E-2CD6-A676-1BC4-28536EDB000A}"/>
              </a:ext>
            </a:extLst>
          </p:cNvPr>
          <p:cNvSpPr>
            <a:spLocks xmlns:a="http://schemas.openxmlformats.org/drawingml/2006/main" noGrp="1"/>
          </p:cNvSpPr>
          <p:nvPr>
            <p:ph type="sldNum" idx="14"/>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fld id="{345D60D9-5372-5F40-9443-0F9AE5BDC3C8}" type="slidenum">
              <a:t>‹#›</a:t>
            </a:fld>
          </a:p>
        </p:txBody>
      </p:sp>
    </p:spTree>
  </p:cSld>
</p:sldLayout>
</file>

<file path=ppt/slideLayouts/slideLayout65.xml><?xml version="1.0" encoding="utf-8"?>
<p:sldLayout xmlns:p="http://schemas.openxmlformats.org/presentationml/2006/main" preserve="1" userDrawn="1">
  <p:cSld name="Light - Title 1 Column">
    <p:bg>
      <p:bgRef idx="1001">
        <a:schemeClr xmlns:a="http://schemas.openxmlformats.org/drawingml/2006/main" val="bg2"/>
      </p:bgRef>
    </p:bg>
    <p:spTree>
      <p:nvGrpSpPr>
        <p:cNvPr id="1" name=""/>
        <p:cNvGrpSpPr/>
        <p:nvPr/>
      </p:nvGrpSpPr>
      <p:grpSpPr>
        <a:xfrm xmlns:a="http://schemas.openxmlformats.org/drawingml/2006/main"/>
      </p:grpSpPr>
      <p:sp>
        <p:nvSpPr>
          <p:cNvPr id="13" name="Title 12">
            <a:extLst xmlns:a="http://schemas.openxmlformats.org/drawingml/2006/main">
              <a:ext uri="{FF2B5EF4-FFF2-40B4-BE49-F238E27FC236}">
                <a16:creationId xmlns:a16="http://schemas.microsoft.com/office/drawing/2014/main" id="{B4B5BB6C-77A2-4299-98DB-F23A8BBC354D}"/>
              </a:ext>
            </a:extLst>
          </p:cNvPr>
          <p:cNvSpPr>
            <a:spLocks xmlns:a="http://schemas.openxmlformats.org/drawingml/2006/main" noGrp="1"/>
          </p:cNvSpPr>
          <p:nvPr>
            <p:ph type="title" idx="0" hasCustomPrompt="1"/>
          </p:nvPr>
        </p:nvSpPr>
        <p:spPr/>
        <p:txBody>
          <a:bodyPr xmlns:a="http://schemas.openxmlformats.org/drawingml/2006/main"/>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r>
              <a:t>Title</a:t>
            </a:r>
          </a:p>
        </p:txBody>
      </p:sp>
      <p:sp>
        <p:nvSpPr>
          <p:cNvPr id="2" name="Content">
            <a:extLst xmlns:a="http://schemas.openxmlformats.org/drawingml/2006/main">
              <a:ext uri="{FF2B5EF4-FFF2-40B4-BE49-F238E27FC236}">
                <a16:creationId xmlns:a16="http://schemas.microsoft.com/office/drawing/2014/main" id="{5D03235E-81C6-F058-9141-4468DA219785}"/>
              </a:ext>
            </a:extLst>
          </p:cNvPr>
          <p:cNvSpPr>
            <a:spLocks xmlns:a="http://schemas.openxmlformats.org/drawingml/2006/main" noGrp="1"/>
          </p:cNvSpPr>
          <p:nvPr>
            <p:ph idx="14"/>
          </p:nvPr>
        </p:nvSpPr>
        <p:spPr>
          <a:xfrm xmlns:a="http://schemas.openxmlformats.org/drawingml/2006/main">
            <a:off x="766762" y="1600199"/>
            <a:ext cx="10671048" cy="4507992"/>
          </a:xfrm>
        </p:spPr>
        <p:txBody>
          <a:bodyPr xmlns:a="http://schemas.openxmlformats.org/drawingml/2006/main"/>
          <a:lstStyle xmlns:a="http://schemas.openxmlformats.org/drawingml/2006/main">
            <a:lvl1pPr>
              <a:lnSpc>
                <a:spcPct val="100000"/>
              </a:lnSpc>
              <a:buNone/>
              <a:defRPr sz="1600" b="0" i="0">
                <a:latin typeface="Oracle Sans Tab"/>
                <a:ea typeface="Oracle Sans Tab"/>
                <a:cs typeface="Oracle Sans Tab"/>
              </a:defRPr>
            </a:lvl1pPr>
            <a:lvl2pPr>
              <a:lnSpc>
                <a:spcPct val="100000"/>
              </a:lnSpc>
              <a:buNone/>
              <a:defRPr sz="1600" b="0" i="0">
                <a:latin typeface="Oracle Sans Tab"/>
                <a:ea typeface="Oracle Sans Tab"/>
                <a:cs typeface="Oracle Sans Tab"/>
              </a:defRPr>
            </a:lvl2pPr>
            <a:lvl3pPr>
              <a:lnSpc>
                <a:spcPct val="100000"/>
              </a:lnSpc>
              <a:buNone/>
              <a:defRPr sz="1600" b="0" i="0">
                <a:latin typeface="Oracle Sans Tab"/>
                <a:ea typeface="Oracle Sans Tab"/>
                <a:cs typeface="Oracle Sans Tab"/>
              </a:defRPr>
            </a:lvl3pPr>
            <a:lvl4pPr>
              <a:lnSpc>
                <a:spcPct val="100000"/>
              </a:lnSpc>
              <a:buNone/>
              <a:defRPr sz="1600" b="0" i="0">
                <a:latin typeface="Oracle Sans Tab"/>
                <a:ea typeface="Oracle Sans Tab"/>
                <a:cs typeface="Oracle Sans Tab"/>
              </a:defRPr>
            </a:lvl4pPr>
            <a:lvl5pPr>
              <a:lnSpc>
                <a:spcPct val="100000"/>
              </a:lnSpc>
              <a:buNone/>
              <a:defRPr sz="1600" b="0" i="0">
                <a:latin typeface="Oracle Sans Tab"/>
                <a:ea typeface="Oracle Sans Tab"/>
                <a:cs typeface="Oracle Sans Tab"/>
              </a:defRPr>
            </a:lvl5pPr>
          </a:lstStyle>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sp>
        <p:nvSpPr>
          <p:cNvPr id="6" name="Date Placeholder 5">
            <a:extLst xmlns:a="http://schemas.openxmlformats.org/drawingml/2006/main">
              <a:ext uri="{FF2B5EF4-FFF2-40B4-BE49-F238E27FC236}">
                <a16:creationId xmlns:a16="http://schemas.microsoft.com/office/drawing/2014/main" id="{7AE25497-EB32-37FB-7B7C-5AACD4F9D2DF}"/>
              </a:ext>
            </a:extLst>
          </p:cNvPr>
          <p:cNvSpPr>
            <a:spLocks xmlns:a="http://schemas.openxmlformats.org/drawingml/2006/main" noGrp="1"/>
          </p:cNvSpPr>
          <p:nvPr>
            <p:ph type="dt" idx="15"/>
          </p:nvPr>
        </p:nvSpPr>
        <p:spPr/>
        <p:txBody>
          <a:bodyPr xmlns:a="http://schemas.openxmlformats.org/drawingml/2006/main"/>
          <a:lstStyle xmlns:a="http://schemas.openxmlformats.org/drawingml/2006/main"/>
          <a:p xmlns:a="http://schemas.openxmlformats.org/drawingml/2006/main">
            <a:r>
              <a:t>[Date]</a:t>
            </a:r>
          </a:p>
        </p:txBody>
      </p:sp>
      <p:sp>
        <p:nvSpPr>
          <p:cNvPr id="7" name="Footer Placeholder 6">
            <a:extLst xmlns:a="http://schemas.openxmlformats.org/drawingml/2006/main">
              <a:ext uri="{FF2B5EF4-FFF2-40B4-BE49-F238E27FC236}">
                <a16:creationId xmlns:a16="http://schemas.microsoft.com/office/drawing/2014/main" id="{CF729C5D-6FF3-FF26-11CE-C82C183E6466}"/>
              </a:ext>
            </a:extLst>
          </p:cNvPr>
          <p:cNvSpPr>
            <a:spLocks xmlns:a="http://schemas.openxmlformats.org/drawingml/2006/main" noGrp="1"/>
          </p:cNvSpPr>
          <p:nvPr>
            <p:ph type="ftr" idx="16"/>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8" name="Slide Number Placeholder 7">
            <a:extLst xmlns:a="http://schemas.openxmlformats.org/drawingml/2006/main">
              <a:ext uri="{FF2B5EF4-FFF2-40B4-BE49-F238E27FC236}">
                <a16:creationId xmlns:a16="http://schemas.microsoft.com/office/drawing/2014/main" id="{E407E1E2-BFA1-3887-DB9A-2239E245B72C}"/>
              </a:ext>
            </a:extLst>
          </p:cNvPr>
          <p:cNvSpPr>
            <a:spLocks xmlns:a="http://schemas.openxmlformats.org/drawingml/2006/main" noGrp="1"/>
          </p:cNvSpPr>
          <p:nvPr>
            <p:ph type="sldNum" idx="17"/>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66.xml><?xml version="1.0" encoding="utf-8"?>
<p:sldLayout xmlns:p="http://schemas.openxmlformats.org/presentationml/2006/main" preserve="1" userDrawn="1">
  <p:cSld name="Dark - Title 1 Column">
    <p:bg>
      <p:bgRef idx="1001">
        <a:schemeClr xmlns:a="http://schemas.openxmlformats.org/drawingml/2006/main" val="bg2"/>
      </p:bgRef>
    </p:bg>
    <p:spTree>
      <p:nvGrpSpPr>
        <p:cNvPr id="1" name=""/>
        <p:cNvGrpSpPr/>
        <p:nvPr/>
      </p:nvGrpSpPr>
      <p:grpSpPr>
        <a:xfrm xmlns:a="http://schemas.openxmlformats.org/drawingml/2006/main"/>
      </p:grpSpPr>
      <p:sp>
        <p:nvSpPr>
          <p:cNvPr id="13" name="Title 12">
            <a:extLst xmlns:a="http://schemas.openxmlformats.org/drawingml/2006/main">
              <a:ext uri="{FF2B5EF4-FFF2-40B4-BE49-F238E27FC236}">
                <a16:creationId xmlns:a16="http://schemas.microsoft.com/office/drawing/2014/main" id="{B4B5BB6C-77A2-4299-98DB-F23A8BBC354D}"/>
              </a:ext>
            </a:extLst>
          </p:cNvPr>
          <p:cNvSpPr>
            <a:spLocks xmlns:a="http://schemas.openxmlformats.org/drawingml/2006/main" noGrp="1"/>
          </p:cNvSpPr>
          <p:nvPr>
            <p:ph type="title" idx="0" hasCustomPrompt="1"/>
          </p:nvPr>
        </p:nvSpPr>
        <p:spPr/>
        <p:txBody>
          <a:bodyPr xmlns:a="http://schemas.openxmlformats.org/drawingml/2006/main"/>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r>
              <a:t>Title</a:t>
            </a:r>
          </a:p>
        </p:txBody>
      </p:sp>
      <p:sp>
        <p:nvSpPr>
          <p:cNvPr id="2" name="Content">
            <a:extLst xmlns:a="http://schemas.openxmlformats.org/drawingml/2006/main">
              <a:ext uri="{FF2B5EF4-FFF2-40B4-BE49-F238E27FC236}">
                <a16:creationId xmlns:a16="http://schemas.microsoft.com/office/drawing/2014/main" id="{5D03235E-81C6-F058-9141-4468DA219785}"/>
              </a:ext>
            </a:extLst>
          </p:cNvPr>
          <p:cNvSpPr>
            <a:spLocks xmlns:a="http://schemas.openxmlformats.org/drawingml/2006/main" noGrp="1"/>
          </p:cNvSpPr>
          <p:nvPr>
            <p:ph idx="14"/>
          </p:nvPr>
        </p:nvSpPr>
        <p:spPr>
          <a:xfrm xmlns:a="http://schemas.openxmlformats.org/drawingml/2006/main">
            <a:off x="766762" y="1600199"/>
            <a:ext cx="10671048" cy="4507992"/>
          </a:xfrm>
        </p:spPr>
        <p:txBody>
          <a:bodyPr xmlns:a="http://schemas.openxmlformats.org/drawingml/2006/main"/>
          <a:lstStyle xmlns:a="http://schemas.openxmlformats.org/drawingml/2006/main">
            <a:lvl1pPr>
              <a:lnSpc>
                <a:spcPct val="100000"/>
              </a:lnSpc>
              <a:buNone/>
              <a:defRPr sz="1600" b="0" i="0">
                <a:latin typeface="Oracle Sans Tab"/>
                <a:ea typeface="Oracle Sans Tab"/>
                <a:cs typeface="Oracle Sans Tab"/>
              </a:defRPr>
            </a:lvl1pPr>
            <a:lvl2pPr>
              <a:lnSpc>
                <a:spcPct val="100000"/>
              </a:lnSpc>
              <a:buNone/>
              <a:defRPr sz="1600" b="0" i="0">
                <a:latin typeface="Oracle Sans Tab"/>
                <a:ea typeface="Oracle Sans Tab"/>
                <a:cs typeface="Oracle Sans Tab"/>
              </a:defRPr>
            </a:lvl2pPr>
            <a:lvl3pPr>
              <a:lnSpc>
                <a:spcPct val="100000"/>
              </a:lnSpc>
              <a:buNone/>
              <a:defRPr sz="1600" b="0" i="0">
                <a:latin typeface="Oracle Sans Tab"/>
                <a:ea typeface="Oracle Sans Tab"/>
                <a:cs typeface="Oracle Sans Tab"/>
              </a:defRPr>
            </a:lvl3pPr>
            <a:lvl4pPr>
              <a:lnSpc>
                <a:spcPct val="100000"/>
              </a:lnSpc>
              <a:buNone/>
              <a:defRPr sz="1600" b="0" i="0">
                <a:latin typeface="Oracle Sans Tab"/>
                <a:ea typeface="Oracle Sans Tab"/>
                <a:cs typeface="Oracle Sans Tab"/>
              </a:defRPr>
            </a:lvl4pPr>
            <a:lvl5pPr>
              <a:lnSpc>
                <a:spcPct val="100000"/>
              </a:lnSpc>
              <a:buNone/>
              <a:defRPr sz="1600" b="0" i="0">
                <a:latin typeface="Oracle Sans Tab"/>
                <a:ea typeface="Oracle Sans Tab"/>
                <a:cs typeface="Oracle Sans Tab"/>
              </a:defRPr>
            </a:lvl5pPr>
          </a:lstStyle>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sp>
        <p:nvSpPr>
          <p:cNvPr id="3" name="Date Placeholder 2">
            <a:extLst xmlns:a="http://schemas.openxmlformats.org/drawingml/2006/main">
              <a:ext uri="{FF2B5EF4-FFF2-40B4-BE49-F238E27FC236}">
                <a16:creationId xmlns:a16="http://schemas.microsoft.com/office/drawing/2014/main" id="{47DBC98D-86BA-FEDC-3762-DC8479B86512}"/>
              </a:ext>
            </a:extLst>
          </p:cNvPr>
          <p:cNvSpPr>
            <a:spLocks xmlns:a="http://schemas.openxmlformats.org/drawingml/2006/main" noGrp="1"/>
          </p:cNvSpPr>
          <p:nvPr>
            <p:ph type="dt" idx="15"/>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[Date]</a:t>
            </a:r>
          </a:p>
        </p:txBody>
      </p:sp>
      <p:sp>
        <p:nvSpPr>
          <p:cNvPr id="4" name="Footer Placeholder 3">
            <a:extLst xmlns:a="http://schemas.openxmlformats.org/drawingml/2006/main">
              <a:ext uri="{FF2B5EF4-FFF2-40B4-BE49-F238E27FC236}">
                <a16:creationId xmlns:a16="http://schemas.microsoft.com/office/drawing/2014/main" id="{BFD82F6C-687B-E154-6AF0-3371B974D364}"/>
              </a:ext>
            </a:extLst>
          </p:cNvPr>
          <p:cNvSpPr>
            <a:spLocks xmlns:a="http://schemas.openxmlformats.org/drawingml/2006/main" noGrp="1"/>
          </p:cNvSpPr>
          <p:nvPr>
            <p:ph type="ftr" idx="16"/>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Copyright © 2026, Oracle and/or its affiliates |  Confidential: Internal/Restricted/Highly Restricted</a:t>
            </a:r>
          </a:p>
        </p:txBody>
      </p:sp>
      <p:sp>
        <p:nvSpPr>
          <p:cNvPr id="5" name="Slide Number Placeholder 4">
            <a:extLst xmlns:a="http://schemas.openxmlformats.org/drawingml/2006/main">
              <a:ext uri="{FF2B5EF4-FFF2-40B4-BE49-F238E27FC236}">
                <a16:creationId xmlns:a16="http://schemas.microsoft.com/office/drawing/2014/main" id="{99CECF25-0A7C-E724-DF7A-CD4BA097F030}"/>
              </a:ext>
            </a:extLst>
          </p:cNvPr>
          <p:cNvSpPr>
            <a:spLocks xmlns:a="http://schemas.openxmlformats.org/drawingml/2006/main" noGrp="1"/>
          </p:cNvSpPr>
          <p:nvPr>
            <p:ph type="sldNum" idx="17"/>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fld id="{345D60D9-5372-5F40-9443-0F9AE5BDC3C8}" type="slidenum">
              <a:t>‹#›</a:t>
            </a:fld>
          </a:p>
        </p:txBody>
      </p:sp>
    </p:spTree>
  </p:cSld>
</p:sldLayout>
</file>

<file path=ppt/slideLayouts/slideLayout67.xml><?xml version="1.0" encoding="utf-8"?>
<p:sldLayout xmlns:p="http://schemas.openxmlformats.org/presentationml/2006/main" preserve="1" userDrawn="1">
  <p:cSld name="Light - Title/Subtitle 1 Column">
    <p:bg>
      <p:bgRef idx="1001">
        <a:schemeClr xmlns:a="http://schemas.openxmlformats.org/drawingml/2006/main" val="bg2"/>
      </p:bgRef>
    </p:bg>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DEE4D9CD-CDC4-4642-8CDA-7351404FC2D2}"/>
              </a:ext>
            </a:extLst>
          </p:cNvPr>
          <p:cNvSpPr>
            <a:spLocks xmlns:a="http://schemas.openxmlformats.org/drawingml/2006/main" noGrp="1"/>
          </p:cNvSpPr>
          <p:nvPr>
            <p:ph type="title" idx="0" hasCustomPrompt="1"/>
          </p:nvPr>
        </p:nvSpPr>
        <p:spPr/>
        <p:txBody>
          <a:bodyPr xmlns:a="http://schemas.openxmlformats.org/drawingml/2006/main"/>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r>
              <a:t>Title</a:t>
            </a:r>
          </a:p>
        </p:txBody>
      </p:sp>
      <p:sp>
        <p:nvSpPr>
          <p:cNvPr id="3" name="Subtitle">
            <a:extLst xmlns:a="http://schemas.openxmlformats.org/drawingml/2006/main">
              <a:ext uri="{FF2B5EF4-FFF2-40B4-BE49-F238E27FC236}">
                <a16:creationId xmlns:a16="http://schemas.microsoft.com/office/drawing/2014/main" id="{B28271ED-B1CF-9F0D-4AA0-883D80DEDBF0}"/>
              </a:ext>
            </a:extLst>
          </p:cNvPr>
          <p:cNvSpPr>
            <a:spLocks xmlns:a="http://schemas.openxmlformats.org/drawingml/2006/main" noGrp="1"/>
          </p:cNvSpPr>
          <p:nvPr>
            <p:ph type="body" idx="11" hasCustomPrompt="1"/>
          </p:nvPr>
        </p:nvSpPr>
        <p:spPr>
          <a:xfrm xmlns:a="http://schemas.openxmlformats.org/drawingml/2006/main">
            <a:off x="766763" y="1009904"/>
            <a:ext cx="10671048" cy="330540"/>
          </a:xfrm>
          <a:prstGeom xmlns:a="http://schemas.openxmlformats.org/drawingml/2006/main" prst="rect">
            <a:avLst/>
          </a:prstGeom>
        </p:spPr>
        <p:txBody>
          <a:bodyPr xmlns:a="http://schemas.openxmlformats.org/drawingml/2006/main" lIns="0">
            <a:noAutofit/>
          </a:bodyPr>
          <a:lstStyle xmlns:a="http://schemas.openxmlformats.org/drawingml/2006/main">
            <a:lvl1pPr marL="0" indent="0">
              <a:lnSpc>
                <a:spcPct val="100000"/>
              </a:lnSpc>
              <a:spcAft>
                <a:spcPts val="0"/>
              </a:spcAft>
              <a:buNone/>
              <a:defRPr sz="2000" b="0" i="0">
                <a:latin typeface="Oracle Sans Tab"/>
                <a:ea typeface="Oracle Sans Tab"/>
                <a:cs typeface="Oracle Sans Tab"/>
              </a:defRPr>
            </a:lvl1pPr>
          </a:lstStyle>
          <a:p xmlns:a="http://schemas.openxmlformats.org/drawingml/2006/main">
            <a:pPr>
              <a:buNone/>
            </a:pPr>
            <a:r>
              <a:t>Subtitle</a:t>
            </a:r>
          </a:p>
        </p:txBody>
      </p:sp>
      <p:sp>
        <p:nvSpPr>
          <p:cNvPr id="9" name="Content">
            <a:extLst xmlns:a="http://schemas.openxmlformats.org/drawingml/2006/main">
              <a:ext uri="{FF2B5EF4-FFF2-40B4-BE49-F238E27FC236}">
                <a16:creationId xmlns:a16="http://schemas.microsoft.com/office/drawing/2014/main" id="{B95271D6-CF2C-D8C3-F7FB-D555FC2D9469}"/>
              </a:ext>
            </a:extLst>
          </p:cNvPr>
          <p:cNvSpPr>
            <a:spLocks xmlns:a="http://schemas.openxmlformats.org/drawingml/2006/main" noGrp="1"/>
          </p:cNvSpPr>
          <p:nvPr>
            <p:ph idx="14"/>
          </p:nvPr>
        </p:nvSpPr>
        <p:spPr>
          <a:xfrm xmlns:a="http://schemas.openxmlformats.org/drawingml/2006/main">
            <a:off x="766762" y="1600199"/>
            <a:ext cx="10671048" cy="4507992"/>
          </a:xfrm>
        </p:spPr>
        <p:txBody>
          <a:bodyPr xmlns:a="http://schemas.openxmlformats.org/drawingml/2006/main"/>
          <a:lstStyle xmlns:a="http://schemas.openxmlformats.org/drawingml/2006/main">
            <a:lvl1pPr>
              <a:lnSpc>
                <a:spcPct val="100000"/>
              </a:lnSpc>
              <a:buNone/>
              <a:defRPr sz="1600" b="0" i="0">
                <a:latin typeface="Oracle Sans Tab"/>
                <a:ea typeface="Oracle Sans Tab"/>
                <a:cs typeface="Oracle Sans Tab"/>
              </a:defRPr>
            </a:lvl1pPr>
            <a:lvl2pPr>
              <a:lnSpc>
                <a:spcPct val="100000"/>
              </a:lnSpc>
              <a:buNone/>
              <a:defRPr sz="1600" b="0" i="0">
                <a:latin typeface="Oracle Sans Tab"/>
                <a:ea typeface="Oracle Sans Tab"/>
                <a:cs typeface="Oracle Sans Tab"/>
              </a:defRPr>
            </a:lvl2pPr>
            <a:lvl3pPr>
              <a:lnSpc>
                <a:spcPct val="100000"/>
              </a:lnSpc>
              <a:buNone/>
              <a:defRPr sz="1600" b="0" i="0">
                <a:latin typeface="Oracle Sans Tab"/>
                <a:ea typeface="Oracle Sans Tab"/>
                <a:cs typeface="Oracle Sans Tab"/>
              </a:defRPr>
            </a:lvl3pPr>
            <a:lvl4pPr>
              <a:lnSpc>
                <a:spcPct val="100000"/>
              </a:lnSpc>
              <a:buNone/>
              <a:defRPr sz="1600" b="0" i="0">
                <a:latin typeface="Oracle Sans Tab"/>
                <a:ea typeface="Oracle Sans Tab"/>
                <a:cs typeface="Oracle Sans Tab"/>
              </a:defRPr>
            </a:lvl4pPr>
            <a:lvl5pPr>
              <a:lnSpc>
                <a:spcPct val="100000"/>
              </a:lnSpc>
              <a:buNone/>
              <a:defRPr sz="1600" b="0" i="0">
                <a:latin typeface="Oracle Sans Tab"/>
                <a:ea typeface="Oracle Sans Tab"/>
                <a:cs typeface="Oracle Sans Tab"/>
              </a:defRPr>
            </a:lvl5pPr>
          </a:lstStyle>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sp>
        <p:nvSpPr>
          <p:cNvPr id="4" name="Date Placeholder 3">
            <a:extLst xmlns:a="http://schemas.openxmlformats.org/drawingml/2006/main">
              <a:ext uri="{FF2B5EF4-FFF2-40B4-BE49-F238E27FC236}">
                <a16:creationId xmlns:a16="http://schemas.microsoft.com/office/drawing/2014/main" id="{C153FACC-D922-8B8C-D230-D54541C777A5}"/>
              </a:ext>
            </a:extLst>
          </p:cNvPr>
          <p:cNvSpPr>
            <a:spLocks xmlns:a="http://schemas.openxmlformats.org/drawingml/2006/main" noGrp="1"/>
          </p:cNvSpPr>
          <p:nvPr>
            <p:ph type="dt" idx="15"/>
          </p:nvPr>
        </p:nvSpPr>
        <p:spPr/>
        <p:txBody>
          <a:bodyPr xmlns:a="http://schemas.openxmlformats.org/drawingml/2006/main"/>
          <a:lstStyle xmlns:a="http://schemas.openxmlformats.org/drawingml/2006/main"/>
          <a:p xmlns:a="http://schemas.openxmlformats.org/drawingml/2006/main">
            <a:r>
              <a:t>[Date]</a:t>
            </a:r>
          </a:p>
        </p:txBody>
      </p:sp>
      <p:sp>
        <p:nvSpPr>
          <p:cNvPr id="6" name="Footer Placeholder 5">
            <a:extLst xmlns:a="http://schemas.openxmlformats.org/drawingml/2006/main">
              <a:ext uri="{FF2B5EF4-FFF2-40B4-BE49-F238E27FC236}">
                <a16:creationId xmlns:a16="http://schemas.microsoft.com/office/drawing/2014/main" id="{1BA0E5BA-28D7-84BB-8F24-82E11BBD96B5}"/>
              </a:ext>
            </a:extLst>
          </p:cNvPr>
          <p:cNvSpPr>
            <a:spLocks xmlns:a="http://schemas.openxmlformats.org/drawingml/2006/main" noGrp="1"/>
          </p:cNvSpPr>
          <p:nvPr>
            <p:ph type="ftr" idx="16"/>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10" name="Slide Number Placeholder 9">
            <a:extLst xmlns:a="http://schemas.openxmlformats.org/drawingml/2006/main">
              <a:ext uri="{FF2B5EF4-FFF2-40B4-BE49-F238E27FC236}">
                <a16:creationId xmlns:a16="http://schemas.microsoft.com/office/drawing/2014/main" id="{045585FA-A4EB-D6B9-72C2-AEC97D2BA793}"/>
              </a:ext>
            </a:extLst>
          </p:cNvPr>
          <p:cNvSpPr>
            <a:spLocks xmlns:a="http://schemas.openxmlformats.org/drawingml/2006/main" noGrp="1"/>
          </p:cNvSpPr>
          <p:nvPr>
            <p:ph type="sldNum" idx="17"/>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68.xml><?xml version="1.0" encoding="utf-8"?>
<p:sldLayout xmlns:p="http://schemas.openxmlformats.org/presentationml/2006/main" preserve="1" userDrawn="1">
  <p:cSld name="Dark - Title/Subtitle 1 Column">
    <p:bg>
      <p:bgRef idx="1001">
        <a:schemeClr xmlns:a="http://schemas.openxmlformats.org/drawingml/2006/main" val="bg2"/>
      </p:bgRef>
    </p:bg>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C3E68516-E3E0-4F22-9EB7-1A85E1D3B5A1}"/>
              </a:ext>
            </a:extLst>
          </p:cNvPr>
          <p:cNvSpPr>
            <a:spLocks xmlns:a="http://schemas.openxmlformats.org/drawingml/2006/main" noGrp="1"/>
          </p:cNvSpPr>
          <p:nvPr>
            <p:ph type="title" idx="0" hasCustomPrompt="1"/>
          </p:nvPr>
        </p:nvSpPr>
        <p:spPr/>
        <p:txBody>
          <a:bodyPr xmlns:a="http://schemas.openxmlformats.org/drawingml/2006/main"/>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r>
              <a:t>Title</a:t>
            </a:r>
          </a:p>
        </p:txBody>
      </p:sp>
      <p:sp>
        <p:nvSpPr>
          <p:cNvPr id="3" name="Subtitle">
            <a:extLst xmlns:a="http://schemas.openxmlformats.org/drawingml/2006/main">
              <a:ext uri="{FF2B5EF4-FFF2-40B4-BE49-F238E27FC236}">
                <a16:creationId xmlns:a16="http://schemas.microsoft.com/office/drawing/2014/main" id="{46A3BF75-E03A-3149-A8B6-C22593F32B62}"/>
              </a:ext>
            </a:extLst>
          </p:cNvPr>
          <p:cNvSpPr>
            <a:spLocks xmlns:a="http://schemas.openxmlformats.org/drawingml/2006/main" noGrp="1"/>
          </p:cNvSpPr>
          <p:nvPr>
            <p:ph type="body" idx="11" hasCustomPrompt="1"/>
          </p:nvPr>
        </p:nvSpPr>
        <p:spPr>
          <a:xfrm xmlns:a="http://schemas.openxmlformats.org/drawingml/2006/main">
            <a:off x="766763" y="1009904"/>
            <a:ext cx="10671048" cy="330540"/>
          </a:xfrm>
          <a:prstGeom xmlns:a="http://schemas.openxmlformats.org/drawingml/2006/main" prst="rect">
            <a:avLst/>
          </a:prstGeom>
        </p:spPr>
        <p:txBody>
          <a:bodyPr xmlns:a="http://schemas.openxmlformats.org/drawingml/2006/main" lIns="0">
            <a:noAutofit/>
          </a:bodyPr>
          <a:lstStyle xmlns:a="http://schemas.openxmlformats.org/drawingml/2006/main">
            <a:lvl1pPr marL="0" indent="0">
              <a:lnSpc>
                <a:spcPct val="100000"/>
              </a:lnSpc>
              <a:spcAft>
                <a:spcPts val="0"/>
              </a:spcAft>
              <a:buNone/>
              <a:defRPr sz="2000" b="0" i="0">
                <a:latin typeface="Oracle Sans Tab"/>
                <a:ea typeface="Oracle Sans Tab"/>
                <a:cs typeface="Oracle Sans Tab"/>
              </a:defRPr>
            </a:lvl1pPr>
          </a:lstStyle>
          <a:p xmlns:a="http://schemas.openxmlformats.org/drawingml/2006/main">
            <a:pPr>
              <a:buNone/>
            </a:pPr>
            <a:r>
              <a:t>Subtitle</a:t>
            </a:r>
          </a:p>
        </p:txBody>
      </p:sp>
      <p:sp>
        <p:nvSpPr>
          <p:cNvPr id="6" name="Content">
            <a:extLst xmlns:a="http://schemas.openxmlformats.org/drawingml/2006/main">
              <a:ext uri="{FF2B5EF4-FFF2-40B4-BE49-F238E27FC236}">
                <a16:creationId xmlns:a16="http://schemas.microsoft.com/office/drawing/2014/main" id="{238CEDEE-F37B-4496-9270-0479A31C9762}"/>
              </a:ext>
            </a:extLst>
          </p:cNvPr>
          <p:cNvSpPr>
            <a:spLocks xmlns:a="http://schemas.openxmlformats.org/drawingml/2006/main" noGrp="1"/>
          </p:cNvSpPr>
          <p:nvPr>
            <p:ph idx="14"/>
          </p:nvPr>
        </p:nvSpPr>
        <p:spPr>
          <a:xfrm xmlns:a="http://schemas.openxmlformats.org/drawingml/2006/main">
            <a:off x="766763" y="1600199"/>
            <a:ext cx="10671175" cy="4507992"/>
          </a:xfrm>
        </p:spPr>
        <p:txBody>
          <a:bodyPr xmlns:a="http://schemas.openxmlformats.org/drawingml/2006/main"/>
          <a:lstStyle xmlns:a="http://schemas.openxmlformats.org/drawingml/2006/main">
            <a:lvl1pPr>
              <a:lnSpc>
                <a:spcPct val="100000"/>
              </a:lnSpc>
              <a:buNone/>
              <a:defRPr sz="1600" b="0" i="0">
                <a:latin typeface="Oracle Sans Tab"/>
                <a:ea typeface="Oracle Sans Tab"/>
                <a:cs typeface="Oracle Sans Tab"/>
              </a:defRPr>
            </a:lvl1pPr>
            <a:lvl2pPr>
              <a:lnSpc>
                <a:spcPct val="100000"/>
              </a:lnSpc>
              <a:buNone/>
              <a:defRPr sz="1600" b="0" i="0">
                <a:latin typeface="Oracle Sans Tab"/>
                <a:ea typeface="Oracle Sans Tab"/>
                <a:cs typeface="Oracle Sans Tab"/>
              </a:defRPr>
            </a:lvl2pPr>
            <a:lvl3pPr marL="547688" indent="-182563">
              <a:lnSpc>
                <a:spcPct val="100000"/>
              </a:lnSpc>
              <a:buChar char="-"/>
              <a:defRPr sz="1600" b="0" i="0">
                <a:latin typeface="Oracle Sans Tab"/>
                <a:ea typeface="Oracle Sans Tab"/>
                <a:cs typeface="Oracle Sans Tab"/>
              </a:defRPr>
            </a:lvl3pPr>
            <a:lvl4pPr>
              <a:lnSpc>
                <a:spcPct val="100000"/>
              </a:lnSpc>
              <a:buNone/>
              <a:defRPr sz="1600" b="0" i="0">
                <a:latin typeface="Oracle Sans Tab"/>
                <a:ea typeface="Oracle Sans Tab"/>
                <a:cs typeface="Oracle Sans Tab"/>
              </a:defRPr>
            </a:lvl4pPr>
            <a:lvl5pPr marL="914400" indent="-182880">
              <a:lnSpc>
                <a:spcPct val="100000"/>
              </a:lnSpc>
              <a:buChar char="-"/>
              <a:defRPr sz="1600" b="0" i="0">
                <a:latin typeface="Oracle Sans Tab"/>
                <a:ea typeface="Oracle Sans Tab"/>
                <a:cs typeface="Oracle Sans Tab"/>
              </a:defRPr>
            </a:lvl5pPr>
          </a:lstStyle>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sp>
        <p:nvSpPr>
          <p:cNvPr id="8" name="Slide Number Placeholder 7">
            <a:extLst xmlns:a="http://schemas.openxmlformats.org/drawingml/2006/main">
              <a:ext uri="{FF2B5EF4-FFF2-40B4-BE49-F238E27FC236}">
                <a16:creationId xmlns:a16="http://schemas.microsoft.com/office/drawing/2014/main" id="{657290E2-8EA8-4572-BB48-C18007201785}"/>
              </a:ext>
            </a:extLst>
          </p:cNvPr>
          <p:cNvSpPr>
            <a:spLocks xmlns:a="http://schemas.openxmlformats.org/drawingml/2006/main" noGrp="1"/>
          </p:cNvSpPr>
          <p:nvPr>
            <p:ph type="sldNum" idx="17"/>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fld id="{345D60D9-5372-5F40-9443-0F9AE5BDC3C8}" type="slidenum">
              <a:t>‹#›</a:t>
            </a:fld>
          </a:p>
        </p:txBody>
      </p:sp>
      <p:sp>
        <p:nvSpPr>
          <p:cNvPr id="7" name="Footer Placeholder 6">
            <a:extLst xmlns:a="http://schemas.openxmlformats.org/drawingml/2006/main">
              <a:ext uri="{FF2B5EF4-FFF2-40B4-BE49-F238E27FC236}">
                <a16:creationId xmlns:a16="http://schemas.microsoft.com/office/drawing/2014/main" id="{C1A7F3B8-F794-4AF5-B07B-32A3084A6AB2}"/>
              </a:ext>
            </a:extLst>
          </p:cNvPr>
          <p:cNvSpPr>
            <a:spLocks xmlns:a="http://schemas.openxmlformats.org/drawingml/2006/main" noGrp="1"/>
          </p:cNvSpPr>
          <p:nvPr>
            <p:ph type="ftr" idx="16"/>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Copyright © 2026, Oracle and/or its affiliates |  Confidential: Internal/Restricted/Highly Restricted</a:t>
            </a:r>
          </a:p>
        </p:txBody>
      </p:sp>
      <p:sp>
        <p:nvSpPr>
          <p:cNvPr id="5" name="Date Placeholder 4">
            <a:extLst xmlns:a="http://schemas.openxmlformats.org/drawingml/2006/main">
              <a:ext uri="{FF2B5EF4-FFF2-40B4-BE49-F238E27FC236}">
                <a16:creationId xmlns:a16="http://schemas.microsoft.com/office/drawing/2014/main" id="{7A72FE7D-30FF-45E2-9F8B-D073887C33E8}"/>
              </a:ext>
            </a:extLst>
          </p:cNvPr>
          <p:cNvSpPr>
            <a:spLocks xmlns:a="http://schemas.openxmlformats.org/drawingml/2006/main" noGrp="1"/>
          </p:cNvSpPr>
          <p:nvPr>
            <p:ph type="dt" idx="15"/>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[Date]</a:t>
            </a:r>
          </a:p>
        </p:txBody>
      </p:sp>
    </p:spTree>
  </p:cSld>
</p:sldLayout>
</file>

<file path=ppt/slideLayouts/slideLayout69.xml><?xml version="1.0" encoding="utf-8"?>
<p:sldLayout xmlns:p="http://schemas.openxmlformats.org/presentationml/2006/main" preserve="1" userDrawn="1">
  <p:cSld name="Light - Title/Subtitle 2 Column">
    <p:bg>
      <p:bgRef idx="1001">
        <a:schemeClr xmlns:a="http://schemas.openxmlformats.org/drawingml/2006/main" val="bg2"/>
      </p:bgRef>
    </p:bg>
    <p:spTree>
      <p:nvGrpSpPr>
        <p:cNvPr id="1" name=""/>
        <p:cNvGrpSpPr/>
        <p:nvPr/>
      </p:nvGrpSpPr>
      <p:grpSpPr>
        <a:xfrm xmlns:a="http://schemas.openxmlformats.org/drawingml/2006/main"/>
      </p:grpSpPr>
      <p:sp>
        <p:nvSpPr>
          <p:cNvPr id="5" name="Title 4">
            <a:extLst xmlns:a="http://schemas.openxmlformats.org/drawingml/2006/main">
              <a:ext uri="{FF2B5EF4-FFF2-40B4-BE49-F238E27FC236}">
                <a16:creationId xmlns:a16="http://schemas.microsoft.com/office/drawing/2014/main" id="{D69740FE-E1B8-466B-970A-4E081BCA3143}"/>
              </a:ext>
            </a:extLst>
          </p:cNvPr>
          <p:cNvSpPr>
            <a:spLocks xmlns:a="http://schemas.openxmlformats.org/drawingml/2006/main" noGrp="1"/>
          </p:cNvSpPr>
          <p:nvPr>
            <p:ph type="title" idx="0" hasCustomPrompt="1"/>
          </p:nvPr>
        </p:nvSpPr>
        <p:spPr/>
        <p:txBody>
          <a:bodyPr xmlns:a="http://schemas.openxmlformats.org/drawingml/2006/main"/>
          <a:lstStyle xmlns:a="http://schemas.openxmlformats.org/drawingml/2006/main">
            <a:lvl1pPr>
              <a:lnSpc>
                <a:spcPct val="100000"/>
              </a:lnSpc>
              <a:buNone/>
              <a:defRPr b="1" i="0">
                <a:solidFill>
                  <a:schemeClr val="tx1"/>
                </a:solidFill>
                <a:latin typeface="Oracle Sans Tab"/>
                <a:ea typeface="Oracle Sans Tab"/>
                <a:cs typeface="Oracle Sans Tab"/>
              </a:defRPr>
            </a:lvl1pPr>
          </a:lstStyle>
          <a:p xmlns:a="http://schemas.openxmlformats.org/drawingml/2006/main">
            <a:r>
              <a:t>Title</a:t>
            </a:r>
          </a:p>
        </p:txBody>
      </p:sp>
      <p:sp>
        <p:nvSpPr>
          <p:cNvPr id="7" name="Subtitle">
            <a:extLst xmlns:a="http://schemas.openxmlformats.org/drawingml/2006/main">
              <a:ext uri="{FF2B5EF4-FFF2-40B4-BE49-F238E27FC236}">
                <a16:creationId xmlns:a16="http://schemas.microsoft.com/office/drawing/2014/main" id="{1C3705B9-F5B6-D7DA-A986-BD2522922780}"/>
              </a:ext>
            </a:extLst>
          </p:cNvPr>
          <p:cNvSpPr>
            <a:spLocks xmlns:a="http://schemas.openxmlformats.org/drawingml/2006/main" noGrp="1"/>
          </p:cNvSpPr>
          <p:nvPr>
            <p:ph type="body" idx="11" hasCustomPrompt="1"/>
          </p:nvPr>
        </p:nvSpPr>
        <p:spPr>
          <a:xfrm xmlns:a="http://schemas.openxmlformats.org/drawingml/2006/main">
            <a:off x="766763" y="1009904"/>
            <a:ext cx="10671048" cy="330540"/>
          </a:xfrm>
          <a:prstGeom xmlns:a="http://schemas.openxmlformats.org/drawingml/2006/main" prst="rect">
            <a:avLst/>
          </a:prstGeom>
        </p:spPr>
        <p:txBody>
          <a:bodyPr xmlns:a="http://schemas.openxmlformats.org/drawingml/2006/main" lIns="0">
            <a:noAutofit/>
          </a:bodyPr>
          <a:lstStyle xmlns:a="http://schemas.openxmlformats.org/drawingml/2006/main">
            <a:lvl1pPr marL="0" indent="0">
              <a:lnSpc>
                <a:spcPct val="100000"/>
              </a:lnSpc>
              <a:spcAft>
                <a:spcPts val="0"/>
              </a:spcAft>
              <a:buNone/>
              <a:defRPr sz="2000" b="0" i="0">
                <a:latin typeface="Oracle Sans Tab"/>
                <a:ea typeface="Oracle Sans Tab"/>
                <a:cs typeface="Oracle Sans Tab"/>
              </a:defRPr>
            </a:lvl1pPr>
          </a:lstStyle>
          <a:p xmlns:a="http://schemas.openxmlformats.org/drawingml/2006/main">
            <a:pPr>
              <a:buNone/>
            </a:pPr>
            <a:r>
              <a:t>Subtitle</a:t>
            </a:r>
          </a:p>
        </p:txBody>
      </p:sp>
      <p:sp>
        <p:nvSpPr>
          <p:cNvPr id="2" name="Content">
            <a:extLst xmlns:a="http://schemas.openxmlformats.org/drawingml/2006/main">
              <a:ext uri="{FF2B5EF4-FFF2-40B4-BE49-F238E27FC236}">
                <a16:creationId xmlns:a16="http://schemas.microsoft.com/office/drawing/2014/main" id="{002F888E-0FBB-6617-9462-4201B11F2A44}"/>
              </a:ext>
            </a:extLst>
          </p:cNvPr>
          <p:cNvSpPr>
            <a:spLocks xmlns:a="http://schemas.openxmlformats.org/drawingml/2006/main" noGrp="1"/>
          </p:cNvSpPr>
          <p:nvPr>
            <p:ph idx="14"/>
          </p:nvPr>
        </p:nvSpPr>
        <p:spPr>
          <a:xfrm xmlns:a="http://schemas.openxmlformats.org/drawingml/2006/main">
            <a:off x="766762" y="1600199"/>
            <a:ext cx="5084064" cy="4507992"/>
          </a:xfrm>
        </p:spPr>
        <p:txBody>
          <a:bodyPr xmlns:a="http://schemas.openxmlformats.org/drawingml/2006/main"/>
          <a:lstStyle xmlns:a="http://schemas.openxmlformats.org/drawingml/2006/main">
            <a:lvl1pPr>
              <a:lnSpc>
                <a:spcPct val="100000"/>
              </a:lnSpc>
              <a:buNone/>
              <a:defRPr sz="1600" b="0" i="0">
                <a:solidFill>
                  <a:schemeClr val="tx1"/>
                </a:solidFill>
                <a:latin typeface="Oracle Sans Tab"/>
                <a:ea typeface="Oracle Sans Tab"/>
                <a:cs typeface="Oracle Sans Tab"/>
              </a:defRPr>
            </a:lvl1pPr>
            <a:lvl2pPr>
              <a:lnSpc>
                <a:spcPct val="100000"/>
              </a:lnSpc>
              <a:buNone/>
              <a:defRPr sz="1600" b="0" i="0">
                <a:solidFill>
                  <a:schemeClr val="tx1"/>
                </a:solidFill>
                <a:latin typeface="Oracle Sans Tab"/>
                <a:ea typeface="Oracle Sans Tab"/>
                <a:cs typeface="Oracle Sans Tab"/>
              </a:defRPr>
            </a:lvl2pPr>
            <a:lvl3pPr>
              <a:lnSpc>
                <a:spcPct val="100000"/>
              </a:lnSpc>
              <a:buNone/>
              <a:defRPr sz="1600" b="0" i="0">
                <a:solidFill>
                  <a:schemeClr val="tx1"/>
                </a:solidFill>
                <a:latin typeface="Oracle Sans Tab"/>
                <a:ea typeface="Oracle Sans Tab"/>
                <a:cs typeface="Oracle Sans Tab"/>
              </a:defRPr>
            </a:lvl3pPr>
            <a:lvl4pPr>
              <a:lnSpc>
                <a:spcPct val="100000"/>
              </a:lnSpc>
              <a:buNone/>
              <a:defRPr sz="1600" b="0" i="0">
                <a:solidFill>
                  <a:schemeClr val="tx1"/>
                </a:solidFill>
                <a:latin typeface="Oracle Sans Tab"/>
                <a:ea typeface="Oracle Sans Tab"/>
                <a:cs typeface="Oracle Sans Tab"/>
              </a:defRPr>
            </a:lvl4pPr>
            <a:lvl5pPr>
              <a:lnSpc>
                <a:spcPct val="100000"/>
              </a:lnSpc>
              <a:buNone/>
              <a:defRPr sz="1600" b="0" i="0">
                <a:solidFill>
                  <a:schemeClr val="tx1"/>
                </a:solidFill>
                <a:latin typeface="Oracle Sans Tab"/>
                <a:ea typeface="Oracle Sans Tab"/>
                <a:cs typeface="Oracle Sans Tab"/>
              </a:defRPr>
            </a:lvl5pPr>
          </a:lstStyle>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cxnSp>
        <p:nvCxnSpPr>
          <p:cNvPr id="9" name="Column Divider"/>
          <p:cNvCxnSpPr/>
          <p:nvPr/>
        </p:nvCxnSpPr>
        <p:spPr>
          <a:xfrm xmlns:a="http://schemas.openxmlformats.org/drawingml/2006/main">
            <a:off x="6109577" y="1608575"/>
            <a:ext cx="0" cy="4507992"/>
          </a:xfrm>
          <a:prstGeom xmlns:a="http://schemas.openxmlformats.org/drawingml/2006/main" prst="line">
            <a:avLst/>
          </a:prstGeom>
          <a:ln xmlns:a="http://schemas.openxmlformats.org/drawingml/2006/main" w="12700" cap="flat">
            <a:solidFill>
              <a:srgbClr val="8B8580">
                <a:alpha val="25000"/>
              </a:srgbClr>
            </a:solidFill>
            <a:prstDash val="solid"/>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cxnSp>
      <p:sp>
        <p:nvSpPr>
          <p:cNvPr id="3" name="Content">
            <a:extLst xmlns:a="http://schemas.openxmlformats.org/drawingml/2006/main">
              <a:ext uri="{FF2B5EF4-FFF2-40B4-BE49-F238E27FC236}">
                <a16:creationId xmlns:a16="http://schemas.microsoft.com/office/drawing/2014/main" id="{4F57E862-706F-9432-1E5B-C66745958B78}"/>
              </a:ext>
            </a:extLst>
          </p:cNvPr>
          <p:cNvSpPr>
            <a:spLocks xmlns:a="http://schemas.openxmlformats.org/drawingml/2006/main" noGrp="1"/>
          </p:cNvSpPr>
          <p:nvPr>
            <p:ph idx="19"/>
          </p:nvPr>
        </p:nvSpPr>
        <p:spPr>
          <a:xfrm xmlns:a="http://schemas.openxmlformats.org/drawingml/2006/main">
            <a:off x="6370317" y="1600220"/>
            <a:ext cx="5084064" cy="4507992"/>
          </a:xfrm>
        </p:spPr>
        <p:txBody>
          <a:bodyPr xmlns:a="http://schemas.openxmlformats.org/drawingml/2006/main"/>
          <a:lstStyle xmlns:a="http://schemas.openxmlformats.org/drawingml/2006/main">
            <a:lvl1pPr>
              <a:lnSpc>
                <a:spcPct val="100000"/>
              </a:lnSpc>
              <a:buNone/>
              <a:defRPr sz="1600" b="0" i="0">
                <a:solidFill>
                  <a:schemeClr val="tx1"/>
                </a:solidFill>
                <a:latin typeface="Oracle Sans Tab"/>
                <a:ea typeface="Oracle Sans Tab"/>
                <a:cs typeface="Oracle Sans Tab"/>
              </a:defRPr>
            </a:lvl1pPr>
            <a:lvl2pPr>
              <a:lnSpc>
                <a:spcPct val="100000"/>
              </a:lnSpc>
              <a:buNone/>
              <a:defRPr sz="1600" b="0" i="0">
                <a:solidFill>
                  <a:schemeClr val="tx1"/>
                </a:solidFill>
                <a:latin typeface="Oracle Sans Tab"/>
                <a:ea typeface="Oracle Sans Tab"/>
                <a:cs typeface="Oracle Sans Tab"/>
              </a:defRPr>
            </a:lvl2pPr>
            <a:lvl3pPr>
              <a:lnSpc>
                <a:spcPct val="100000"/>
              </a:lnSpc>
              <a:buNone/>
              <a:defRPr sz="1600" b="0" i="0">
                <a:solidFill>
                  <a:schemeClr val="tx1"/>
                </a:solidFill>
                <a:latin typeface="Oracle Sans Tab"/>
                <a:ea typeface="Oracle Sans Tab"/>
                <a:cs typeface="Oracle Sans Tab"/>
              </a:defRPr>
            </a:lvl3pPr>
            <a:lvl4pPr>
              <a:lnSpc>
                <a:spcPct val="100000"/>
              </a:lnSpc>
              <a:buNone/>
              <a:defRPr sz="1600" b="0" i="0">
                <a:solidFill>
                  <a:schemeClr val="tx1"/>
                </a:solidFill>
                <a:latin typeface="Oracle Sans Tab"/>
                <a:ea typeface="Oracle Sans Tab"/>
                <a:cs typeface="Oracle Sans Tab"/>
              </a:defRPr>
            </a:lvl4pPr>
            <a:lvl5pPr>
              <a:lnSpc>
                <a:spcPct val="100000"/>
              </a:lnSpc>
              <a:buNone/>
              <a:defRPr sz="1600" b="0" i="0">
                <a:solidFill>
                  <a:schemeClr val="tx1"/>
                </a:solidFill>
                <a:latin typeface="Oracle Sans Tab"/>
                <a:ea typeface="Oracle Sans Tab"/>
                <a:cs typeface="Oracle Sans Tab"/>
              </a:defRPr>
            </a:lvl5pPr>
          </a:lstStyle>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sp>
        <p:nvSpPr>
          <p:cNvPr id="4" name="Date Placeholder 3">
            <a:extLst xmlns:a="http://schemas.openxmlformats.org/drawingml/2006/main">
              <a:ext uri="{FF2B5EF4-FFF2-40B4-BE49-F238E27FC236}">
                <a16:creationId xmlns:a16="http://schemas.microsoft.com/office/drawing/2014/main" id="{39D4988D-8DA8-8B2B-1150-F3ABCCA014FB}"/>
              </a:ext>
            </a:extLst>
          </p:cNvPr>
          <p:cNvSpPr>
            <a:spLocks xmlns:a="http://schemas.openxmlformats.org/drawingml/2006/main" noGrp="1"/>
          </p:cNvSpPr>
          <p:nvPr>
            <p:ph type="dt" idx="20"/>
          </p:nvPr>
        </p:nvSpPr>
        <p:spPr/>
        <p:txBody>
          <a:bodyPr xmlns:a="http://schemas.openxmlformats.org/drawingml/2006/main"/>
          <a:lstStyle xmlns:a="http://schemas.openxmlformats.org/drawingml/2006/main"/>
          <a:p xmlns:a="http://schemas.openxmlformats.org/drawingml/2006/main">
            <a:r>
              <a:t>[Date]</a:t>
            </a:r>
          </a:p>
        </p:txBody>
      </p:sp>
      <p:sp>
        <p:nvSpPr>
          <p:cNvPr id="8" name="Footer Placeholder 7">
            <a:extLst xmlns:a="http://schemas.openxmlformats.org/drawingml/2006/main">
              <a:ext uri="{FF2B5EF4-FFF2-40B4-BE49-F238E27FC236}">
                <a16:creationId xmlns:a16="http://schemas.microsoft.com/office/drawing/2014/main" id="{DD208B36-3CED-A139-C128-ECCEF1C84D99}"/>
              </a:ext>
            </a:extLst>
          </p:cNvPr>
          <p:cNvSpPr>
            <a:spLocks xmlns:a="http://schemas.openxmlformats.org/drawingml/2006/main" noGrp="1"/>
          </p:cNvSpPr>
          <p:nvPr>
            <p:ph type="ftr" idx="21"/>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9" name="Slide Number Placeholder 8">
            <a:extLst xmlns:a="http://schemas.openxmlformats.org/drawingml/2006/main">
              <a:ext uri="{FF2B5EF4-FFF2-40B4-BE49-F238E27FC236}">
                <a16:creationId xmlns:a16="http://schemas.microsoft.com/office/drawing/2014/main" id="{36AC562A-0D53-D9EB-3E91-D7B6920AA63F}"/>
              </a:ext>
            </a:extLst>
          </p:cNvPr>
          <p:cNvSpPr>
            <a:spLocks xmlns:a="http://schemas.openxmlformats.org/drawingml/2006/main" noGrp="1"/>
          </p:cNvSpPr>
          <p:nvPr>
            <p:ph type="sldNum" idx="22"/>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70.xml><?xml version="1.0" encoding="utf-8"?>
<p:sldLayout xmlns:p="http://schemas.openxmlformats.org/presentationml/2006/main" preserve="1" userDrawn="1">
  <p:cSld name="Dark - Title/Subtitle 2 Column">
    <p:bg>
      <p:bgRef idx="1001">
        <a:schemeClr xmlns:a="http://schemas.openxmlformats.org/drawingml/2006/main" val="bg2"/>
      </p:bgRef>
    </p:bg>
    <p:spTree>
      <p:nvGrpSpPr>
        <p:cNvPr id="1" name=""/>
        <p:cNvGrpSpPr/>
        <p:nvPr/>
      </p:nvGrpSpPr>
      <p:grpSpPr>
        <a:xfrm xmlns:a="http://schemas.openxmlformats.org/drawingml/2006/main"/>
      </p:grpSpPr>
      <p:sp>
        <p:nvSpPr>
          <p:cNvPr id="11" name="Title 1">
            <a:extLst xmlns:a="http://schemas.openxmlformats.org/drawingml/2006/main">
              <a:ext uri="{FF2B5EF4-FFF2-40B4-BE49-F238E27FC236}">
                <a16:creationId xmlns:a16="http://schemas.microsoft.com/office/drawing/2014/main" id="{16E20D12-1316-3177-701A-67F816263680}"/>
              </a:ext>
            </a:extLst>
          </p:cNvPr>
          <p:cNvSpPr>
            <a:spLocks xmlns:a="http://schemas.openxmlformats.org/drawingml/2006/main" noGrp="1"/>
          </p:cNvSpPr>
          <p:nvPr>
            <p:ph type="title" idx="0" hasCustomPrompt="1"/>
          </p:nvPr>
        </p:nvSpPr>
        <p:spPr>
          <a:xfrm xmlns:a="http://schemas.openxmlformats.org/drawingml/2006/main">
            <a:off x="768875" y="182403"/>
            <a:ext cx="10671048" cy="822960"/>
          </a:xfrm>
        </p:spPr>
        <p:txBody>
          <a:bodyPr xmlns:a="http://schemas.openxmlformats.org/drawingml/2006/main"/>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r>
              <a:t>Title</a:t>
            </a:r>
          </a:p>
        </p:txBody>
      </p:sp>
      <p:sp>
        <p:nvSpPr>
          <p:cNvPr id="12" name="Subtitle">
            <a:extLst xmlns:a="http://schemas.openxmlformats.org/drawingml/2006/main">
              <a:ext uri="{FF2B5EF4-FFF2-40B4-BE49-F238E27FC236}">
                <a16:creationId xmlns:a16="http://schemas.microsoft.com/office/drawing/2014/main" id="{491B9BE2-1C80-DD0F-2348-944405667FA4}"/>
              </a:ext>
            </a:extLst>
          </p:cNvPr>
          <p:cNvSpPr>
            <a:spLocks xmlns:a="http://schemas.openxmlformats.org/drawingml/2006/main" noGrp="1"/>
          </p:cNvSpPr>
          <p:nvPr>
            <p:ph type="body" idx="11" hasCustomPrompt="1"/>
          </p:nvPr>
        </p:nvSpPr>
        <p:spPr>
          <a:xfrm xmlns:a="http://schemas.openxmlformats.org/drawingml/2006/main">
            <a:off x="766763" y="1009904"/>
            <a:ext cx="10671048" cy="330540"/>
          </a:xfrm>
          <a:prstGeom xmlns:a="http://schemas.openxmlformats.org/drawingml/2006/main" prst="rect">
            <a:avLst/>
          </a:prstGeom>
        </p:spPr>
        <p:txBody>
          <a:bodyPr xmlns:a="http://schemas.openxmlformats.org/drawingml/2006/main" lIns="0">
            <a:noAutofit/>
          </a:bodyPr>
          <a:lstStyle xmlns:a="http://schemas.openxmlformats.org/drawingml/2006/main">
            <a:lvl1pPr marL="0" indent="0">
              <a:lnSpc>
                <a:spcPct val="100000"/>
              </a:lnSpc>
              <a:spcAft>
                <a:spcPts val="0"/>
              </a:spcAft>
              <a:buNone/>
              <a:defRPr sz="2000" b="0" i="0">
                <a:latin typeface="Oracle Sans Tab"/>
                <a:ea typeface="Oracle Sans Tab"/>
                <a:cs typeface="Oracle Sans Tab"/>
              </a:defRPr>
            </a:lvl1pPr>
          </a:lstStyle>
          <a:p xmlns:a="http://schemas.openxmlformats.org/drawingml/2006/main">
            <a:pPr>
              <a:buNone/>
            </a:pPr>
            <a:r>
              <a:t>Subtitle</a:t>
            </a:r>
          </a:p>
        </p:txBody>
      </p:sp>
      <p:sp>
        <p:nvSpPr>
          <p:cNvPr id="4" name="Content">
            <a:extLst xmlns:a="http://schemas.openxmlformats.org/drawingml/2006/main">
              <a:ext uri="{FF2B5EF4-FFF2-40B4-BE49-F238E27FC236}">
                <a16:creationId xmlns:a16="http://schemas.microsoft.com/office/drawing/2014/main" id="{FA05E257-5557-514A-2025-3EF63D1140D3}"/>
              </a:ext>
            </a:extLst>
          </p:cNvPr>
          <p:cNvSpPr>
            <a:spLocks xmlns:a="http://schemas.openxmlformats.org/drawingml/2006/main" noGrp="1"/>
          </p:cNvSpPr>
          <p:nvPr>
            <p:ph idx="14"/>
          </p:nvPr>
        </p:nvSpPr>
        <p:spPr>
          <a:xfrm xmlns:a="http://schemas.openxmlformats.org/drawingml/2006/main">
            <a:off x="766762" y="1600199"/>
            <a:ext cx="5084064" cy="4507992"/>
          </a:xfrm>
        </p:spPr>
        <p:txBody>
          <a:bodyPr xmlns:a="http://schemas.openxmlformats.org/drawingml/2006/main"/>
          <a:lstStyle xmlns:a="http://schemas.openxmlformats.org/drawingml/2006/main">
            <a:lvl1pPr>
              <a:lnSpc>
                <a:spcPct val="100000"/>
              </a:lnSpc>
              <a:buNone/>
              <a:defRPr sz="1600" b="0" i="0">
                <a:latin typeface="Oracle Sans Tab"/>
                <a:ea typeface="Oracle Sans Tab"/>
                <a:cs typeface="Oracle Sans Tab"/>
              </a:defRPr>
            </a:lvl1pPr>
            <a:lvl2pPr>
              <a:lnSpc>
                <a:spcPct val="100000"/>
              </a:lnSpc>
              <a:buNone/>
              <a:defRPr sz="1600" b="0" i="0">
                <a:latin typeface="Oracle Sans Tab"/>
                <a:ea typeface="Oracle Sans Tab"/>
                <a:cs typeface="Oracle Sans Tab"/>
              </a:defRPr>
            </a:lvl2pPr>
            <a:lvl3pPr>
              <a:lnSpc>
                <a:spcPct val="100000"/>
              </a:lnSpc>
              <a:buNone/>
              <a:defRPr sz="1600" b="0" i="0">
                <a:latin typeface="Oracle Sans Tab"/>
                <a:ea typeface="Oracle Sans Tab"/>
                <a:cs typeface="Oracle Sans Tab"/>
              </a:defRPr>
            </a:lvl3pPr>
            <a:lvl4pPr>
              <a:lnSpc>
                <a:spcPct val="100000"/>
              </a:lnSpc>
              <a:buNone/>
              <a:defRPr sz="1600" b="0" i="0">
                <a:latin typeface="Oracle Sans Tab"/>
                <a:ea typeface="Oracle Sans Tab"/>
                <a:cs typeface="Oracle Sans Tab"/>
              </a:defRPr>
            </a:lvl4pPr>
            <a:lvl5pPr>
              <a:lnSpc>
                <a:spcPct val="100000"/>
              </a:lnSpc>
              <a:buNone/>
              <a:defRPr sz="1600" b="0" i="0">
                <a:latin typeface="Oracle Sans Tab"/>
                <a:ea typeface="Oracle Sans Tab"/>
                <a:cs typeface="Oracle Sans Tab"/>
              </a:defRPr>
            </a:lvl5pPr>
          </a:lstStyle>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a:p xmlns:a="http://schemas.openxmlformats.org/drawingml/2006/main">
            <a:pPr>
              <a:buNone/>
            </a:pPr>
            <a:r>
              <a:t>Sixth level</a:t>
            </a:r>
          </a:p>
        </p:txBody>
      </p:sp>
      <p:sp>
        <p:nvSpPr>
          <p:cNvPr id="8" name="Content">
            <a:extLst xmlns:a="http://schemas.openxmlformats.org/drawingml/2006/main">
              <a:ext uri="{FF2B5EF4-FFF2-40B4-BE49-F238E27FC236}">
                <a16:creationId xmlns:a16="http://schemas.microsoft.com/office/drawing/2014/main" id="{1A8D2713-0A2C-B9EC-921A-E43EBB54D7F1}"/>
              </a:ext>
            </a:extLst>
          </p:cNvPr>
          <p:cNvSpPr>
            <a:spLocks xmlns:a="http://schemas.openxmlformats.org/drawingml/2006/main" noGrp="1"/>
          </p:cNvSpPr>
          <p:nvPr>
            <p:ph idx="19"/>
          </p:nvPr>
        </p:nvSpPr>
        <p:spPr>
          <a:xfrm xmlns:a="http://schemas.openxmlformats.org/drawingml/2006/main">
            <a:off x="6370317" y="1600220"/>
            <a:ext cx="5084064" cy="4507992"/>
          </a:xfrm>
        </p:spPr>
        <p:txBody>
          <a:bodyPr xmlns:a="http://schemas.openxmlformats.org/drawingml/2006/main"/>
          <a:lstStyle xmlns:a="http://schemas.openxmlformats.org/drawingml/2006/main">
            <a:lvl1pPr>
              <a:lnSpc>
                <a:spcPct val="100000"/>
              </a:lnSpc>
              <a:buNone/>
              <a:defRPr sz="1600" b="0" i="0">
                <a:latin typeface="Oracle Sans Tab"/>
                <a:ea typeface="Oracle Sans Tab"/>
                <a:cs typeface="Oracle Sans Tab"/>
              </a:defRPr>
            </a:lvl1pPr>
            <a:lvl2pPr>
              <a:lnSpc>
                <a:spcPct val="100000"/>
              </a:lnSpc>
              <a:buNone/>
              <a:defRPr sz="1600" b="0" i="0">
                <a:latin typeface="Oracle Sans Tab"/>
                <a:ea typeface="Oracle Sans Tab"/>
                <a:cs typeface="Oracle Sans Tab"/>
              </a:defRPr>
            </a:lvl2pPr>
            <a:lvl3pPr>
              <a:lnSpc>
                <a:spcPct val="100000"/>
              </a:lnSpc>
              <a:buNone/>
              <a:defRPr sz="1600" b="0" i="0">
                <a:latin typeface="Oracle Sans Tab"/>
                <a:ea typeface="Oracle Sans Tab"/>
                <a:cs typeface="Oracle Sans Tab"/>
              </a:defRPr>
            </a:lvl3pPr>
            <a:lvl4pPr>
              <a:lnSpc>
                <a:spcPct val="100000"/>
              </a:lnSpc>
              <a:buNone/>
              <a:defRPr sz="1600" b="0" i="0">
                <a:latin typeface="Oracle Sans Tab"/>
                <a:ea typeface="Oracle Sans Tab"/>
                <a:cs typeface="Oracle Sans Tab"/>
              </a:defRPr>
            </a:lvl4pPr>
            <a:lvl5pPr>
              <a:lnSpc>
                <a:spcPct val="100000"/>
              </a:lnSpc>
              <a:buNone/>
              <a:defRPr sz="1600" b="0" i="0">
                <a:latin typeface="Oracle Sans Tab"/>
                <a:ea typeface="Oracle Sans Tab"/>
                <a:cs typeface="Oracle Sans Tab"/>
              </a:defRPr>
            </a:lvl5pPr>
          </a:lstStyle>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cxnSp>
        <p:nvCxnSpPr>
          <p:cNvPr id="15" name="Column Divider"/>
          <p:cNvCxnSpPr/>
          <p:nvPr/>
        </p:nvCxnSpPr>
        <p:spPr>
          <a:xfrm xmlns:a="http://schemas.openxmlformats.org/drawingml/2006/main">
            <a:off x="6096000" y="1609725"/>
            <a:ext cx="0" cy="4507992"/>
          </a:xfrm>
          <a:prstGeom xmlns:a="http://schemas.openxmlformats.org/drawingml/2006/main" prst="line">
            <a:avLst/>
          </a:prstGeom>
          <a:ln xmlns:a="http://schemas.openxmlformats.org/drawingml/2006/main" w="12700" cap="flat">
            <a:solidFill>
              <a:srgbClr val="8B8580">
                <a:alpha val="25000"/>
              </a:srgbClr>
            </a:solidFill>
            <a:prstDash val="solid"/>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cxnSp>
      <p:sp>
        <p:nvSpPr>
          <p:cNvPr id="3" name="Date Placeholder 2">
            <a:extLst xmlns:a="http://schemas.openxmlformats.org/drawingml/2006/main">
              <a:ext uri="{FF2B5EF4-FFF2-40B4-BE49-F238E27FC236}">
                <a16:creationId xmlns:a16="http://schemas.microsoft.com/office/drawing/2014/main" id="{DDAA3E6A-B62A-D012-BAED-3B3E77626A3B}"/>
              </a:ext>
            </a:extLst>
          </p:cNvPr>
          <p:cNvSpPr>
            <a:spLocks xmlns:a="http://schemas.openxmlformats.org/drawingml/2006/main" noGrp="1"/>
          </p:cNvSpPr>
          <p:nvPr>
            <p:ph type="dt" idx="20"/>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[Date]</a:t>
            </a:r>
          </a:p>
        </p:txBody>
      </p:sp>
      <p:sp>
        <p:nvSpPr>
          <p:cNvPr id="9" name="Footer Placeholder 8">
            <a:extLst xmlns:a="http://schemas.openxmlformats.org/drawingml/2006/main">
              <a:ext uri="{FF2B5EF4-FFF2-40B4-BE49-F238E27FC236}">
                <a16:creationId xmlns:a16="http://schemas.microsoft.com/office/drawing/2014/main" id="{060BBCA5-33D3-63A5-F27E-63BAD8B0C2BA}"/>
              </a:ext>
            </a:extLst>
          </p:cNvPr>
          <p:cNvSpPr>
            <a:spLocks xmlns:a="http://schemas.openxmlformats.org/drawingml/2006/main" noGrp="1"/>
          </p:cNvSpPr>
          <p:nvPr>
            <p:ph type="ftr" idx="21"/>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Copyright © 2026, Oracle and/or its affiliates |  Confidential: Internal/Restricted/Highly Restricted</a:t>
            </a:r>
          </a:p>
        </p:txBody>
      </p:sp>
      <p:sp>
        <p:nvSpPr>
          <p:cNvPr id="10" name="Slide Number Placeholder 9">
            <a:extLst xmlns:a="http://schemas.openxmlformats.org/drawingml/2006/main">
              <a:ext uri="{FF2B5EF4-FFF2-40B4-BE49-F238E27FC236}">
                <a16:creationId xmlns:a16="http://schemas.microsoft.com/office/drawing/2014/main" id="{1EA4C53C-6F8F-65E1-359E-3A0AE7992AA4}"/>
              </a:ext>
            </a:extLst>
          </p:cNvPr>
          <p:cNvSpPr>
            <a:spLocks xmlns:a="http://schemas.openxmlformats.org/drawingml/2006/main" noGrp="1"/>
          </p:cNvSpPr>
          <p:nvPr>
            <p:ph type="sldNum" idx="22"/>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fld id="{345D60D9-5372-5F40-9443-0F9AE5BDC3C8}" type="slidenum">
              <a:t>‹#›</a:t>
            </a:fld>
          </a:p>
        </p:txBody>
      </p:sp>
    </p:spTree>
  </p:cSld>
</p:sldLayout>
</file>

<file path=ppt/slideLayouts/slideLayout71.xml><?xml version="1.0" encoding="utf-8"?>
<p:sldLayout xmlns:p="http://schemas.openxmlformats.org/presentationml/2006/main" preserve="1" userDrawn="1">
  <p:cSld name="Light - Title/Subtitle 3 Column">
    <p:bg>
      <p:bgRef idx="1001">
        <a:schemeClr xmlns:a="http://schemas.openxmlformats.org/drawingml/2006/main" val="bg2"/>
      </p:bgRef>
    </p:bg>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C226210A-4112-4730-8F81-3CAE5C391FDB}"/>
              </a:ext>
            </a:extLst>
          </p:cNvPr>
          <p:cNvSpPr>
            <a:spLocks xmlns:a="http://schemas.openxmlformats.org/drawingml/2006/main" noGrp="1"/>
          </p:cNvSpPr>
          <p:nvPr>
            <p:ph type="title" idx="0" hasCustomPrompt="1"/>
          </p:nvPr>
        </p:nvSpPr>
        <p:spPr/>
        <p:txBody>
          <a:bodyPr xmlns:a="http://schemas.openxmlformats.org/drawingml/2006/main"/>
          <a:lstStyle xmlns:a="http://schemas.openxmlformats.org/drawingml/2006/main">
            <a:lvl1pPr>
              <a:lnSpc>
                <a:spcPct val="100000"/>
              </a:lnSpc>
              <a:buNone/>
              <a:defRPr/>
            </a:lvl1pPr>
          </a:lstStyle>
          <a:p xmlns:a="http://schemas.openxmlformats.org/drawingml/2006/main">
            <a:r>
              <a:t>Title</a:t>
            </a:r>
          </a:p>
        </p:txBody>
      </p:sp>
      <p:sp>
        <p:nvSpPr>
          <p:cNvPr id="11" name="Subtitle">
            <a:extLst xmlns:a="http://schemas.openxmlformats.org/drawingml/2006/main">
              <a:ext uri="{FF2B5EF4-FFF2-40B4-BE49-F238E27FC236}">
                <a16:creationId xmlns:a16="http://schemas.microsoft.com/office/drawing/2014/main" id="{AC6B64F9-2DA0-A690-C71E-B99D471B02DB}"/>
              </a:ext>
            </a:extLst>
          </p:cNvPr>
          <p:cNvSpPr>
            <a:spLocks xmlns:a="http://schemas.openxmlformats.org/drawingml/2006/main" noGrp="1"/>
          </p:cNvSpPr>
          <p:nvPr>
            <p:ph type="body" idx="11" hasCustomPrompt="1"/>
          </p:nvPr>
        </p:nvSpPr>
        <p:spPr>
          <a:xfrm xmlns:a="http://schemas.openxmlformats.org/drawingml/2006/main">
            <a:off x="766763" y="1009904"/>
            <a:ext cx="10671048" cy="330540"/>
          </a:xfrm>
          <a:prstGeom xmlns:a="http://schemas.openxmlformats.org/drawingml/2006/main" prst="rect">
            <a:avLst/>
          </a:prstGeom>
        </p:spPr>
        <p:txBody>
          <a:bodyPr xmlns:a="http://schemas.openxmlformats.org/drawingml/2006/main" lIns="0">
            <a:noAutofit/>
          </a:bodyPr>
          <a:lstStyle xmlns:a="http://schemas.openxmlformats.org/drawingml/2006/main">
            <a:lvl1pPr marL="0" indent="0">
              <a:lnSpc>
                <a:spcPct val="100000"/>
              </a:lnSpc>
              <a:spcAft>
                <a:spcPts val="0"/>
              </a:spcAft>
              <a:buNone/>
              <a:defRPr sz="2000" b="0" i="0">
                <a:latin typeface="Oracle Sans Tab"/>
                <a:ea typeface="Oracle Sans Tab"/>
                <a:cs typeface="Oracle Sans Tab"/>
              </a:defRPr>
            </a:lvl1pPr>
          </a:lstStyle>
          <a:p xmlns:a="http://schemas.openxmlformats.org/drawingml/2006/main">
            <a:pPr>
              <a:buNone/>
            </a:pPr>
            <a:r>
              <a:t>Subtitle</a:t>
            </a:r>
          </a:p>
        </p:txBody>
      </p:sp>
      <p:sp>
        <p:nvSpPr>
          <p:cNvPr id="4" name="Content">
            <a:extLst xmlns:a="http://schemas.openxmlformats.org/drawingml/2006/main">
              <a:ext uri="{FF2B5EF4-FFF2-40B4-BE49-F238E27FC236}">
                <a16:creationId xmlns:a16="http://schemas.microsoft.com/office/drawing/2014/main" id="{CC34BF80-B5D4-D7B6-8CCA-80AF04A72B45}"/>
              </a:ext>
            </a:extLst>
          </p:cNvPr>
          <p:cNvSpPr>
            <a:spLocks xmlns:a="http://schemas.openxmlformats.org/drawingml/2006/main" noGrp="1"/>
          </p:cNvSpPr>
          <p:nvPr>
            <p:ph idx="14"/>
          </p:nvPr>
        </p:nvSpPr>
        <p:spPr>
          <a:xfrm xmlns:a="http://schemas.openxmlformats.org/drawingml/2006/main">
            <a:off x="766762" y="1600199"/>
            <a:ext cx="3291840" cy="4507992"/>
          </a:xfrm>
        </p:spPr>
        <p:txBody>
          <a:bodyPr xmlns:a="http://schemas.openxmlformats.org/drawingml/2006/main"/>
          <a:lstStyle xmlns:a="http://schemas.openxmlformats.org/drawingml/2006/main">
            <a:lvl1pPr>
              <a:lnSpc>
                <a:spcPct val="100000"/>
              </a:lnSpc>
              <a:buNone/>
              <a:defRPr sz="1600" b="0" i="0">
                <a:latin typeface="Oracle Sans Tab"/>
                <a:ea typeface="Oracle Sans Tab"/>
                <a:cs typeface="Oracle Sans Tab"/>
              </a:defRPr>
            </a:lvl1pPr>
            <a:lvl2pPr>
              <a:lnSpc>
                <a:spcPct val="100000"/>
              </a:lnSpc>
              <a:buNone/>
              <a:defRPr sz="1600" b="0" i="0">
                <a:latin typeface="Oracle Sans Tab"/>
                <a:ea typeface="Oracle Sans Tab"/>
                <a:cs typeface="Oracle Sans Tab"/>
              </a:defRPr>
            </a:lvl2pPr>
            <a:lvl3pPr>
              <a:lnSpc>
                <a:spcPct val="100000"/>
              </a:lnSpc>
              <a:buNone/>
              <a:defRPr sz="1600" b="0" i="0">
                <a:latin typeface="Oracle Sans Tab"/>
                <a:ea typeface="Oracle Sans Tab"/>
                <a:cs typeface="Oracle Sans Tab"/>
              </a:defRPr>
            </a:lvl3pPr>
            <a:lvl4pPr>
              <a:lnSpc>
                <a:spcPct val="100000"/>
              </a:lnSpc>
              <a:buNone/>
              <a:defRPr sz="1600" b="0" i="0">
                <a:latin typeface="Oracle Sans Tab"/>
                <a:ea typeface="Oracle Sans Tab"/>
                <a:cs typeface="Oracle Sans Tab"/>
              </a:defRPr>
            </a:lvl4pPr>
            <a:lvl5pPr>
              <a:lnSpc>
                <a:spcPct val="100000"/>
              </a:lnSpc>
              <a:buNone/>
              <a:defRPr sz="1600" b="0" i="0">
                <a:latin typeface="Oracle Sans Tab"/>
                <a:ea typeface="Oracle Sans Tab"/>
                <a:cs typeface="Oracle Sans Tab"/>
              </a:defRPr>
            </a:lvl5pPr>
          </a:lstStyle>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sp>
        <p:nvSpPr>
          <p:cNvPr id="9" name="Content">
            <a:extLst xmlns:a="http://schemas.openxmlformats.org/drawingml/2006/main">
              <a:ext uri="{FF2B5EF4-FFF2-40B4-BE49-F238E27FC236}">
                <a16:creationId xmlns:a16="http://schemas.microsoft.com/office/drawing/2014/main" id="{C0573275-C70D-AE89-EF3D-A7DAC9B01BE7}"/>
              </a:ext>
            </a:extLst>
          </p:cNvPr>
          <p:cNvSpPr>
            <a:spLocks xmlns:a="http://schemas.openxmlformats.org/drawingml/2006/main" noGrp="1"/>
          </p:cNvSpPr>
          <p:nvPr>
            <p:ph idx="20"/>
          </p:nvPr>
        </p:nvSpPr>
        <p:spPr>
          <a:xfrm xmlns:a="http://schemas.openxmlformats.org/drawingml/2006/main">
            <a:off x="4450080" y="1607058"/>
            <a:ext cx="3291840" cy="4507992"/>
          </a:xfrm>
        </p:spPr>
        <p:txBody>
          <a:bodyPr xmlns:a="http://schemas.openxmlformats.org/drawingml/2006/main"/>
          <a:lstStyle xmlns:a="http://schemas.openxmlformats.org/drawingml/2006/main">
            <a:lvl1pPr>
              <a:lnSpc>
                <a:spcPct val="100000"/>
              </a:lnSpc>
              <a:buNone/>
              <a:defRPr sz="1600" b="0" i="0">
                <a:latin typeface="Oracle Sans Tab"/>
                <a:ea typeface="Oracle Sans Tab"/>
                <a:cs typeface="Oracle Sans Tab"/>
              </a:defRPr>
            </a:lvl1pPr>
            <a:lvl2pPr>
              <a:lnSpc>
                <a:spcPct val="100000"/>
              </a:lnSpc>
              <a:buNone/>
              <a:defRPr sz="1600" b="0" i="0">
                <a:latin typeface="Oracle Sans Tab"/>
                <a:ea typeface="Oracle Sans Tab"/>
                <a:cs typeface="Oracle Sans Tab"/>
              </a:defRPr>
            </a:lvl2pPr>
            <a:lvl3pPr>
              <a:lnSpc>
                <a:spcPct val="100000"/>
              </a:lnSpc>
              <a:buNone/>
              <a:defRPr sz="1600" b="0" i="0">
                <a:latin typeface="Oracle Sans Tab"/>
                <a:ea typeface="Oracle Sans Tab"/>
                <a:cs typeface="Oracle Sans Tab"/>
              </a:defRPr>
            </a:lvl3pPr>
            <a:lvl4pPr>
              <a:lnSpc>
                <a:spcPct val="100000"/>
              </a:lnSpc>
              <a:buNone/>
              <a:defRPr sz="1600" b="0" i="0">
                <a:latin typeface="Oracle Sans Tab"/>
                <a:ea typeface="Oracle Sans Tab"/>
                <a:cs typeface="Oracle Sans Tab"/>
              </a:defRPr>
            </a:lvl4pPr>
            <a:lvl5pPr>
              <a:lnSpc>
                <a:spcPct val="100000"/>
              </a:lnSpc>
              <a:buNone/>
              <a:defRPr sz="1600" b="0" i="0">
                <a:latin typeface="Oracle Sans Tab"/>
                <a:ea typeface="Oracle Sans Tab"/>
                <a:cs typeface="Oracle Sans Tab"/>
              </a:defRPr>
            </a:lvl5pPr>
          </a:lstStyle>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sp>
        <p:nvSpPr>
          <p:cNvPr id="10" name="Content">
            <a:extLst xmlns:a="http://schemas.openxmlformats.org/drawingml/2006/main">
              <a:ext uri="{FF2B5EF4-FFF2-40B4-BE49-F238E27FC236}">
                <a16:creationId xmlns:a16="http://schemas.microsoft.com/office/drawing/2014/main" id="{2CF00143-3379-1D5D-5D8F-463C800F8EA1}"/>
              </a:ext>
            </a:extLst>
          </p:cNvPr>
          <p:cNvSpPr>
            <a:spLocks xmlns:a="http://schemas.openxmlformats.org/drawingml/2006/main" noGrp="1"/>
          </p:cNvSpPr>
          <p:nvPr>
            <p:ph idx="21"/>
          </p:nvPr>
        </p:nvSpPr>
        <p:spPr>
          <a:xfrm xmlns:a="http://schemas.openxmlformats.org/drawingml/2006/main">
            <a:off x="8133398" y="1613917"/>
            <a:ext cx="3291840" cy="4507992"/>
          </a:xfrm>
        </p:spPr>
        <p:txBody>
          <a:bodyPr xmlns:a="http://schemas.openxmlformats.org/drawingml/2006/main"/>
          <a:lstStyle xmlns:a="http://schemas.openxmlformats.org/drawingml/2006/main">
            <a:lvl1pPr>
              <a:lnSpc>
                <a:spcPct val="100000"/>
              </a:lnSpc>
              <a:buNone/>
              <a:defRPr sz="1600" b="0" i="0">
                <a:latin typeface="Oracle Sans Tab"/>
                <a:ea typeface="Oracle Sans Tab"/>
                <a:cs typeface="Oracle Sans Tab"/>
              </a:defRPr>
            </a:lvl1pPr>
            <a:lvl2pPr>
              <a:lnSpc>
                <a:spcPct val="100000"/>
              </a:lnSpc>
              <a:buNone/>
              <a:defRPr sz="1600" b="0" i="0">
                <a:latin typeface="Oracle Sans Tab"/>
                <a:ea typeface="Oracle Sans Tab"/>
                <a:cs typeface="Oracle Sans Tab"/>
              </a:defRPr>
            </a:lvl2pPr>
            <a:lvl3pPr>
              <a:lnSpc>
                <a:spcPct val="100000"/>
              </a:lnSpc>
              <a:buNone/>
              <a:defRPr sz="1600" b="0" i="0">
                <a:latin typeface="Oracle Sans Tab"/>
                <a:ea typeface="Oracle Sans Tab"/>
                <a:cs typeface="Oracle Sans Tab"/>
              </a:defRPr>
            </a:lvl3pPr>
            <a:lvl4pPr>
              <a:lnSpc>
                <a:spcPct val="100000"/>
              </a:lnSpc>
              <a:buNone/>
              <a:defRPr sz="1600" b="0" i="0">
                <a:latin typeface="Oracle Sans Tab"/>
                <a:ea typeface="Oracle Sans Tab"/>
                <a:cs typeface="Oracle Sans Tab"/>
              </a:defRPr>
            </a:lvl4pPr>
            <a:lvl5pPr>
              <a:lnSpc>
                <a:spcPct val="100000"/>
              </a:lnSpc>
              <a:buNone/>
              <a:defRPr sz="1600" b="0" i="0">
                <a:latin typeface="Oracle Sans Tab"/>
                <a:ea typeface="Oracle Sans Tab"/>
                <a:cs typeface="Oracle Sans Tab"/>
              </a:defRPr>
            </a:lvl5pPr>
          </a:lstStyle>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cxnSp>
        <p:nvCxnSpPr>
          <p:cNvPr id="15" name="Column Divider"/>
          <p:cNvCxnSpPr/>
          <p:nvPr/>
        </p:nvCxnSpPr>
        <p:spPr>
          <a:xfrm xmlns:a="http://schemas.openxmlformats.org/drawingml/2006/main">
            <a:off x="4261915" y="1609724"/>
            <a:ext cx="0" cy="4507992"/>
          </a:xfrm>
          <a:prstGeom xmlns:a="http://schemas.openxmlformats.org/drawingml/2006/main" prst="line">
            <a:avLst/>
          </a:prstGeom>
          <a:ln xmlns:a="http://schemas.openxmlformats.org/drawingml/2006/main" w="12700" cap="flat">
            <a:solidFill>
              <a:srgbClr val="8B8580">
                <a:alpha val="25000"/>
              </a:srgbClr>
            </a:solidFill>
            <a:prstDash val="solid"/>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cxnSp>
      <p:cxnSp>
        <p:nvCxnSpPr>
          <p:cNvPr id="16" name="Column Divider 2"/>
          <p:cNvCxnSpPr/>
          <p:nvPr/>
        </p:nvCxnSpPr>
        <p:spPr>
          <a:xfrm xmlns:a="http://schemas.openxmlformats.org/drawingml/2006/main">
            <a:off x="7951236" y="1609724"/>
            <a:ext cx="0" cy="4507992"/>
          </a:xfrm>
          <a:prstGeom xmlns:a="http://schemas.openxmlformats.org/drawingml/2006/main" prst="line">
            <a:avLst/>
          </a:prstGeom>
          <a:ln xmlns:a="http://schemas.openxmlformats.org/drawingml/2006/main" w="12700" cap="flat">
            <a:solidFill>
              <a:srgbClr val="8B8580">
                <a:alpha val="25000"/>
              </a:srgbClr>
            </a:solidFill>
            <a:prstDash val="solid"/>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cxnSp>
      <p:sp>
        <p:nvSpPr>
          <p:cNvPr id="3" name="Date Placeholder 2">
            <a:extLst xmlns:a="http://schemas.openxmlformats.org/drawingml/2006/main">
              <a:ext uri="{FF2B5EF4-FFF2-40B4-BE49-F238E27FC236}">
                <a16:creationId xmlns:a16="http://schemas.microsoft.com/office/drawing/2014/main" id="{F845C433-9172-3DE1-4180-6CA247A09DD8}"/>
              </a:ext>
            </a:extLst>
          </p:cNvPr>
          <p:cNvSpPr>
            <a:spLocks xmlns:a="http://schemas.openxmlformats.org/drawingml/2006/main" noGrp="1"/>
          </p:cNvSpPr>
          <p:nvPr>
            <p:ph type="dt" idx="22"/>
          </p:nvPr>
        </p:nvSpPr>
        <p:spPr/>
        <p:txBody>
          <a:bodyPr xmlns:a="http://schemas.openxmlformats.org/drawingml/2006/main"/>
          <a:lstStyle xmlns:a="http://schemas.openxmlformats.org/drawingml/2006/main"/>
          <a:p xmlns:a="http://schemas.openxmlformats.org/drawingml/2006/main">
            <a:r>
              <a:t>[Date]</a:t>
            </a:r>
          </a:p>
        </p:txBody>
      </p:sp>
      <p:sp>
        <p:nvSpPr>
          <p:cNvPr id="6" name="Footer Placeholder 5">
            <a:extLst xmlns:a="http://schemas.openxmlformats.org/drawingml/2006/main">
              <a:ext uri="{FF2B5EF4-FFF2-40B4-BE49-F238E27FC236}">
                <a16:creationId xmlns:a16="http://schemas.microsoft.com/office/drawing/2014/main" id="{4F056002-F2D5-3DAE-594F-E71D3FC6F0D7}"/>
              </a:ext>
            </a:extLst>
          </p:cNvPr>
          <p:cNvSpPr>
            <a:spLocks xmlns:a="http://schemas.openxmlformats.org/drawingml/2006/main" noGrp="1"/>
          </p:cNvSpPr>
          <p:nvPr>
            <p:ph type="ftr" idx="23"/>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12" name="Slide Number Placeholder 11">
            <a:extLst xmlns:a="http://schemas.openxmlformats.org/drawingml/2006/main">
              <a:ext uri="{FF2B5EF4-FFF2-40B4-BE49-F238E27FC236}">
                <a16:creationId xmlns:a16="http://schemas.microsoft.com/office/drawing/2014/main" id="{6CC263EF-09AE-7439-C19A-BFD14290AB01}"/>
              </a:ext>
            </a:extLst>
          </p:cNvPr>
          <p:cNvSpPr>
            <a:spLocks xmlns:a="http://schemas.openxmlformats.org/drawingml/2006/main" noGrp="1"/>
          </p:cNvSpPr>
          <p:nvPr>
            <p:ph type="sldNum" idx="24"/>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72.xml><?xml version="1.0" encoding="utf-8"?>
<p:sldLayout xmlns:p="http://schemas.openxmlformats.org/presentationml/2006/main" preserve="1" userDrawn="1">
  <p:cSld name="Dark - Title/Subtitle 3 Column">
    <p:bg>
      <p:bgRef idx="1001">
        <a:schemeClr xmlns:a="http://schemas.openxmlformats.org/drawingml/2006/main" val="bg2"/>
      </p:bgRef>
    </p:bg>
    <p:spTree>
      <p:nvGrpSpPr>
        <p:cNvPr id="1" name=""/>
        <p:cNvGrpSpPr/>
        <p:nvPr/>
      </p:nvGrpSpPr>
      <p:grpSpPr>
        <a:xfrm xmlns:a="http://schemas.openxmlformats.org/drawingml/2006/main"/>
      </p:grpSpPr>
      <p:sp>
        <p:nvSpPr>
          <p:cNvPr id="4" name="Title 1">
            <a:extLst xmlns:a="http://schemas.openxmlformats.org/drawingml/2006/main">
              <a:ext uri="{FF2B5EF4-FFF2-40B4-BE49-F238E27FC236}">
                <a16:creationId xmlns:a16="http://schemas.microsoft.com/office/drawing/2014/main" id="{3CD77C36-1C4D-DE80-1F7B-60E8297188D0}"/>
              </a:ext>
            </a:extLst>
          </p:cNvPr>
          <p:cNvSpPr>
            <a:spLocks xmlns:a="http://schemas.openxmlformats.org/drawingml/2006/main" noGrp="1"/>
          </p:cNvSpPr>
          <p:nvPr>
            <p:ph type="title" idx="0" hasCustomPrompt="1"/>
          </p:nvPr>
        </p:nvSpPr>
        <p:spPr>
          <a:xfrm xmlns:a="http://schemas.openxmlformats.org/drawingml/2006/main">
            <a:off x="768875" y="182403"/>
            <a:ext cx="10671048" cy="822960"/>
          </a:xfrm>
        </p:spPr>
        <p:txBody>
          <a:bodyPr xmlns:a="http://schemas.openxmlformats.org/drawingml/2006/main"/>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r>
              <a:t>Title</a:t>
            </a:r>
          </a:p>
        </p:txBody>
      </p:sp>
      <p:sp>
        <p:nvSpPr>
          <p:cNvPr id="9" name="Subtitle">
            <a:extLst xmlns:a="http://schemas.openxmlformats.org/drawingml/2006/main">
              <a:ext uri="{FF2B5EF4-FFF2-40B4-BE49-F238E27FC236}">
                <a16:creationId xmlns:a16="http://schemas.microsoft.com/office/drawing/2014/main" id="{1F28BA13-39F7-FD62-A580-1BFD9EDD58CA}"/>
              </a:ext>
            </a:extLst>
          </p:cNvPr>
          <p:cNvSpPr>
            <a:spLocks xmlns:a="http://schemas.openxmlformats.org/drawingml/2006/main" noGrp="1"/>
          </p:cNvSpPr>
          <p:nvPr>
            <p:ph type="body" idx="11" hasCustomPrompt="1"/>
          </p:nvPr>
        </p:nvSpPr>
        <p:spPr>
          <a:xfrm xmlns:a="http://schemas.openxmlformats.org/drawingml/2006/main">
            <a:off x="766763" y="1009904"/>
            <a:ext cx="10671048" cy="330540"/>
          </a:xfrm>
          <a:prstGeom xmlns:a="http://schemas.openxmlformats.org/drawingml/2006/main" prst="rect">
            <a:avLst/>
          </a:prstGeom>
        </p:spPr>
        <p:txBody>
          <a:bodyPr xmlns:a="http://schemas.openxmlformats.org/drawingml/2006/main" lIns="0">
            <a:noAutofit/>
          </a:bodyPr>
          <a:lstStyle xmlns:a="http://schemas.openxmlformats.org/drawingml/2006/main">
            <a:lvl1pPr marL="0" indent="0">
              <a:lnSpc>
                <a:spcPct val="100000"/>
              </a:lnSpc>
              <a:spcAft>
                <a:spcPts val="0"/>
              </a:spcAft>
              <a:buNone/>
              <a:defRPr sz="2000" b="0" i="0">
                <a:latin typeface="Oracle Sans Tab"/>
                <a:ea typeface="Oracle Sans Tab"/>
                <a:cs typeface="Oracle Sans Tab"/>
              </a:defRPr>
            </a:lvl1pPr>
          </a:lstStyle>
          <a:p xmlns:a="http://schemas.openxmlformats.org/drawingml/2006/main">
            <a:pPr>
              <a:buNone/>
            </a:pPr>
            <a:r>
              <a:t>Subtitle</a:t>
            </a:r>
          </a:p>
        </p:txBody>
      </p:sp>
      <p:sp>
        <p:nvSpPr>
          <p:cNvPr id="2" name="Content">
            <a:extLst xmlns:a="http://schemas.openxmlformats.org/drawingml/2006/main">
              <a:ext uri="{FF2B5EF4-FFF2-40B4-BE49-F238E27FC236}">
                <a16:creationId xmlns:a16="http://schemas.microsoft.com/office/drawing/2014/main" id="{EEBF987F-38F4-709F-2C5C-6A33F92ABAC2}"/>
              </a:ext>
            </a:extLst>
          </p:cNvPr>
          <p:cNvSpPr>
            <a:spLocks xmlns:a="http://schemas.openxmlformats.org/drawingml/2006/main" noGrp="1"/>
          </p:cNvSpPr>
          <p:nvPr>
            <p:ph idx="14"/>
          </p:nvPr>
        </p:nvSpPr>
        <p:spPr>
          <a:xfrm xmlns:a="http://schemas.openxmlformats.org/drawingml/2006/main">
            <a:off x="766762" y="1600199"/>
            <a:ext cx="3291840" cy="4507992"/>
          </a:xfrm>
        </p:spPr>
        <p:txBody>
          <a:bodyPr xmlns:a="http://schemas.openxmlformats.org/drawingml/2006/main"/>
          <a:lstStyle xmlns:a="http://schemas.openxmlformats.org/drawingml/2006/main">
            <a:lvl1pPr>
              <a:lnSpc>
                <a:spcPct val="100000"/>
              </a:lnSpc>
              <a:buNone/>
              <a:defRPr sz="1600" b="0" i="0">
                <a:latin typeface="Oracle Sans Tab"/>
                <a:ea typeface="Oracle Sans Tab"/>
                <a:cs typeface="Oracle Sans Tab"/>
              </a:defRPr>
            </a:lvl1pPr>
            <a:lvl2pPr>
              <a:lnSpc>
                <a:spcPct val="100000"/>
              </a:lnSpc>
              <a:buNone/>
              <a:defRPr sz="1600" b="0" i="0">
                <a:latin typeface="Oracle Sans Tab"/>
                <a:ea typeface="Oracle Sans Tab"/>
                <a:cs typeface="Oracle Sans Tab"/>
              </a:defRPr>
            </a:lvl2pPr>
            <a:lvl3pPr>
              <a:lnSpc>
                <a:spcPct val="100000"/>
              </a:lnSpc>
              <a:buNone/>
              <a:defRPr sz="1600" b="0" i="0">
                <a:latin typeface="Oracle Sans Tab"/>
                <a:ea typeface="Oracle Sans Tab"/>
                <a:cs typeface="Oracle Sans Tab"/>
              </a:defRPr>
            </a:lvl3pPr>
            <a:lvl4pPr>
              <a:lnSpc>
                <a:spcPct val="100000"/>
              </a:lnSpc>
              <a:buNone/>
              <a:defRPr sz="1600" b="0" i="0">
                <a:latin typeface="Oracle Sans Tab"/>
                <a:ea typeface="Oracle Sans Tab"/>
                <a:cs typeface="Oracle Sans Tab"/>
              </a:defRPr>
            </a:lvl4pPr>
            <a:lvl5pPr>
              <a:lnSpc>
                <a:spcPct val="100000"/>
              </a:lnSpc>
              <a:buNone/>
              <a:defRPr sz="1600" b="0" i="0">
                <a:latin typeface="Oracle Sans Tab"/>
                <a:ea typeface="Oracle Sans Tab"/>
                <a:cs typeface="Oracle Sans Tab"/>
              </a:defRPr>
            </a:lvl5pPr>
          </a:lstStyle>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sp>
        <p:nvSpPr>
          <p:cNvPr id="10" name="Content">
            <a:extLst xmlns:a="http://schemas.openxmlformats.org/drawingml/2006/main">
              <a:ext uri="{FF2B5EF4-FFF2-40B4-BE49-F238E27FC236}">
                <a16:creationId xmlns:a16="http://schemas.microsoft.com/office/drawing/2014/main" id="{C8007CC0-7806-5000-E1A2-EE5C157D0752}"/>
              </a:ext>
            </a:extLst>
          </p:cNvPr>
          <p:cNvSpPr>
            <a:spLocks xmlns:a="http://schemas.openxmlformats.org/drawingml/2006/main" noGrp="1"/>
          </p:cNvSpPr>
          <p:nvPr>
            <p:ph idx="20"/>
          </p:nvPr>
        </p:nvSpPr>
        <p:spPr>
          <a:xfrm xmlns:a="http://schemas.openxmlformats.org/drawingml/2006/main">
            <a:off x="4450080" y="1607058"/>
            <a:ext cx="3291840" cy="4507992"/>
          </a:xfrm>
        </p:spPr>
        <p:txBody>
          <a:bodyPr xmlns:a="http://schemas.openxmlformats.org/drawingml/2006/main"/>
          <a:lstStyle xmlns:a="http://schemas.openxmlformats.org/drawingml/2006/main">
            <a:lvl1pPr>
              <a:lnSpc>
                <a:spcPct val="100000"/>
              </a:lnSpc>
              <a:buNone/>
              <a:defRPr sz="1600" b="0" i="0">
                <a:latin typeface="Oracle Sans Tab"/>
                <a:ea typeface="Oracle Sans Tab"/>
                <a:cs typeface="Oracle Sans Tab"/>
              </a:defRPr>
            </a:lvl1pPr>
            <a:lvl2pPr>
              <a:lnSpc>
                <a:spcPct val="100000"/>
              </a:lnSpc>
              <a:buNone/>
              <a:defRPr sz="1600" b="0" i="0">
                <a:latin typeface="Oracle Sans Tab"/>
                <a:ea typeface="Oracle Sans Tab"/>
                <a:cs typeface="Oracle Sans Tab"/>
              </a:defRPr>
            </a:lvl2pPr>
            <a:lvl3pPr>
              <a:lnSpc>
                <a:spcPct val="100000"/>
              </a:lnSpc>
              <a:buNone/>
              <a:defRPr sz="1600" b="0" i="0">
                <a:latin typeface="Oracle Sans Tab"/>
                <a:ea typeface="Oracle Sans Tab"/>
                <a:cs typeface="Oracle Sans Tab"/>
              </a:defRPr>
            </a:lvl3pPr>
            <a:lvl4pPr>
              <a:lnSpc>
                <a:spcPct val="100000"/>
              </a:lnSpc>
              <a:buNone/>
              <a:defRPr sz="1600" b="0" i="0">
                <a:latin typeface="Oracle Sans Tab"/>
                <a:ea typeface="Oracle Sans Tab"/>
                <a:cs typeface="Oracle Sans Tab"/>
              </a:defRPr>
            </a:lvl4pPr>
            <a:lvl5pPr>
              <a:lnSpc>
                <a:spcPct val="100000"/>
              </a:lnSpc>
              <a:buNone/>
              <a:defRPr sz="1600" b="0" i="0">
                <a:latin typeface="Oracle Sans Tab"/>
                <a:ea typeface="Oracle Sans Tab"/>
                <a:cs typeface="Oracle Sans Tab"/>
              </a:defRPr>
            </a:lvl5pPr>
          </a:lstStyle>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sp>
        <p:nvSpPr>
          <p:cNvPr id="11" name="Content">
            <a:extLst xmlns:a="http://schemas.openxmlformats.org/drawingml/2006/main">
              <a:ext uri="{FF2B5EF4-FFF2-40B4-BE49-F238E27FC236}">
                <a16:creationId xmlns:a16="http://schemas.microsoft.com/office/drawing/2014/main" id="{67D5716D-0077-0121-818A-02B0496ECCC9}"/>
              </a:ext>
            </a:extLst>
          </p:cNvPr>
          <p:cNvSpPr>
            <a:spLocks xmlns:a="http://schemas.openxmlformats.org/drawingml/2006/main" noGrp="1"/>
          </p:cNvSpPr>
          <p:nvPr>
            <p:ph idx="21"/>
          </p:nvPr>
        </p:nvSpPr>
        <p:spPr>
          <a:xfrm xmlns:a="http://schemas.openxmlformats.org/drawingml/2006/main">
            <a:off x="8133398" y="1613917"/>
            <a:ext cx="3291840" cy="4507992"/>
          </a:xfrm>
        </p:spPr>
        <p:txBody>
          <a:bodyPr xmlns:a="http://schemas.openxmlformats.org/drawingml/2006/main"/>
          <a:lstStyle xmlns:a="http://schemas.openxmlformats.org/drawingml/2006/main">
            <a:lvl1pPr>
              <a:lnSpc>
                <a:spcPct val="100000"/>
              </a:lnSpc>
              <a:buNone/>
              <a:defRPr sz="1600" b="0" i="0">
                <a:latin typeface="Oracle Sans Tab"/>
                <a:ea typeface="Oracle Sans Tab"/>
                <a:cs typeface="Oracle Sans Tab"/>
              </a:defRPr>
            </a:lvl1pPr>
            <a:lvl2pPr>
              <a:lnSpc>
                <a:spcPct val="100000"/>
              </a:lnSpc>
              <a:buNone/>
              <a:defRPr sz="1600" b="0" i="0">
                <a:latin typeface="Oracle Sans Tab"/>
                <a:ea typeface="Oracle Sans Tab"/>
                <a:cs typeface="Oracle Sans Tab"/>
              </a:defRPr>
            </a:lvl2pPr>
            <a:lvl3pPr>
              <a:lnSpc>
                <a:spcPct val="100000"/>
              </a:lnSpc>
              <a:buNone/>
              <a:defRPr sz="1600" b="0" i="0">
                <a:latin typeface="Oracle Sans Tab"/>
                <a:ea typeface="Oracle Sans Tab"/>
                <a:cs typeface="Oracle Sans Tab"/>
              </a:defRPr>
            </a:lvl3pPr>
            <a:lvl4pPr>
              <a:lnSpc>
                <a:spcPct val="100000"/>
              </a:lnSpc>
              <a:buNone/>
              <a:defRPr sz="1600" b="0" i="0">
                <a:latin typeface="Oracle Sans Tab"/>
                <a:ea typeface="Oracle Sans Tab"/>
                <a:cs typeface="Oracle Sans Tab"/>
              </a:defRPr>
            </a:lvl4pPr>
            <a:lvl5pPr>
              <a:lnSpc>
                <a:spcPct val="100000"/>
              </a:lnSpc>
              <a:buNone/>
              <a:defRPr sz="1600" b="0" i="0">
                <a:latin typeface="Oracle Sans Tab"/>
                <a:ea typeface="Oracle Sans Tab"/>
                <a:cs typeface="Oracle Sans Tab"/>
              </a:defRPr>
            </a:lvl5pPr>
          </a:lstStyle>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cxnSp>
        <p:nvCxnSpPr>
          <p:cNvPr id="13" name="Column Divider"/>
          <p:cNvCxnSpPr/>
          <p:nvPr/>
        </p:nvCxnSpPr>
        <p:spPr>
          <a:xfrm xmlns:a="http://schemas.openxmlformats.org/drawingml/2006/main">
            <a:off x="4261915" y="1609725"/>
            <a:ext cx="0" cy="4507992"/>
          </a:xfrm>
          <a:prstGeom xmlns:a="http://schemas.openxmlformats.org/drawingml/2006/main" prst="line">
            <a:avLst/>
          </a:prstGeom>
          <a:ln xmlns:a="http://schemas.openxmlformats.org/drawingml/2006/main" w="12700" cap="flat">
            <a:solidFill>
              <a:srgbClr val="8B8580">
                <a:alpha val="25000"/>
              </a:srgbClr>
            </a:solidFill>
            <a:prstDash val="solid"/>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cxnSp>
      <p:cxnSp>
        <p:nvCxnSpPr>
          <p:cNvPr id="14" name="Column Divider 2"/>
          <p:cNvCxnSpPr/>
          <p:nvPr/>
        </p:nvCxnSpPr>
        <p:spPr>
          <a:xfrm xmlns:a="http://schemas.openxmlformats.org/drawingml/2006/main">
            <a:off x="7951236" y="1609725"/>
            <a:ext cx="0" cy="4507992"/>
          </a:xfrm>
          <a:prstGeom xmlns:a="http://schemas.openxmlformats.org/drawingml/2006/main" prst="line">
            <a:avLst/>
          </a:prstGeom>
          <a:ln xmlns:a="http://schemas.openxmlformats.org/drawingml/2006/main" w="12700" cap="flat">
            <a:solidFill>
              <a:srgbClr val="8B8580">
                <a:alpha val="25000"/>
              </a:srgbClr>
            </a:solidFill>
            <a:prstDash val="solid"/>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cxnSp>
      <p:sp>
        <p:nvSpPr>
          <p:cNvPr id="5" name="Date Placeholder 4">
            <a:extLst xmlns:a="http://schemas.openxmlformats.org/drawingml/2006/main">
              <a:ext uri="{FF2B5EF4-FFF2-40B4-BE49-F238E27FC236}">
                <a16:creationId xmlns:a16="http://schemas.microsoft.com/office/drawing/2014/main" id="{71CEF2D1-6907-CC12-9362-D658A7F41948}"/>
              </a:ext>
            </a:extLst>
          </p:cNvPr>
          <p:cNvSpPr>
            <a:spLocks xmlns:a="http://schemas.openxmlformats.org/drawingml/2006/main" noGrp="1"/>
          </p:cNvSpPr>
          <p:nvPr>
            <p:ph type="dt" idx="22"/>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[Date]</a:t>
            </a:r>
          </a:p>
        </p:txBody>
      </p:sp>
      <p:sp>
        <p:nvSpPr>
          <p:cNvPr id="7" name="Footer Placeholder 6">
            <a:extLst xmlns:a="http://schemas.openxmlformats.org/drawingml/2006/main">
              <a:ext uri="{FF2B5EF4-FFF2-40B4-BE49-F238E27FC236}">
                <a16:creationId xmlns:a16="http://schemas.microsoft.com/office/drawing/2014/main" id="{81FDCF54-DE26-30BD-25CD-FC8B72CB540F}"/>
              </a:ext>
            </a:extLst>
          </p:cNvPr>
          <p:cNvSpPr>
            <a:spLocks xmlns:a="http://schemas.openxmlformats.org/drawingml/2006/main" noGrp="1"/>
          </p:cNvSpPr>
          <p:nvPr>
            <p:ph type="ftr" idx="23"/>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Copyright © 2026, Oracle and/or its affiliates |  Confidential: Internal/Restricted/Highly Restricted</a:t>
            </a:r>
          </a:p>
        </p:txBody>
      </p:sp>
      <p:sp>
        <p:nvSpPr>
          <p:cNvPr id="8" name="Slide Number Placeholder 7">
            <a:extLst xmlns:a="http://schemas.openxmlformats.org/drawingml/2006/main">
              <a:ext uri="{FF2B5EF4-FFF2-40B4-BE49-F238E27FC236}">
                <a16:creationId xmlns:a16="http://schemas.microsoft.com/office/drawing/2014/main" id="{1EEB9DAB-8C8B-6D59-3A36-9B68EFF31EE0}"/>
              </a:ext>
            </a:extLst>
          </p:cNvPr>
          <p:cNvSpPr>
            <a:spLocks xmlns:a="http://schemas.openxmlformats.org/drawingml/2006/main" noGrp="1"/>
          </p:cNvSpPr>
          <p:nvPr>
            <p:ph type="sldNum" idx="24"/>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fld id="{345D60D9-5372-5F40-9443-0F9AE5BDC3C8}" type="slidenum">
              <a:t>‹#›</a:t>
            </a:fld>
          </a:p>
        </p:txBody>
      </p:sp>
    </p:spTree>
  </p:cSld>
</p:sldLayout>
</file>

<file path=ppt/slideLayouts/slideLayout73.xml><?xml version="1.0" encoding="utf-8"?>
<p:sldLayout xmlns:p="http://schemas.openxmlformats.org/presentationml/2006/main" preserve="1" userDrawn="1">
  <p:cSld name="Dark - Title/Subtitle 4 Column">
    <p:bg>
      <p:bgRef idx="1001">
        <a:schemeClr xmlns:a="http://schemas.openxmlformats.org/drawingml/2006/main" val="bg2"/>
      </p:bgRef>
    </p:bg>
    <p:spTree>
      <p:nvGrpSpPr>
        <p:cNvPr id="1" name=""/>
        <p:cNvGrpSpPr/>
        <p:nvPr/>
      </p:nvGrpSpPr>
      <p:grpSpPr>
        <a:xfrm xmlns:a="http://schemas.openxmlformats.org/drawingml/2006/main"/>
      </p:grpSpPr>
      <p:sp>
        <p:nvSpPr>
          <p:cNvPr id="6" name="Content">
            <a:extLst xmlns:a="http://schemas.openxmlformats.org/drawingml/2006/main">
              <a:ext uri="{FF2B5EF4-FFF2-40B4-BE49-F238E27FC236}">
                <a16:creationId xmlns:a16="http://schemas.microsoft.com/office/drawing/2014/main" id="{238CEDEE-F37B-4496-9270-0479A31C9762}"/>
              </a:ext>
            </a:extLst>
          </p:cNvPr>
          <p:cNvSpPr>
            <a:spLocks xmlns:a="http://schemas.openxmlformats.org/drawingml/2006/main" noGrp="1"/>
          </p:cNvSpPr>
          <p:nvPr>
            <p:ph idx="14"/>
          </p:nvPr>
        </p:nvSpPr>
        <p:spPr>
          <a:xfrm xmlns:a="http://schemas.openxmlformats.org/drawingml/2006/main">
            <a:off x="766763" y="1609726"/>
            <a:ext cx="2468880" cy="4507992"/>
          </a:xfrm>
        </p:spPr>
        <p:txBody>
          <a:bodyPr xmlns:a="http://schemas.openxmlformats.org/drawingml/2006/main"/>
          <a:lstStyle xmlns:a="http://schemas.openxmlformats.org/drawingml/2006/main">
            <a:lvl1pPr>
              <a:lnSpc>
                <a:spcPct val="100000"/>
              </a:lnSpc>
              <a:buNone/>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stStyle>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sp>
        <p:nvSpPr>
          <p:cNvPr id="18" name="Content 2">
            <a:extLst xmlns:a="http://schemas.openxmlformats.org/drawingml/2006/main">
              <a:ext uri="{FF2B5EF4-FFF2-40B4-BE49-F238E27FC236}">
                <a16:creationId xmlns:a16="http://schemas.microsoft.com/office/drawing/2014/main" id="{22A9895A-06CA-46D6-B3EB-7038E6493585}"/>
              </a:ext>
            </a:extLst>
          </p:cNvPr>
          <p:cNvSpPr>
            <a:spLocks xmlns:a="http://schemas.openxmlformats.org/drawingml/2006/main" noGrp="1"/>
          </p:cNvSpPr>
          <p:nvPr>
            <p:ph idx="15"/>
          </p:nvPr>
        </p:nvSpPr>
        <p:spPr>
          <a:xfrm xmlns:a="http://schemas.openxmlformats.org/drawingml/2006/main">
            <a:off x="3500819" y="1609725"/>
            <a:ext cx="2468880" cy="4507992"/>
          </a:xfrm>
        </p:spPr>
        <p:txBody>
          <a:bodyPr xmlns:a="http://schemas.openxmlformats.org/drawingml/2006/main"/>
          <a:lstStyle xmlns:a="http://schemas.openxmlformats.org/drawingml/2006/main">
            <a:lvl1pPr>
              <a:lnSpc>
                <a:spcPct val="100000"/>
              </a:lnSpc>
              <a:buNone/>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stStyle>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sp>
        <p:nvSpPr>
          <p:cNvPr id="21" name="Content 3">
            <a:extLst xmlns:a="http://schemas.openxmlformats.org/drawingml/2006/main">
              <a:ext uri="{FF2B5EF4-FFF2-40B4-BE49-F238E27FC236}">
                <a16:creationId xmlns:a16="http://schemas.microsoft.com/office/drawing/2014/main" id="{58EF7396-F6CE-404A-B85F-455D3F5341AE}"/>
              </a:ext>
            </a:extLst>
          </p:cNvPr>
          <p:cNvSpPr>
            <a:spLocks xmlns:a="http://schemas.openxmlformats.org/drawingml/2006/main" noGrp="1"/>
          </p:cNvSpPr>
          <p:nvPr>
            <p:ph idx="16"/>
          </p:nvPr>
        </p:nvSpPr>
        <p:spPr>
          <a:xfrm xmlns:a="http://schemas.openxmlformats.org/drawingml/2006/main">
            <a:off x="6234875" y="1609725"/>
            <a:ext cx="2468880" cy="4507992"/>
          </a:xfrm>
        </p:spPr>
        <p:txBody>
          <a:bodyPr xmlns:a="http://schemas.openxmlformats.org/drawingml/2006/main"/>
          <a:lstStyle xmlns:a="http://schemas.openxmlformats.org/drawingml/2006/main">
            <a:lvl1pPr>
              <a:lnSpc>
                <a:spcPct val="100000"/>
              </a:lnSpc>
              <a:buNone/>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stStyle>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sp>
        <p:nvSpPr>
          <p:cNvPr id="4" name="Title 1">
            <a:extLst xmlns:a="http://schemas.openxmlformats.org/drawingml/2006/main">
              <a:ext uri="{FF2B5EF4-FFF2-40B4-BE49-F238E27FC236}">
                <a16:creationId xmlns:a16="http://schemas.microsoft.com/office/drawing/2014/main" id="{3CD77C36-1C4D-DE80-1F7B-60E8297188D0}"/>
              </a:ext>
            </a:extLst>
          </p:cNvPr>
          <p:cNvSpPr>
            <a:spLocks xmlns:a="http://schemas.openxmlformats.org/drawingml/2006/main" noGrp="1"/>
          </p:cNvSpPr>
          <p:nvPr>
            <p:ph type="title" idx="0" hasCustomPrompt="1"/>
          </p:nvPr>
        </p:nvSpPr>
        <p:spPr>
          <a:xfrm xmlns:a="http://schemas.openxmlformats.org/drawingml/2006/main">
            <a:off x="768875" y="182403"/>
            <a:ext cx="10671048" cy="822960"/>
          </a:xfrm>
        </p:spPr>
        <p:txBody>
          <a:bodyPr xmlns:a="http://schemas.openxmlformats.org/drawingml/2006/main"/>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r>
              <a:t>Title</a:t>
            </a:r>
          </a:p>
        </p:txBody>
      </p:sp>
      <p:sp>
        <p:nvSpPr>
          <p:cNvPr id="9" name="Subtitle">
            <a:extLst xmlns:a="http://schemas.openxmlformats.org/drawingml/2006/main">
              <a:ext uri="{FF2B5EF4-FFF2-40B4-BE49-F238E27FC236}">
                <a16:creationId xmlns:a16="http://schemas.microsoft.com/office/drawing/2014/main" id="{1F28BA13-39F7-FD62-A580-1BFD9EDD58CA}"/>
              </a:ext>
            </a:extLst>
          </p:cNvPr>
          <p:cNvSpPr>
            <a:spLocks xmlns:a="http://schemas.openxmlformats.org/drawingml/2006/main" noGrp="1"/>
          </p:cNvSpPr>
          <p:nvPr>
            <p:ph type="body" idx="11" hasCustomPrompt="1"/>
          </p:nvPr>
        </p:nvSpPr>
        <p:spPr>
          <a:xfrm xmlns:a="http://schemas.openxmlformats.org/drawingml/2006/main">
            <a:off x="766763" y="1009904"/>
            <a:ext cx="10671048" cy="330540"/>
          </a:xfrm>
          <a:prstGeom xmlns:a="http://schemas.openxmlformats.org/drawingml/2006/main" prst="rect">
            <a:avLst/>
          </a:prstGeom>
        </p:spPr>
        <p:txBody>
          <a:bodyPr xmlns:a="http://schemas.openxmlformats.org/drawingml/2006/main" lIns="0">
            <a:noAutofit/>
          </a:bodyPr>
          <a:lstStyle xmlns:a="http://schemas.openxmlformats.org/drawingml/2006/main">
            <a:lvl1pPr marL="0" indent="0">
              <a:lnSpc>
                <a:spcPct val="100000"/>
              </a:lnSpc>
              <a:spcAft>
                <a:spcPts val="0"/>
              </a:spcAft>
              <a:buNone/>
              <a:defRPr sz="2000" b="0" i="0">
                <a:latin typeface="Oracle Sans Tab"/>
                <a:ea typeface="Oracle Sans Tab"/>
                <a:cs typeface="Oracle Sans Tab"/>
              </a:defRPr>
            </a:lvl1pPr>
          </a:lstStyle>
          <a:p xmlns:a="http://schemas.openxmlformats.org/drawingml/2006/main">
            <a:pPr>
              <a:buNone/>
            </a:pPr>
            <a:r>
              <a:t>Subtitle</a:t>
            </a:r>
          </a:p>
        </p:txBody>
      </p:sp>
      <p:sp>
        <p:nvSpPr>
          <p:cNvPr id="2" name="Content 3">
            <a:extLst xmlns:a="http://schemas.openxmlformats.org/drawingml/2006/main">
              <a:ext uri="{FF2B5EF4-FFF2-40B4-BE49-F238E27FC236}">
                <a16:creationId xmlns:a16="http://schemas.microsoft.com/office/drawing/2014/main" id="{D3DD214E-B770-0B46-25F4-55FE29C664BE}"/>
              </a:ext>
            </a:extLst>
          </p:cNvPr>
          <p:cNvSpPr>
            <a:spLocks xmlns:a="http://schemas.openxmlformats.org/drawingml/2006/main" noGrp="1"/>
          </p:cNvSpPr>
          <p:nvPr>
            <p:ph idx="20"/>
          </p:nvPr>
        </p:nvSpPr>
        <p:spPr>
          <a:xfrm xmlns:a="http://schemas.openxmlformats.org/drawingml/2006/main">
            <a:off x="8968931" y="1605827"/>
            <a:ext cx="2468880" cy="4507992"/>
          </a:xfrm>
        </p:spPr>
        <p:txBody>
          <a:bodyPr xmlns:a="http://schemas.openxmlformats.org/drawingml/2006/main"/>
          <a:lstStyle xmlns:a="http://schemas.openxmlformats.org/drawingml/2006/main">
            <a:lvl1pPr>
              <a:lnSpc>
                <a:spcPct val="100000"/>
              </a:lnSpc>
              <a:buNone/>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stStyle>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cxnSp>
        <p:nvCxnSpPr>
          <p:cNvPr id="25" name="Column Divider"/>
          <p:cNvCxnSpPr/>
          <p:nvPr/>
        </p:nvCxnSpPr>
        <p:spPr>
          <a:xfrm xmlns:a="http://schemas.openxmlformats.org/drawingml/2006/main">
            <a:off x="3364740" y="1622606"/>
            <a:ext cx="0" cy="4507992"/>
          </a:xfrm>
          <a:prstGeom xmlns:a="http://schemas.openxmlformats.org/drawingml/2006/main" prst="line">
            <a:avLst/>
          </a:prstGeom>
          <a:ln xmlns:a="http://schemas.openxmlformats.org/drawingml/2006/main" w="12700" cap="flat">
            <a:solidFill>
              <a:srgbClr val="8B8580">
                <a:alpha val="25000"/>
              </a:srgbClr>
            </a:solidFill>
            <a:prstDash val="solid"/>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cxnSp>
      <p:cxnSp>
        <p:nvCxnSpPr>
          <p:cNvPr id="26" name="Column Divider"/>
          <p:cNvCxnSpPr/>
          <p:nvPr/>
        </p:nvCxnSpPr>
        <p:spPr>
          <a:xfrm xmlns:a="http://schemas.openxmlformats.org/drawingml/2006/main">
            <a:off x="6104399" y="1622606"/>
            <a:ext cx="0" cy="4507992"/>
          </a:xfrm>
          <a:prstGeom xmlns:a="http://schemas.openxmlformats.org/drawingml/2006/main" prst="line">
            <a:avLst/>
          </a:prstGeom>
          <a:ln xmlns:a="http://schemas.openxmlformats.org/drawingml/2006/main" w="12700" cap="flat">
            <a:solidFill>
              <a:srgbClr val="8B8580">
                <a:alpha val="25000"/>
              </a:srgbClr>
            </a:solidFill>
            <a:prstDash val="solid"/>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cxnSp>
      <p:cxnSp>
        <p:nvCxnSpPr>
          <p:cNvPr id="27" name="Column Divider"/>
          <p:cNvCxnSpPr/>
          <p:nvPr/>
        </p:nvCxnSpPr>
        <p:spPr>
          <a:xfrm xmlns:a="http://schemas.openxmlformats.org/drawingml/2006/main">
            <a:off x="8840439" y="1622606"/>
            <a:ext cx="0" cy="4507992"/>
          </a:xfrm>
          <a:prstGeom xmlns:a="http://schemas.openxmlformats.org/drawingml/2006/main" prst="line">
            <a:avLst/>
          </a:prstGeom>
          <a:ln xmlns:a="http://schemas.openxmlformats.org/drawingml/2006/main" w="12700" cap="flat">
            <a:solidFill>
              <a:srgbClr val="8B8580">
                <a:alpha val="25000"/>
              </a:srgbClr>
            </a:solidFill>
            <a:prstDash val="solid"/>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cxnSp>
      <p:sp>
        <p:nvSpPr>
          <p:cNvPr id="11" name="Date Placeholder 10">
            <a:extLst xmlns:a="http://schemas.openxmlformats.org/drawingml/2006/main">
              <a:ext uri="{FF2B5EF4-FFF2-40B4-BE49-F238E27FC236}">
                <a16:creationId xmlns:a16="http://schemas.microsoft.com/office/drawing/2014/main" id="{2363AF13-54B3-2494-C7F1-5F9B596DA0B0}"/>
              </a:ext>
            </a:extLst>
          </p:cNvPr>
          <p:cNvSpPr>
            <a:spLocks xmlns:a="http://schemas.openxmlformats.org/drawingml/2006/main" noGrp="1"/>
          </p:cNvSpPr>
          <p:nvPr>
            <p:ph type="dt" idx="21"/>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[Date]</a:t>
            </a:r>
          </a:p>
        </p:txBody>
      </p:sp>
      <p:sp>
        <p:nvSpPr>
          <p:cNvPr id="12" name="Footer Placeholder 11">
            <a:extLst xmlns:a="http://schemas.openxmlformats.org/drawingml/2006/main">
              <a:ext uri="{FF2B5EF4-FFF2-40B4-BE49-F238E27FC236}">
                <a16:creationId xmlns:a16="http://schemas.microsoft.com/office/drawing/2014/main" id="{EF2C9EBF-D6B1-2F19-A933-42AC275A7514}"/>
              </a:ext>
            </a:extLst>
          </p:cNvPr>
          <p:cNvSpPr>
            <a:spLocks xmlns:a="http://schemas.openxmlformats.org/drawingml/2006/main" noGrp="1"/>
          </p:cNvSpPr>
          <p:nvPr>
            <p:ph type="ftr" idx="22"/>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Copyright © 2026, Oracle and/or its affiliates |  Confidential: Internal/Restricted/Highly Restricted</a:t>
            </a:r>
          </a:p>
        </p:txBody>
      </p:sp>
      <p:sp>
        <p:nvSpPr>
          <p:cNvPr id="13" name="Slide Number Placeholder 12">
            <a:extLst xmlns:a="http://schemas.openxmlformats.org/drawingml/2006/main">
              <a:ext uri="{FF2B5EF4-FFF2-40B4-BE49-F238E27FC236}">
                <a16:creationId xmlns:a16="http://schemas.microsoft.com/office/drawing/2014/main" id="{52E800BF-4776-65BD-D78D-49E2E3339C1D}"/>
              </a:ext>
            </a:extLst>
          </p:cNvPr>
          <p:cNvSpPr>
            <a:spLocks xmlns:a="http://schemas.openxmlformats.org/drawingml/2006/main" noGrp="1"/>
          </p:cNvSpPr>
          <p:nvPr>
            <p:ph type="sldNum" idx="23"/>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fld id="{345D60D9-5372-5F40-9443-0F9AE5BDC3C8}" type="slidenum">
              <a:t>‹#›</a:t>
            </a:fld>
          </a:p>
        </p:txBody>
      </p:sp>
    </p:spTree>
  </p:cSld>
</p:sldLayout>
</file>

<file path=ppt/slideLayouts/slideLayout74.xml><?xml version="1.0" encoding="utf-8"?>
<p:sldLayout xmlns:p="http://schemas.openxmlformats.org/presentationml/2006/main" preserve="1" userDrawn="1">
  <p:cSld name="Light - Title/Subtitle 4 Column">
    <p:bg>
      <p:bgRef idx="1001">
        <a:schemeClr xmlns:a="http://schemas.openxmlformats.org/drawingml/2006/main" val="bg2"/>
      </p:bgRef>
    </p:bg>
    <p:spTree>
      <p:nvGrpSpPr>
        <p:cNvPr id="1" name=""/>
        <p:cNvGrpSpPr/>
        <p:nvPr/>
      </p:nvGrpSpPr>
      <p:grpSpPr>
        <a:xfrm xmlns:a="http://schemas.openxmlformats.org/drawingml/2006/main"/>
      </p:grpSpPr>
      <p:sp>
        <p:nvSpPr>
          <p:cNvPr id="6" name="Content">
            <a:extLst xmlns:a="http://schemas.openxmlformats.org/drawingml/2006/main">
              <a:ext uri="{FF2B5EF4-FFF2-40B4-BE49-F238E27FC236}">
                <a16:creationId xmlns:a16="http://schemas.microsoft.com/office/drawing/2014/main" id="{238CEDEE-F37B-4496-9270-0479A31C9762}"/>
              </a:ext>
            </a:extLst>
          </p:cNvPr>
          <p:cNvSpPr>
            <a:spLocks xmlns:a="http://schemas.openxmlformats.org/drawingml/2006/main" noGrp="1"/>
          </p:cNvSpPr>
          <p:nvPr>
            <p:ph idx="14"/>
          </p:nvPr>
        </p:nvSpPr>
        <p:spPr>
          <a:xfrm xmlns:a="http://schemas.openxmlformats.org/drawingml/2006/main">
            <a:off x="766763" y="1609726"/>
            <a:ext cx="2468880" cy="4507992"/>
          </a:xfrm>
        </p:spPr>
        <p:txBody>
          <a:bodyPr xmlns:a="http://schemas.openxmlformats.org/drawingml/2006/main"/>
          <a:lstStyle xmlns:a="http://schemas.openxmlformats.org/drawingml/2006/main">
            <a:lvl1pPr>
              <a:lnSpc>
                <a:spcPct val="100000"/>
              </a:lnSpc>
              <a:buNone/>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stStyle>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sp>
        <p:nvSpPr>
          <p:cNvPr id="18" name="Content 2">
            <a:extLst xmlns:a="http://schemas.openxmlformats.org/drawingml/2006/main">
              <a:ext uri="{FF2B5EF4-FFF2-40B4-BE49-F238E27FC236}">
                <a16:creationId xmlns:a16="http://schemas.microsoft.com/office/drawing/2014/main" id="{22A9895A-06CA-46D6-B3EB-7038E6493585}"/>
              </a:ext>
            </a:extLst>
          </p:cNvPr>
          <p:cNvSpPr>
            <a:spLocks xmlns:a="http://schemas.openxmlformats.org/drawingml/2006/main" noGrp="1"/>
          </p:cNvSpPr>
          <p:nvPr>
            <p:ph idx="15"/>
          </p:nvPr>
        </p:nvSpPr>
        <p:spPr>
          <a:xfrm xmlns:a="http://schemas.openxmlformats.org/drawingml/2006/main">
            <a:off x="3500819" y="1609725"/>
            <a:ext cx="2468880" cy="4507992"/>
          </a:xfrm>
        </p:spPr>
        <p:txBody>
          <a:bodyPr xmlns:a="http://schemas.openxmlformats.org/drawingml/2006/main"/>
          <a:lstStyle xmlns:a="http://schemas.openxmlformats.org/drawingml/2006/main">
            <a:lvl1pPr>
              <a:lnSpc>
                <a:spcPct val="100000"/>
              </a:lnSpc>
              <a:buNone/>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stStyle>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sp>
        <p:nvSpPr>
          <p:cNvPr id="21" name="Content 3">
            <a:extLst xmlns:a="http://schemas.openxmlformats.org/drawingml/2006/main">
              <a:ext uri="{FF2B5EF4-FFF2-40B4-BE49-F238E27FC236}">
                <a16:creationId xmlns:a16="http://schemas.microsoft.com/office/drawing/2014/main" id="{58EF7396-F6CE-404A-B85F-455D3F5341AE}"/>
              </a:ext>
            </a:extLst>
          </p:cNvPr>
          <p:cNvSpPr>
            <a:spLocks xmlns:a="http://schemas.openxmlformats.org/drawingml/2006/main" noGrp="1"/>
          </p:cNvSpPr>
          <p:nvPr>
            <p:ph idx="16"/>
          </p:nvPr>
        </p:nvSpPr>
        <p:spPr>
          <a:xfrm xmlns:a="http://schemas.openxmlformats.org/drawingml/2006/main">
            <a:off x="6234875" y="1609725"/>
            <a:ext cx="2468880" cy="4507992"/>
          </a:xfrm>
        </p:spPr>
        <p:txBody>
          <a:bodyPr xmlns:a="http://schemas.openxmlformats.org/drawingml/2006/main"/>
          <a:lstStyle xmlns:a="http://schemas.openxmlformats.org/drawingml/2006/main">
            <a:lvl1pPr>
              <a:lnSpc>
                <a:spcPct val="100000"/>
              </a:lnSpc>
              <a:buNone/>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stStyle>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sp>
        <p:nvSpPr>
          <p:cNvPr id="4" name="Title 1">
            <a:extLst xmlns:a="http://schemas.openxmlformats.org/drawingml/2006/main">
              <a:ext uri="{FF2B5EF4-FFF2-40B4-BE49-F238E27FC236}">
                <a16:creationId xmlns:a16="http://schemas.microsoft.com/office/drawing/2014/main" id="{3CD77C36-1C4D-DE80-1F7B-60E8297188D0}"/>
              </a:ext>
            </a:extLst>
          </p:cNvPr>
          <p:cNvSpPr>
            <a:spLocks xmlns:a="http://schemas.openxmlformats.org/drawingml/2006/main" noGrp="1"/>
          </p:cNvSpPr>
          <p:nvPr>
            <p:ph type="title" idx="0" hasCustomPrompt="1"/>
          </p:nvPr>
        </p:nvSpPr>
        <p:spPr>
          <a:xfrm xmlns:a="http://schemas.openxmlformats.org/drawingml/2006/main">
            <a:off x="768875" y="182403"/>
            <a:ext cx="10671048" cy="822960"/>
          </a:xfrm>
        </p:spPr>
        <p:txBody>
          <a:bodyPr xmlns:a="http://schemas.openxmlformats.org/drawingml/2006/main"/>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r>
              <a:t>Title</a:t>
            </a:r>
          </a:p>
        </p:txBody>
      </p:sp>
      <p:sp>
        <p:nvSpPr>
          <p:cNvPr id="2" name="Content 3">
            <a:extLst xmlns:a="http://schemas.openxmlformats.org/drawingml/2006/main">
              <a:ext uri="{FF2B5EF4-FFF2-40B4-BE49-F238E27FC236}">
                <a16:creationId xmlns:a16="http://schemas.microsoft.com/office/drawing/2014/main" id="{D3DD214E-B770-0B46-25F4-55FE29C664BE}"/>
              </a:ext>
            </a:extLst>
          </p:cNvPr>
          <p:cNvSpPr>
            <a:spLocks xmlns:a="http://schemas.openxmlformats.org/drawingml/2006/main" noGrp="1"/>
          </p:cNvSpPr>
          <p:nvPr>
            <p:ph idx="20"/>
          </p:nvPr>
        </p:nvSpPr>
        <p:spPr>
          <a:xfrm xmlns:a="http://schemas.openxmlformats.org/drawingml/2006/main">
            <a:off x="8968931" y="1605827"/>
            <a:ext cx="2468880" cy="4507992"/>
          </a:xfrm>
        </p:spPr>
        <p:txBody>
          <a:bodyPr xmlns:a="http://schemas.openxmlformats.org/drawingml/2006/main"/>
          <a:lstStyle xmlns:a="http://schemas.openxmlformats.org/drawingml/2006/main">
            <a:lvl1pPr>
              <a:lnSpc>
                <a:spcPct val="100000"/>
              </a:lnSpc>
              <a:buNone/>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stStyle>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cxnSp>
        <p:nvCxnSpPr>
          <p:cNvPr id="24" name="Column Divider"/>
          <p:cNvCxnSpPr/>
          <p:nvPr/>
        </p:nvCxnSpPr>
        <p:spPr>
          <a:xfrm xmlns:a="http://schemas.openxmlformats.org/drawingml/2006/main">
            <a:off x="3364740" y="1622606"/>
            <a:ext cx="0" cy="4507992"/>
          </a:xfrm>
          <a:prstGeom xmlns:a="http://schemas.openxmlformats.org/drawingml/2006/main" prst="line">
            <a:avLst/>
          </a:prstGeom>
          <a:ln xmlns:a="http://schemas.openxmlformats.org/drawingml/2006/main" w="12700" cap="flat">
            <a:solidFill>
              <a:srgbClr val="8B8580">
                <a:alpha val="25000"/>
              </a:srgbClr>
            </a:solidFill>
            <a:prstDash val="solid"/>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cxnSp>
      <p:cxnSp>
        <p:nvCxnSpPr>
          <p:cNvPr id="25" name="Column Divider"/>
          <p:cNvCxnSpPr/>
          <p:nvPr/>
        </p:nvCxnSpPr>
        <p:spPr>
          <a:xfrm xmlns:a="http://schemas.openxmlformats.org/drawingml/2006/main">
            <a:off x="6104399" y="1622606"/>
            <a:ext cx="0" cy="4507992"/>
          </a:xfrm>
          <a:prstGeom xmlns:a="http://schemas.openxmlformats.org/drawingml/2006/main" prst="line">
            <a:avLst/>
          </a:prstGeom>
          <a:ln xmlns:a="http://schemas.openxmlformats.org/drawingml/2006/main" w="12700" cap="flat">
            <a:solidFill>
              <a:srgbClr val="8B8580">
                <a:alpha val="25000"/>
              </a:srgbClr>
            </a:solidFill>
            <a:prstDash val="solid"/>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cxnSp>
      <p:cxnSp>
        <p:nvCxnSpPr>
          <p:cNvPr id="26" name="Column Divider"/>
          <p:cNvCxnSpPr/>
          <p:nvPr/>
        </p:nvCxnSpPr>
        <p:spPr>
          <a:xfrm xmlns:a="http://schemas.openxmlformats.org/drawingml/2006/main">
            <a:off x="8840439" y="1622606"/>
            <a:ext cx="0" cy="4507992"/>
          </a:xfrm>
          <a:prstGeom xmlns:a="http://schemas.openxmlformats.org/drawingml/2006/main" prst="line">
            <a:avLst/>
          </a:prstGeom>
          <a:ln xmlns:a="http://schemas.openxmlformats.org/drawingml/2006/main" w="12700" cap="flat">
            <a:solidFill>
              <a:srgbClr val="8B8580">
                <a:alpha val="25000"/>
              </a:srgbClr>
            </a:solidFill>
            <a:prstDash val="solid"/>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cxnSp>
      <p:sp>
        <p:nvSpPr>
          <p:cNvPr id="11" name="Subtitle">
            <a:extLst xmlns:a="http://schemas.openxmlformats.org/drawingml/2006/main">
              <a:ext uri="{FF2B5EF4-FFF2-40B4-BE49-F238E27FC236}">
                <a16:creationId xmlns:a16="http://schemas.microsoft.com/office/drawing/2014/main" id="{C9A0F016-4DAC-1E29-77F1-0AE340758202}"/>
              </a:ext>
            </a:extLst>
          </p:cNvPr>
          <p:cNvSpPr>
            <a:spLocks xmlns:a="http://schemas.openxmlformats.org/drawingml/2006/main" noGrp="1"/>
          </p:cNvSpPr>
          <p:nvPr>
            <p:ph type="body" idx="11" hasCustomPrompt="1"/>
          </p:nvPr>
        </p:nvSpPr>
        <p:spPr>
          <a:xfrm xmlns:a="http://schemas.openxmlformats.org/drawingml/2006/main">
            <a:off x="766763" y="1009904"/>
            <a:ext cx="10671048" cy="330540"/>
          </a:xfrm>
          <a:prstGeom xmlns:a="http://schemas.openxmlformats.org/drawingml/2006/main" prst="rect">
            <a:avLst/>
          </a:prstGeom>
        </p:spPr>
        <p:txBody>
          <a:bodyPr xmlns:a="http://schemas.openxmlformats.org/drawingml/2006/main" lIns="0">
            <a:noAutofit/>
          </a:bodyPr>
          <a:lstStyle xmlns:a="http://schemas.openxmlformats.org/drawingml/2006/main">
            <a:lvl1pPr marL="0" indent="0">
              <a:lnSpc>
                <a:spcPct val="100000"/>
              </a:lnSpc>
              <a:spcAft>
                <a:spcPts val="0"/>
              </a:spcAft>
              <a:buNone/>
              <a:defRPr sz="2000" b="0" i="0">
                <a:latin typeface="Oracle Sans Tab"/>
                <a:ea typeface="Oracle Sans Tab"/>
                <a:cs typeface="Oracle Sans Tab"/>
              </a:defRPr>
            </a:lvl1pPr>
          </a:lstStyle>
          <a:p xmlns:a="http://schemas.openxmlformats.org/drawingml/2006/main">
            <a:pPr>
              <a:buNone/>
            </a:pPr>
            <a:r>
              <a:t>Subtitle</a:t>
            </a:r>
          </a:p>
        </p:txBody>
      </p:sp>
      <p:sp>
        <p:nvSpPr>
          <p:cNvPr id="14" name="Date Placeholder 13">
            <a:extLst xmlns:a="http://schemas.openxmlformats.org/drawingml/2006/main">
              <a:ext uri="{FF2B5EF4-FFF2-40B4-BE49-F238E27FC236}">
                <a16:creationId xmlns:a16="http://schemas.microsoft.com/office/drawing/2014/main" id="{F14D88C3-85BA-C99C-9877-32BAD78E6A9A}"/>
              </a:ext>
            </a:extLst>
          </p:cNvPr>
          <p:cNvSpPr>
            <a:spLocks xmlns:a="http://schemas.openxmlformats.org/drawingml/2006/main" noGrp="1"/>
          </p:cNvSpPr>
          <p:nvPr>
            <p:ph type="dt" idx="21"/>
          </p:nvPr>
        </p:nvSpPr>
        <p:spPr/>
        <p:txBody>
          <a:bodyPr xmlns:a="http://schemas.openxmlformats.org/drawingml/2006/main"/>
          <a:lstStyle xmlns:a="http://schemas.openxmlformats.org/drawingml/2006/main"/>
          <a:p xmlns:a="http://schemas.openxmlformats.org/drawingml/2006/main">
            <a:r>
              <a:t>[Date]</a:t>
            </a:r>
          </a:p>
        </p:txBody>
      </p:sp>
      <p:sp>
        <p:nvSpPr>
          <p:cNvPr id="16" name="Footer Placeholder 15">
            <a:extLst xmlns:a="http://schemas.openxmlformats.org/drawingml/2006/main">
              <a:ext uri="{FF2B5EF4-FFF2-40B4-BE49-F238E27FC236}">
                <a16:creationId xmlns:a16="http://schemas.microsoft.com/office/drawing/2014/main" id="{B1E0C70D-CC65-4285-D496-FB34A70A6FEE}"/>
              </a:ext>
            </a:extLst>
          </p:cNvPr>
          <p:cNvSpPr>
            <a:spLocks xmlns:a="http://schemas.openxmlformats.org/drawingml/2006/main" noGrp="1"/>
          </p:cNvSpPr>
          <p:nvPr>
            <p:ph type="ftr" idx="22"/>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17" name="Slide Number Placeholder 16">
            <a:extLst xmlns:a="http://schemas.openxmlformats.org/drawingml/2006/main">
              <a:ext uri="{FF2B5EF4-FFF2-40B4-BE49-F238E27FC236}">
                <a16:creationId xmlns:a16="http://schemas.microsoft.com/office/drawing/2014/main" id="{48A4656A-0B47-1F87-8CB9-58932D721680}"/>
              </a:ext>
            </a:extLst>
          </p:cNvPr>
          <p:cNvSpPr>
            <a:spLocks xmlns:a="http://schemas.openxmlformats.org/drawingml/2006/main" noGrp="1"/>
          </p:cNvSpPr>
          <p:nvPr>
            <p:ph type="sldNum" idx="23"/>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75.xml><?xml version="1.0" encoding="utf-8"?>
<p:sldLayout xmlns:p="http://schemas.openxmlformats.org/presentationml/2006/main" preserve="1" userDrawn="1">
  <p:cSld name="Light - Title, Content and 1/3 Photo">
    <p:bg>
      <p:bgRef idx="1001">
        <a:schemeClr xmlns:a="http://schemas.openxmlformats.org/drawingml/2006/main" val="bg2"/>
      </p:bgRef>
    </p:bg>
    <p:spTree>
      <p:nvGrpSpPr>
        <p:cNvPr id="1" name=""/>
        <p:cNvGrpSpPr/>
        <p:nvPr/>
      </p:nvGrpSpPr>
      <p:grpSpPr>
        <a:xfrm xmlns:a="http://schemas.openxmlformats.org/drawingml/2006/main"/>
      </p:grpSpPr>
      <p:sp>
        <p:nvSpPr>
          <p:cNvPr id="3" name="Title 2">
            <a:extLst xmlns:a="http://schemas.openxmlformats.org/drawingml/2006/main">
              <a:ext uri="{FF2B5EF4-FFF2-40B4-BE49-F238E27FC236}">
                <a16:creationId xmlns:a16="http://schemas.microsoft.com/office/drawing/2014/main" id="{B1F59826-0B3C-4973-B5FA-B18F68758F38}"/>
              </a:ext>
            </a:extLst>
          </p:cNvPr>
          <p:cNvSpPr>
            <a:spLocks xmlns:a="http://schemas.openxmlformats.org/drawingml/2006/main" noGrp="1"/>
          </p:cNvSpPr>
          <p:nvPr>
            <p:ph type="title" idx="0" hasCustomPrompt="1"/>
          </p:nvPr>
        </p:nvSpPr>
        <p:spPr>
          <a:xfrm xmlns:a="http://schemas.openxmlformats.org/drawingml/2006/main">
            <a:off x="768875" y="182403"/>
            <a:ext cx="6790149" cy="822960"/>
          </a:xfrm>
        </p:spPr>
        <p:txBody>
          <a:bodyPr xmlns:a="http://schemas.openxmlformats.org/drawingml/2006/main"/>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r>
              <a:t>Title</a:t>
            </a:r>
          </a:p>
        </p:txBody>
      </p:sp>
      <p:sp>
        <p:nvSpPr>
          <p:cNvPr id="4" name="Content">
            <a:extLst xmlns:a="http://schemas.openxmlformats.org/drawingml/2006/main">
              <a:ext uri="{FF2B5EF4-FFF2-40B4-BE49-F238E27FC236}">
                <a16:creationId xmlns:a16="http://schemas.microsoft.com/office/drawing/2014/main" id="{FA05E257-5557-514A-2025-3EF63D1140D3}"/>
              </a:ext>
            </a:extLst>
          </p:cNvPr>
          <p:cNvSpPr>
            <a:spLocks xmlns:a="http://schemas.openxmlformats.org/drawingml/2006/main" noGrp="1"/>
          </p:cNvSpPr>
          <p:nvPr>
            <p:ph idx="14"/>
          </p:nvPr>
        </p:nvSpPr>
        <p:spPr>
          <a:xfrm xmlns:a="http://schemas.openxmlformats.org/drawingml/2006/main">
            <a:off x="766762" y="1600199"/>
            <a:ext cx="6792262" cy="4507992"/>
          </a:xfrm>
        </p:spPr>
        <p:txBody>
          <a:bodyPr xmlns:a="http://schemas.openxmlformats.org/drawingml/2006/main"/>
          <a:lstStyle xmlns:a="http://schemas.openxmlformats.org/drawingml/2006/main">
            <a:lvl1pPr>
              <a:lnSpc>
                <a:spcPct val="100000"/>
              </a:lnSpc>
              <a:buNone/>
              <a:defRPr sz="1600" b="0" i="0">
                <a:latin typeface="Oracle Sans Tab"/>
                <a:ea typeface="Oracle Sans Tab"/>
                <a:cs typeface="Oracle Sans Tab"/>
              </a:defRPr>
            </a:lvl1pPr>
            <a:lvl2pPr>
              <a:lnSpc>
                <a:spcPct val="100000"/>
              </a:lnSpc>
              <a:buNone/>
              <a:defRPr sz="1600" b="0" i="0">
                <a:latin typeface="Oracle Sans Tab"/>
                <a:ea typeface="Oracle Sans Tab"/>
                <a:cs typeface="Oracle Sans Tab"/>
              </a:defRPr>
            </a:lvl2pPr>
            <a:lvl3pPr>
              <a:lnSpc>
                <a:spcPct val="100000"/>
              </a:lnSpc>
              <a:buNone/>
              <a:defRPr sz="1600" b="0" i="0">
                <a:latin typeface="Oracle Sans Tab"/>
                <a:ea typeface="Oracle Sans Tab"/>
                <a:cs typeface="Oracle Sans Tab"/>
              </a:defRPr>
            </a:lvl3pPr>
            <a:lvl4pPr>
              <a:lnSpc>
                <a:spcPct val="100000"/>
              </a:lnSpc>
              <a:buNone/>
              <a:defRPr sz="1600" b="0" i="0">
                <a:latin typeface="Oracle Sans Tab"/>
                <a:ea typeface="Oracle Sans Tab"/>
                <a:cs typeface="Oracle Sans Tab"/>
              </a:defRPr>
            </a:lvl4pPr>
            <a:lvl5pPr>
              <a:lnSpc>
                <a:spcPct val="100000"/>
              </a:lnSpc>
              <a:buNone/>
              <a:defRPr sz="1600" b="0" i="0">
                <a:latin typeface="Oracle Sans Tab"/>
                <a:ea typeface="Oracle Sans Tab"/>
                <a:cs typeface="Oracle Sans Tab"/>
              </a:defRPr>
            </a:lvl5pPr>
          </a:lstStyle>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sp>
        <p:nvSpPr>
          <p:cNvPr id="10" name="Picture Placeholder 9">
            <a:extLst xmlns:a="http://schemas.openxmlformats.org/drawingml/2006/main">
              <a:ext uri="{FF2B5EF4-FFF2-40B4-BE49-F238E27FC236}">
                <a16:creationId xmlns:a16="http://schemas.microsoft.com/office/drawing/2014/main" id="{22033CC1-6A5D-D20A-D1C7-358398AE8124}"/>
              </a:ext>
            </a:extLst>
          </p:cNvPr>
          <p:cNvSpPr>
            <a:spLocks xmlns:a="http://schemas.openxmlformats.org/drawingml/2006/main" noGrp="1"/>
          </p:cNvSpPr>
          <p:nvPr>
            <p:ph type="pic" idx="18"/>
          </p:nvPr>
        </p:nvSpPr>
        <p:spPr>
          <a:xfrm xmlns:a="http://schemas.openxmlformats.org/drawingml/2006/main">
            <a:off x="8132064" y="0"/>
            <a:ext cx="4059936" cy="6858000"/>
          </a:xfrm>
          <a:prstGeom xmlns:a="http://schemas.openxmlformats.org/drawingml/2006/main" prst="rect">
            <a:avLst/>
          </a:prstGeom>
          <a:solidFill xmlns:a="http://schemas.openxmlformats.org/drawingml/2006/main">
            <a:srgbClr val="AEA8A2"/>
          </a:solidFill>
        </p:spPr>
        <p:txBody>
          <a:bodyPr xmlns:a="http://schemas.openxmlformats.org/drawingml/2006/main"/>
          <a:lstStyle xmlns:a="http://schemas.openxmlformats.org/drawingml/2006/main"/>
          <a:p xmlns:a="http://schemas.openxmlformats.org/drawingml/2006/main">
            <a:r>
              <a:t>Click icon to add picture</a:t>
            </a:r>
          </a:p>
        </p:txBody>
      </p:sp>
      <p:sp>
        <p:nvSpPr>
          <p:cNvPr id="11" name="Date Placeholder 10">
            <a:extLst xmlns:a="http://schemas.openxmlformats.org/drawingml/2006/main">
              <a:ext uri="{FF2B5EF4-FFF2-40B4-BE49-F238E27FC236}">
                <a16:creationId xmlns:a16="http://schemas.microsoft.com/office/drawing/2014/main" id="{8C76787E-C613-2BD9-88DD-A8CA6315C187}"/>
              </a:ext>
            </a:extLst>
          </p:cNvPr>
          <p:cNvSpPr>
            <a:spLocks xmlns:a="http://schemas.openxmlformats.org/drawingml/2006/main" noGrp="1"/>
          </p:cNvSpPr>
          <p:nvPr>
            <p:ph type="dt" idx="19"/>
          </p:nvPr>
        </p:nvSpPr>
        <p:spPr/>
        <p:txBody>
          <a:bodyPr xmlns:a="http://schemas.openxmlformats.org/drawingml/2006/main"/>
          <a:lstStyle xmlns:a="http://schemas.openxmlformats.org/drawingml/2006/main"/>
          <a:p xmlns:a="http://schemas.openxmlformats.org/drawingml/2006/main">
            <a:r>
              <a:t>[Date]</a:t>
            </a:r>
          </a:p>
        </p:txBody>
      </p:sp>
      <p:sp>
        <p:nvSpPr>
          <p:cNvPr id="12" name="Footer Placeholder 11">
            <a:extLst xmlns:a="http://schemas.openxmlformats.org/drawingml/2006/main">
              <a:ext uri="{FF2B5EF4-FFF2-40B4-BE49-F238E27FC236}">
                <a16:creationId xmlns:a16="http://schemas.microsoft.com/office/drawing/2014/main" id="{D8D7FE89-A06E-CEB5-086C-97A9CB0354A7}"/>
              </a:ext>
            </a:extLst>
          </p:cNvPr>
          <p:cNvSpPr>
            <a:spLocks xmlns:a="http://schemas.openxmlformats.org/drawingml/2006/main" noGrp="1"/>
          </p:cNvSpPr>
          <p:nvPr>
            <p:ph type="ftr" idx="20"/>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13" name="Slide Number Placeholder 12">
            <a:extLst xmlns:a="http://schemas.openxmlformats.org/drawingml/2006/main">
              <a:ext uri="{FF2B5EF4-FFF2-40B4-BE49-F238E27FC236}">
                <a16:creationId xmlns:a16="http://schemas.microsoft.com/office/drawing/2014/main" id="{45632AB0-FCFB-849A-5527-BD4D484701A5}"/>
              </a:ext>
            </a:extLst>
          </p:cNvPr>
          <p:cNvSpPr>
            <a:spLocks xmlns:a="http://schemas.openxmlformats.org/drawingml/2006/main" noGrp="1"/>
          </p:cNvSpPr>
          <p:nvPr>
            <p:ph type="sldNum" idx="21"/>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76.xml><?xml version="1.0" encoding="utf-8"?>
<p:sldLayout xmlns:p="http://schemas.openxmlformats.org/presentationml/2006/main" preserve="1" userDrawn="1">
  <p:cSld name="Dark - Title, Content and 1/3 Photo">
    <p:bg>
      <p:bgRef idx="1001">
        <a:schemeClr xmlns:a="http://schemas.openxmlformats.org/drawingml/2006/main" val="bg2"/>
      </p:bgRef>
    </p:bg>
    <p:spTree>
      <p:nvGrpSpPr>
        <p:cNvPr id="1" name=""/>
        <p:cNvGrpSpPr/>
        <p:nvPr/>
      </p:nvGrpSpPr>
      <p:grpSpPr>
        <a:xfrm xmlns:a="http://schemas.openxmlformats.org/drawingml/2006/main"/>
      </p:grpSpPr>
      <p:sp>
        <p:nvSpPr>
          <p:cNvPr id="3" name="Title 2">
            <a:extLst xmlns:a="http://schemas.openxmlformats.org/drawingml/2006/main">
              <a:ext uri="{FF2B5EF4-FFF2-40B4-BE49-F238E27FC236}">
                <a16:creationId xmlns:a16="http://schemas.microsoft.com/office/drawing/2014/main" id="{B1F59826-0B3C-4973-B5FA-B18F68758F38}"/>
              </a:ext>
            </a:extLst>
          </p:cNvPr>
          <p:cNvSpPr>
            <a:spLocks xmlns:a="http://schemas.openxmlformats.org/drawingml/2006/main" noGrp="1"/>
          </p:cNvSpPr>
          <p:nvPr>
            <p:ph type="title" idx="0" hasCustomPrompt="1"/>
          </p:nvPr>
        </p:nvSpPr>
        <p:spPr>
          <a:xfrm xmlns:a="http://schemas.openxmlformats.org/drawingml/2006/main">
            <a:off x="768875" y="182403"/>
            <a:ext cx="6790149" cy="822960"/>
          </a:xfrm>
        </p:spPr>
        <p:txBody>
          <a:bodyPr xmlns:a="http://schemas.openxmlformats.org/drawingml/2006/main"/>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r>
              <a:t>Title</a:t>
            </a:r>
          </a:p>
        </p:txBody>
      </p:sp>
      <p:sp>
        <p:nvSpPr>
          <p:cNvPr id="4" name="Content">
            <a:extLst xmlns:a="http://schemas.openxmlformats.org/drawingml/2006/main">
              <a:ext uri="{FF2B5EF4-FFF2-40B4-BE49-F238E27FC236}">
                <a16:creationId xmlns:a16="http://schemas.microsoft.com/office/drawing/2014/main" id="{FA05E257-5557-514A-2025-3EF63D1140D3}"/>
              </a:ext>
            </a:extLst>
          </p:cNvPr>
          <p:cNvSpPr>
            <a:spLocks xmlns:a="http://schemas.openxmlformats.org/drawingml/2006/main" noGrp="1"/>
          </p:cNvSpPr>
          <p:nvPr>
            <p:ph idx="14"/>
          </p:nvPr>
        </p:nvSpPr>
        <p:spPr>
          <a:xfrm xmlns:a="http://schemas.openxmlformats.org/drawingml/2006/main">
            <a:off x="766762" y="1600199"/>
            <a:ext cx="6792262" cy="4507992"/>
          </a:xfrm>
        </p:spPr>
        <p:txBody>
          <a:bodyPr xmlns:a="http://schemas.openxmlformats.org/drawingml/2006/main"/>
          <a:lstStyle xmlns:a="http://schemas.openxmlformats.org/drawingml/2006/main">
            <a:lvl1pPr>
              <a:lnSpc>
                <a:spcPct val="100000"/>
              </a:lnSpc>
              <a:buNone/>
              <a:defRPr sz="1600" b="0" i="0">
                <a:latin typeface="Oracle Sans Tab"/>
                <a:ea typeface="Oracle Sans Tab"/>
                <a:cs typeface="Oracle Sans Tab"/>
              </a:defRPr>
            </a:lvl1pPr>
            <a:lvl2pPr>
              <a:lnSpc>
                <a:spcPct val="100000"/>
              </a:lnSpc>
              <a:buNone/>
              <a:defRPr sz="1600" b="0" i="0">
                <a:latin typeface="Oracle Sans Tab"/>
                <a:ea typeface="Oracle Sans Tab"/>
                <a:cs typeface="Oracle Sans Tab"/>
              </a:defRPr>
            </a:lvl2pPr>
            <a:lvl3pPr marL="547688" indent="-182563">
              <a:lnSpc>
                <a:spcPct val="100000"/>
              </a:lnSpc>
              <a:buChar char="-"/>
              <a:defRPr sz="1600" b="0" i="0">
                <a:latin typeface="Oracle Sans Tab"/>
                <a:ea typeface="Oracle Sans Tab"/>
                <a:cs typeface="Oracle Sans Tab"/>
              </a:defRPr>
            </a:lvl3pPr>
            <a:lvl4pPr>
              <a:lnSpc>
                <a:spcPct val="100000"/>
              </a:lnSpc>
              <a:buNone/>
              <a:defRPr sz="1600" b="0" i="0">
                <a:latin typeface="Oracle Sans Tab"/>
                <a:ea typeface="Oracle Sans Tab"/>
                <a:cs typeface="Oracle Sans Tab"/>
              </a:defRPr>
            </a:lvl4pPr>
            <a:lvl5pPr marL="914400" indent="-182880">
              <a:lnSpc>
                <a:spcPct val="100000"/>
              </a:lnSpc>
              <a:buChar char="-"/>
              <a:defRPr sz="1600" b="0" i="0">
                <a:latin typeface="Oracle Sans Tab"/>
                <a:ea typeface="Oracle Sans Tab"/>
                <a:cs typeface="Oracle Sans Tab"/>
              </a:defRPr>
            </a:lvl5pPr>
          </a:lstStyle>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sp>
        <p:nvSpPr>
          <p:cNvPr id="10" name="Picture Placeholder 9">
            <a:extLst xmlns:a="http://schemas.openxmlformats.org/drawingml/2006/main">
              <a:ext uri="{FF2B5EF4-FFF2-40B4-BE49-F238E27FC236}">
                <a16:creationId xmlns:a16="http://schemas.microsoft.com/office/drawing/2014/main" id="{22033CC1-6A5D-D20A-D1C7-358398AE8124}"/>
              </a:ext>
            </a:extLst>
          </p:cNvPr>
          <p:cNvSpPr>
            <a:spLocks xmlns:a="http://schemas.openxmlformats.org/drawingml/2006/main" noGrp="1"/>
          </p:cNvSpPr>
          <p:nvPr>
            <p:ph type="pic" idx="18" hasCustomPrompt="1"/>
          </p:nvPr>
        </p:nvSpPr>
        <p:spPr>
          <a:xfrm xmlns:a="http://schemas.openxmlformats.org/drawingml/2006/main">
            <a:off x="8132064" y="0"/>
            <a:ext cx="4059936" cy="6858000"/>
          </a:xfrm>
          <a:prstGeom xmlns:a="http://schemas.openxmlformats.org/drawingml/2006/main" prst="rect">
            <a:avLst/>
          </a:prstGeom>
          <a:solidFill xmlns:a="http://schemas.openxmlformats.org/drawingml/2006/main">
            <a:srgbClr val="AEA8A2"/>
          </a:solidFill>
        </p:spPr>
        <p:txBody>
          <a:bodyPr xmlns:a="http://schemas.openxmlformats.org/drawingml/2006/main"/>
          <a:lstStyle xmlns:a="http://schemas.openxmlformats.org/drawingml/2006/main">
            <a:lvl1pPr algn="ctr">
              <a:buNone/>
              <a:defRPr b="0" i="0">
                <a:latin typeface="Oracle Sans Tab"/>
                <a:ea typeface="Oracle Sans Tab"/>
                <a:cs typeface="Oracle Sans Tab"/>
              </a:defRPr>
            </a:lvl1pPr>
          </a:lstStyle>
          <a:p xmlns:a="http://schemas.openxmlformats.org/drawingml/2006/main">
            <a:pPr marL="0" indent="0" algn="l">
              <a:lnSpc>
                <a:spcPct val="95000"/>
              </a:lnSpc>
              <a:spcBef>
                <a:spcPts val="600"/>
              </a:spcBef>
              <a:spcAft>
                <a:spcPts val="0"/>
              </a:spcAft>
              <a:buNone/>
            </a:pPr>
            <a:r>
              <a:t>Click to add photo or illustration</a:t>
            </a:r>
          </a:p>
        </p:txBody>
      </p:sp>
      <p:sp>
        <p:nvSpPr>
          <p:cNvPr id="6" name="Date Placeholder 5">
            <a:extLst xmlns:a="http://schemas.openxmlformats.org/drawingml/2006/main">
              <a:ext uri="{FF2B5EF4-FFF2-40B4-BE49-F238E27FC236}">
                <a16:creationId xmlns:a16="http://schemas.microsoft.com/office/drawing/2014/main" id="{63510C4E-799B-50B7-8871-A58D5456BE7D}"/>
              </a:ext>
            </a:extLst>
          </p:cNvPr>
          <p:cNvSpPr>
            <a:spLocks xmlns:a="http://schemas.openxmlformats.org/drawingml/2006/main" noGrp="1"/>
          </p:cNvSpPr>
          <p:nvPr>
            <p:ph type="dt" idx="19"/>
          </p:nvPr>
        </p:nvSpPr>
        <p:spPr/>
        <p:txBody>
          <a:bodyPr xmlns:a="http://schemas.openxmlformats.org/drawingml/2006/main"/>
          <a:lstStyle xmlns:a="http://schemas.openxmlformats.org/drawingml/2006/main"/>
          <a:p xmlns:a="http://schemas.openxmlformats.org/drawingml/2006/main">
            <a:r>
              <a:t>[Date]</a:t>
            </a:r>
          </a:p>
        </p:txBody>
      </p:sp>
      <p:sp>
        <p:nvSpPr>
          <p:cNvPr id="8" name="Footer Placeholder 7">
            <a:extLst xmlns:a="http://schemas.openxmlformats.org/drawingml/2006/main">
              <a:ext uri="{FF2B5EF4-FFF2-40B4-BE49-F238E27FC236}">
                <a16:creationId xmlns:a16="http://schemas.microsoft.com/office/drawing/2014/main" id="{BBC96409-3286-A8BB-7CC1-C92DC833E04F}"/>
              </a:ext>
            </a:extLst>
          </p:cNvPr>
          <p:cNvSpPr>
            <a:spLocks xmlns:a="http://schemas.openxmlformats.org/drawingml/2006/main" noGrp="1"/>
          </p:cNvSpPr>
          <p:nvPr>
            <p:ph type="ftr" idx="20"/>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9" name="Slide Number Placeholder 8">
            <a:extLst xmlns:a="http://schemas.openxmlformats.org/drawingml/2006/main">
              <a:ext uri="{FF2B5EF4-FFF2-40B4-BE49-F238E27FC236}">
                <a16:creationId xmlns:a16="http://schemas.microsoft.com/office/drawing/2014/main" id="{0FB4D600-63AC-086C-2A13-8AA3569BB818}"/>
              </a:ext>
            </a:extLst>
          </p:cNvPr>
          <p:cNvSpPr>
            <a:spLocks xmlns:a="http://schemas.openxmlformats.org/drawingml/2006/main" noGrp="1"/>
          </p:cNvSpPr>
          <p:nvPr>
            <p:ph type="sldNum" idx="21"/>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77.xml><?xml version="1.0" encoding="utf-8"?>
<p:sldLayout xmlns:p="http://schemas.openxmlformats.org/presentationml/2006/main" preserve="1" userDrawn="1">
  <p:cSld name="Light - Quote with Picture">
    <p:bg>
      <p:bgRef idx="1001">
        <a:schemeClr xmlns:a="http://schemas.openxmlformats.org/drawingml/2006/main" val="bg2"/>
      </p:bgRef>
    </p:bg>
    <p:spTree>
      <p:nvGrpSpPr>
        <p:cNvPr id="1" name=""/>
        <p:cNvGrpSpPr/>
        <p:nvPr/>
      </p:nvGrpSpPr>
      <p:grpSpPr>
        <a:xfrm xmlns:a="http://schemas.openxmlformats.org/drawingml/2006/main"/>
      </p:grpSpPr>
      <p:sp>
        <p:nvSpPr>
          <p:cNvPr id="3" name="Quote">
            <a:extLst xmlns:a="http://schemas.openxmlformats.org/drawingml/2006/main">
              <a:ext uri="{FF2B5EF4-FFF2-40B4-BE49-F238E27FC236}">
                <a16:creationId xmlns:a16="http://schemas.microsoft.com/office/drawing/2014/main" id="{A13E52A3-3B72-407D-BD94-ADB27B9FCE9C}"/>
              </a:ext>
            </a:extLst>
          </p:cNvPr>
          <p:cNvSpPr>
            <a:spLocks xmlns:a="http://schemas.openxmlformats.org/drawingml/2006/main" noGrp="1"/>
          </p:cNvSpPr>
          <p:nvPr>
            <p:ph type="title" idx="0" hasCustomPrompt="1"/>
          </p:nvPr>
        </p:nvSpPr>
        <p:spPr>
          <a:xfrm xmlns:a="http://schemas.openxmlformats.org/drawingml/2006/main">
            <a:off x="5220586" y="2896192"/>
            <a:ext cx="6219354" cy="1384995"/>
          </a:xfrm>
          <a:prstGeom xmlns:a="http://schemas.openxmlformats.org/drawingml/2006/main" prst="rect">
            <a:avLst/>
          </a:prstGeom>
          <a:noFill xmlns:a="http://schemas.openxmlformats.org/drawingml/2006/main"/>
        </p:spPr>
        <p:txBody>
          <a:bodyPr xmlns:a="http://schemas.openxmlformats.org/drawingml/2006/main" vert="horz" wrap="square" lIns="0" tIns="0" rIns="0" bIns="0" anchor="b">
            <a:spAutoFit/>
          </a:bodyPr>
          <a:lstStyle xmlns:a="http://schemas.openxmlformats.org/drawingml/2006/main">
            <a:lvl1pPr marL="179388" indent="-179388">
              <a:lnSpc>
                <a:spcPct val="100000"/>
              </a:lnSpc>
              <a:buNone/>
              <a:defRPr sz="3000" b="0" i="0">
                <a:latin typeface="+mj-lt"/>
                <a:ea typeface="+mj-lt"/>
                <a:cs typeface="+mj-lt"/>
              </a:defRPr>
            </a:lvl1pPr>
          </a:lstStyle>
          <a:p xmlns:a="http://schemas.openxmlformats.org/drawingml/2006/main">
            <a:pPr>
              <a:buNone/>
            </a:pPr>
            <a:r>
              <a:t>“Click to type customer or</a:t>
            </a:r>
            <a:br/>
            <a:r>
              <a:t>partner quote surrounded</a:t>
            </a:r>
            <a:br/>
            <a:r>
              <a:t>by quotation marks.”</a:t>
            </a:r>
          </a:p>
        </p:txBody>
      </p:sp>
      <p:sp>
        <p:nvSpPr>
          <p:cNvPr id="13" name="Text Field">
            <a:extLst xmlns:a="http://schemas.openxmlformats.org/drawingml/2006/main">
              <a:ext uri="{FF2B5EF4-FFF2-40B4-BE49-F238E27FC236}">
                <a16:creationId xmlns:a16="http://schemas.microsoft.com/office/drawing/2014/main" id="{04A571F4-71E4-264A-BBD5-0475995E681B}"/>
              </a:ext>
            </a:extLst>
          </p:cNvPr>
          <p:cNvSpPr>
            <a:spLocks xmlns:a="http://schemas.openxmlformats.org/drawingml/2006/main" noGrp="1"/>
          </p:cNvSpPr>
          <p:nvPr>
            <p:ph type="body" idx="37" hasCustomPrompt="1"/>
          </p:nvPr>
        </p:nvSpPr>
        <p:spPr>
          <a:xfrm xmlns:a="http://schemas.openxmlformats.org/drawingml/2006/main">
            <a:off x="5372844" y="4983135"/>
            <a:ext cx="6054629" cy="266291"/>
          </a:xfrm>
          <a:prstGeom xmlns:a="http://schemas.openxmlformats.org/drawingml/2006/main" prst="rect">
            <a:avLst/>
          </a:prstGeom>
        </p:spPr>
        <p:txBody>
          <a:bodyPr xmlns:a="http://schemas.openxmlformats.org/drawingml/2006/main">
            <a:noAutofit/>
          </a:bodyPr>
          <a:lstStyle xmlns:a="http://schemas.openxmlformats.org/drawingml/2006/main">
            <a:lvl1pPr>
              <a:lnSpc>
                <a:spcPct val="100000"/>
              </a:lnSpc>
              <a:buNone/>
              <a:defRPr b="1"/>
            </a:lvl1pPr>
          </a:lstStyle>
          <a:p xmlns:a="http://schemas.openxmlformats.org/drawingml/2006/main">
            <a:pPr>
              <a:buNone/>
            </a:pPr>
            <a:r>
              <a:t>Name of person quoted</a:t>
            </a:r>
          </a:p>
        </p:txBody>
      </p:sp>
      <p:sp>
        <p:nvSpPr>
          <p:cNvPr id="11" name="Text Field 2">
            <a:extLst xmlns:a="http://schemas.openxmlformats.org/drawingml/2006/main">
              <a:ext uri="{FF2B5EF4-FFF2-40B4-BE49-F238E27FC236}">
                <a16:creationId xmlns:a16="http://schemas.microsoft.com/office/drawing/2014/main" id="{CBFB97F9-F988-C34C-8B6D-BB4A4D881736}"/>
              </a:ext>
            </a:extLst>
          </p:cNvPr>
          <p:cNvSpPr>
            <a:spLocks xmlns:a="http://schemas.openxmlformats.org/drawingml/2006/main" noGrp="1"/>
          </p:cNvSpPr>
          <p:nvPr>
            <p:ph type="body" idx="36" hasCustomPrompt="1"/>
          </p:nvPr>
        </p:nvSpPr>
        <p:spPr>
          <a:xfrm xmlns:a="http://schemas.openxmlformats.org/drawingml/2006/main">
            <a:off x="5372844" y="5320728"/>
            <a:ext cx="6054629" cy="786385"/>
          </a:xfrm>
          <a:prstGeom xmlns:a="http://schemas.openxmlformats.org/drawingml/2006/main" prst="rect">
            <a:avLst/>
          </a:prstGeom>
        </p:spPr>
        <p:txBody>
          <a:bodyPr xmlns:a="http://schemas.openxmlformats.org/drawingml/2006/main">
            <a:noAutofit/>
          </a:bodyPr>
          <a:lstStyle xmlns:a="http://schemas.openxmlformats.org/drawingml/2006/main">
            <a:lvl1pPr>
              <a:lnSpc>
                <a:spcPct val="100000"/>
              </a:lnSpc>
              <a:buNone/>
              <a:defRPr sz="1600" b="0" i="0">
                <a:latin typeface="Oracle Sans Tab"/>
                <a:ea typeface="Oracle Sans Tab"/>
                <a:cs typeface="Oracle Sans Tab"/>
              </a:defRPr>
            </a:lvl1pPr>
          </a:lstStyle>
          <a:p xmlns:a="http://schemas.openxmlformats.org/drawingml/2006/main">
            <a:pPr>
              <a:buNone/>
            </a:pPr>
            <a:r>
              <a:t>Additional information if needed</a:t>
            </a:r>
          </a:p>
        </p:txBody>
      </p:sp>
      <p:sp>
        <p:nvSpPr>
          <p:cNvPr id="2" name="Content Placeholder 2">
            <a:extLst xmlns:a="http://schemas.openxmlformats.org/drawingml/2006/main">
              <a:ext uri="{FF2B5EF4-FFF2-40B4-BE49-F238E27FC236}">
                <a16:creationId xmlns:a16="http://schemas.microsoft.com/office/drawing/2014/main" id="{6190524B-9853-A3B5-6016-2D547D457D4C}"/>
              </a:ext>
            </a:extLst>
          </p:cNvPr>
          <p:cNvSpPr>
            <a:spLocks xmlns:a="http://schemas.openxmlformats.org/drawingml/2006/main" noGrp="1"/>
          </p:cNvSpPr>
          <p:nvPr>
            <p:ph idx="47" hasCustomPrompt="1"/>
          </p:nvPr>
        </p:nvSpPr>
        <p:spPr>
          <a:xfrm xmlns:a="http://schemas.openxmlformats.org/drawingml/2006/main">
            <a:off x="5372844" y="1203405"/>
            <a:ext cx="2447584" cy="673743"/>
          </a:xfrm>
        </p:spPr>
        <p:txBody>
          <a:bodyPr xmlns:a="http://schemas.openxmlformats.org/drawingml/2006/main"/>
          <a:lstStyle xmlns:a="http://schemas.openxmlformats.org/drawingml/2006/main">
            <a:lvl5pPr marL="731520" indent="0">
              <a:buNone/>
              <a:defRPr/>
            </a:lvl5pPr>
          </a:lstStyle>
          <a:p xmlns:a="http://schemas.openxmlformats.org/drawingml/2006/main">
            <a:pPr>
              <a:buNone/>
            </a:pPr>
            <a:r>
              <a:t>Click to add logo</a:t>
            </a:r>
          </a:p>
        </p:txBody>
      </p:sp>
      <p:sp>
        <p:nvSpPr>
          <p:cNvPr id="7" name="Picture Placeholder 6">
            <a:extLst xmlns:a="http://schemas.openxmlformats.org/drawingml/2006/main">
              <a:ext uri="{FF2B5EF4-FFF2-40B4-BE49-F238E27FC236}">
                <a16:creationId xmlns:a16="http://schemas.microsoft.com/office/drawing/2014/main" id="{6145069B-D056-45AF-BC91-ABDBFD0C3D17}"/>
              </a:ext>
            </a:extLst>
          </p:cNvPr>
          <p:cNvSpPr>
            <a:spLocks xmlns:a="http://schemas.openxmlformats.org/drawingml/2006/main" noGrp="1"/>
          </p:cNvSpPr>
          <p:nvPr>
            <p:ph type="pic" idx="42" hasCustomPrompt="1"/>
          </p:nvPr>
        </p:nvSpPr>
        <p:spPr>
          <a:xfrm xmlns:a="http://schemas.openxmlformats.org/drawingml/2006/main">
            <a:off x="0" y="-2"/>
            <a:ext cx="4876800" cy="6858000"/>
          </a:xfrm>
        </p:spPr>
        <p:txBody>
          <a:bodyPr xmlns:a="http://schemas.openxmlformats.org/drawingml/2006/main" anchor="ctr"/>
          <a:lstStyle xmlns:a="http://schemas.openxmlformats.org/drawingml/2006/main">
            <a:lvl1pPr>
              <a:buNone/>
              <a:defRPr b="0" i="0">
                <a:latin typeface="Oracle Sans Tab"/>
                <a:ea typeface="Oracle Sans Tab"/>
                <a:cs typeface="Oracle Sans Tab"/>
              </a:defRPr>
            </a:lvl1pPr>
          </a:lstStyle>
          <a:p xmlns:a="http://schemas.openxmlformats.org/drawingml/2006/main">
            <a:pPr marL="0" indent="0" algn="l">
              <a:lnSpc>
                <a:spcPct val="95000"/>
              </a:lnSpc>
              <a:spcBef>
                <a:spcPts val="600"/>
              </a:spcBef>
              <a:spcAft>
                <a:spcPts val="0"/>
              </a:spcAft>
              <a:buNone/>
            </a:pPr>
            <a:r>
              <a:t>Click to add photo or illustration</a:t>
            </a:r>
          </a:p>
          <a:p xmlns:a="http://schemas.openxmlformats.org/drawingml/2006/main">
            <a:pPr marL="0" indent="0" algn="l">
              <a:lnSpc>
                <a:spcPct val="95000"/>
              </a:lnSpc>
              <a:spcBef>
                <a:spcPts val="600"/>
              </a:spcBef>
              <a:spcAft>
                <a:spcPts val="0"/>
              </a:spcAft>
              <a:buNone/>
            </a:pPr>
          </a:p>
          <a:p xmlns:a="http://schemas.openxmlformats.org/drawingml/2006/main">
            <a:pPr marL="0" indent="0" algn="l">
              <a:lnSpc>
                <a:spcPct val="95000"/>
              </a:lnSpc>
              <a:spcBef>
                <a:spcPts val="600"/>
              </a:spcBef>
              <a:spcAft>
                <a:spcPts val="0"/>
              </a:spcAft>
              <a:buNone/>
            </a:pPr>
          </a:p>
        </p:txBody>
      </p:sp>
      <p:sp>
        <p:nvSpPr>
          <p:cNvPr id="4" name="Accent mark">
            <a:extLst xmlns:a="http://schemas.openxmlformats.org/drawingml/2006/main">
              <a:ext uri="{FF2B5EF4-FFF2-40B4-BE49-F238E27FC236}">
                <a16:creationId xmlns:a16="http://schemas.microsoft.com/office/drawing/2014/main" id="{9693ED60-0244-537F-7CCC-D2E56AF0B93F}"/>
              </a:ext>
            </a:extLst>
          </p:cNvPr>
          <p:cNvSpPr>
            <a:spLocks xmlns:a="http://schemas.openxmlformats.org/drawingml/2006/main" noGrp="1"/>
          </p:cNvSpPr>
          <p:nvPr/>
        </p:nvSpPr>
        <p:spPr>
          <a:xfrm xmlns:a="http://schemas.openxmlformats.org/drawingml/2006/main">
            <a:off x="5372844" y="4638587"/>
            <a:ext cx="365760" cy="36576"/>
          </a:xfrm>
          <a:prstGeom xmlns:a="http://schemas.openxmlformats.org/drawingml/2006/main" prst="rect">
            <a:avLst/>
          </a:prstGeom>
          <a:solidFill xmlns:a="http://schemas.openxmlformats.org/drawingml/2006/main">
            <a:srgbClr val="C74634"/>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4" name="Date Placeholder 13">
            <a:extLst xmlns:a="http://schemas.openxmlformats.org/drawingml/2006/main">
              <a:ext uri="{FF2B5EF4-FFF2-40B4-BE49-F238E27FC236}">
                <a16:creationId xmlns:a16="http://schemas.microsoft.com/office/drawing/2014/main" id="{41254133-AAEA-0F1F-837B-EE4677740022}"/>
              </a:ext>
            </a:extLst>
          </p:cNvPr>
          <p:cNvSpPr>
            <a:spLocks xmlns:a="http://schemas.openxmlformats.org/drawingml/2006/main" noGrp="1"/>
          </p:cNvSpPr>
          <p:nvPr>
            <p:ph type="dt" idx="48"/>
          </p:nvPr>
        </p:nvSpPr>
        <p:spPr/>
        <p:txBody>
          <a:bodyPr xmlns:a="http://schemas.openxmlformats.org/drawingml/2006/main"/>
          <a:lstStyle xmlns:a="http://schemas.openxmlformats.org/drawingml/2006/main"/>
          <a:p xmlns:a="http://schemas.openxmlformats.org/drawingml/2006/main">
            <a:r>
              <a:t>[Date]</a:t>
            </a:r>
          </a:p>
        </p:txBody>
      </p:sp>
      <p:sp>
        <p:nvSpPr>
          <p:cNvPr id="15" name="Footer Placeholder 14">
            <a:extLst xmlns:a="http://schemas.openxmlformats.org/drawingml/2006/main">
              <a:ext uri="{FF2B5EF4-FFF2-40B4-BE49-F238E27FC236}">
                <a16:creationId xmlns:a16="http://schemas.microsoft.com/office/drawing/2014/main" id="{FE618166-6E40-F2C6-32B1-2E947C2B4F09}"/>
              </a:ext>
            </a:extLst>
          </p:cNvPr>
          <p:cNvSpPr>
            <a:spLocks xmlns:a="http://schemas.openxmlformats.org/drawingml/2006/main" noGrp="1"/>
          </p:cNvSpPr>
          <p:nvPr>
            <p:ph type="ftr" idx="49"/>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16" name="Slide Number Placeholder 15">
            <a:extLst xmlns:a="http://schemas.openxmlformats.org/drawingml/2006/main">
              <a:ext uri="{FF2B5EF4-FFF2-40B4-BE49-F238E27FC236}">
                <a16:creationId xmlns:a16="http://schemas.microsoft.com/office/drawing/2014/main" id="{1902599C-BF13-6D74-31FA-3419E83BE3F9}"/>
              </a:ext>
            </a:extLst>
          </p:cNvPr>
          <p:cNvSpPr>
            <a:spLocks xmlns:a="http://schemas.openxmlformats.org/drawingml/2006/main" noGrp="1"/>
          </p:cNvSpPr>
          <p:nvPr>
            <p:ph type="sldNum" idx="50"/>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78.xml><?xml version="1.0" encoding="utf-8"?>
<p:sldLayout xmlns:p="http://schemas.openxmlformats.org/presentationml/2006/main" preserve="1" userDrawn="1">
  <p:cSld name="Dark - Quote with Picture">
    <p:bg>
      <p:bgRef idx="1001">
        <a:schemeClr xmlns:a="http://schemas.openxmlformats.org/drawingml/2006/main" val="bg2"/>
      </p:bgRef>
    </p:bg>
    <p:spTree>
      <p:nvGrpSpPr>
        <p:cNvPr id="1" name=""/>
        <p:cNvGrpSpPr/>
        <p:nvPr/>
      </p:nvGrpSpPr>
      <p:grpSpPr>
        <a:xfrm xmlns:a="http://schemas.openxmlformats.org/drawingml/2006/main"/>
      </p:grpSpPr>
      <p:sp>
        <p:nvSpPr>
          <p:cNvPr id="10" name="Quote">
            <a:extLst xmlns:a="http://schemas.openxmlformats.org/drawingml/2006/main">
              <a:ext uri="{FF2B5EF4-FFF2-40B4-BE49-F238E27FC236}">
                <a16:creationId xmlns:a16="http://schemas.microsoft.com/office/drawing/2014/main" id="{04AE5B2A-AF85-83D6-EC24-EFCB6E567112}"/>
              </a:ext>
            </a:extLst>
          </p:cNvPr>
          <p:cNvSpPr>
            <a:spLocks xmlns:a="http://schemas.openxmlformats.org/drawingml/2006/main" noGrp="1"/>
          </p:cNvSpPr>
          <p:nvPr>
            <p:ph type="title" idx="0" hasCustomPrompt="1"/>
          </p:nvPr>
        </p:nvSpPr>
        <p:spPr>
          <a:xfrm xmlns:a="http://schemas.openxmlformats.org/drawingml/2006/main">
            <a:off x="5220586" y="2896192"/>
            <a:ext cx="6219354" cy="1384995"/>
          </a:xfrm>
          <a:prstGeom xmlns:a="http://schemas.openxmlformats.org/drawingml/2006/main" prst="rect">
            <a:avLst/>
          </a:prstGeom>
          <a:noFill xmlns:a="http://schemas.openxmlformats.org/drawingml/2006/main"/>
        </p:spPr>
        <p:txBody>
          <a:bodyPr xmlns:a="http://schemas.openxmlformats.org/drawingml/2006/main" vert="horz" wrap="square" lIns="0" tIns="0" rIns="0" bIns="0" anchor="b">
            <a:spAutoFit/>
          </a:bodyPr>
          <a:lstStyle xmlns:a="http://schemas.openxmlformats.org/drawingml/2006/main">
            <a:lvl1pPr marL="179388" indent="-179388">
              <a:lnSpc>
                <a:spcPct val="100000"/>
              </a:lnSpc>
              <a:buNone/>
              <a:defRPr sz="3000" b="0" i="0">
                <a:latin typeface="+mj-lt"/>
                <a:ea typeface="+mj-lt"/>
                <a:cs typeface="+mj-lt"/>
              </a:defRPr>
            </a:lvl1pPr>
          </a:lstStyle>
          <a:p xmlns:a="http://schemas.openxmlformats.org/drawingml/2006/main">
            <a:pPr>
              <a:buNone/>
            </a:pPr>
            <a:r>
              <a:t>“Click to type customer or</a:t>
            </a:r>
            <a:br/>
            <a:r>
              <a:t>partner quote surrounded</a:t>
            </a:r>
            <a:br/>
            <a:r>
              <a:t>by quotation marks.”</a:t>
            </a:r>
          </a:p>
        </p:txBody>
      </p:sp>
      <p:sp>
        <p:nvSpPr>
          <p:cNvPr id="13" name="Text Field">
            <a:extLst xmlns:a="http://schemas.openxmlformats.org/drawingml/2006/main">
              <a:ext uri="{FF2B5EF4-FFF2-40B4-BE49-F238E27FC236}">
                <a16:creationId xmlns:a16="http://schemas.microsoft.com/office/drawing/2014/main" id="{04A571F4-71E4-264A-BBD5-0475995E681B}"/>
              </a:ext>
            </a:extLst>
          </p:cNvPr>
          <p:cNvSpPr>
            <a:spLocks xmlns:a="http://schemas.openxmlformats.org/drawingml/2006/main" noGrp="1"/>
          </p:cNvSpPr>
          <p:nvPr>
            <p:ph type="body" idx="37" hasCustomPrompt="1"/>
          </p:nvPr>
        </p:nvSpPr>
        <p:spPr>
          <a:xfrm xmlns:a="http://schemas.openxmlformats.org/drawingml/2006/main">
            <a:off x="5385816" y="4983135"/>
            <a:ext cx="6051272" cy="266291"/>
          </a:xfrm>
          <a:prstGeom xmlns:a="http://schemas.openxmlformats.org/drawingml/2006/main" prst="rect">
            <a:avLst/>
          </a:prstGeom>
        </p:spPr>
        <p:txBody>
          <a:bodyPr xmlns:a="http://schemas.openxmlformats.org/drawingml/2006/main">
            <a:noAutofit/>
          </a:bodyPr>
          <a:lstStyle xmlns:a="http://schemas.openxmlformats.org/drawingml/2006/main">
            <a:lvl1pPr>
              <a:lnSpc>
                <a:spcPct val="100000"/>
              </a:lnSpc>
              <a:buNone/>
              <a:defRPr b="1"/>
            </a:lvl1pPr>
          </a:lstStyle>
          <a:p xmlns:a="http://schemas.openxmlformats.org/drawingml/2006/main">
            <a:pPr>
              <a:buNone/>
            </a:pPr>
            <a:r>
              <a:t>Name of person quoted</a:t>
            </a:r>
          </a:p>
        </p:txBody>
      </p:sp>
      <p:sp>
        <p:nvSpPr>
          <p:cNvPr id="11" name="Text Field 2">
            <a:extLst xmlns:a="http://schemas.openxmlformats.org/drawingml/2006/main">
              <a:ext uri="{FF2B5EF4-FFF2-40B4-BE49-F238E27FC236}">
                <a16:creationId xmlns:a16="http://schemas.microsoft.com/office/drawing/2014/main" id="{CBFB97F9-F988-C34C-8B6D-BB4A4D881736}"/>
              </a:ext>
            </a:extLst>
          </p:cNvPr>
          <p:cNvSpPr>
            <a:spLocks xmlns:a="http://schemas.openxmlformats.org/drawingml/2006/main" noGrp="1"/>
          </p:cNvSpPr>
          <p:nvPr>
            <p:ph type="body" idx="36" hasCustomPrompt="1"/>
          </p:nvPr>
        </p:nvSpPr>
        <p:spPr>
          <a:xfrm xmlns:a="http://schemas.openxmlformats.org/drawingml/2006/main">
            <a:off x="5385816" y="5320728"/>
            <a:ext cx="6051272" cy="786385"/>
          </a:xfrm>
          <a:prstGeom xmlns:a="http://schemas.openxmlformats.org/drawingml/2006/main" prst="rect">
            <a:avLst/>
          </a:prstGeom>
        </p:spPr>
        <p:txBody>
          <a:bodyPr xmlns:a="http://schemas.openxmlformats.org/drawingml/2006/main">
            <a:noAutofit/>
          </a:bodyPr>
          <a:lstStyle xmlns:a="http://schemas.openxmlformats.org/drawingml/2006/main">
            <a:lvl1pPr>
              <a:lnSpc>
                <a:spcPct val="100000"/>
              </a:lnSpc>
              <a:buNone/>
              <a:defRPr sz="1600" b="0" i="0">
                <a:latin typeface="Oracle Sans Tab"/>
                <a:ea typeface="Oracle Sans Tab"/>
                <a:cs typeface="Oracle Sans Tab"/>
              </a:defRPr>
            </a:lvl1pPr>
          </a:lstStyle>
          <a:p xmlns:a="http://schemas.openxmlformats.org/drawingml/2006/main">
            <a:pPr>
              <a:buNone/>
            </a:pPr>
            <a:r>
              <a:t>Additional information if needed</a:t>
            </a:r>
          </a:p>
        </p:txBody>
      </p:sp>
      <p:sp>
        <p:nvSpPr>
          <p:cNvPr id="2" name="Content Placeholder 2">
            <a:extLst xmlns:a="http://schemas.openxmlformats.org/drawingml/2006/main">
              <a:ext uri="{FF2B5EF4-FFF2-40B4-BE49-F238E27FC236}">
                <a16:creationId xmlns:a16="http://schemas.microsoft.com/office/drawing/2014/main" id="{3CB52BCF-4E23-BA44-5C50-AFEA7DFA337E}"/>
              </a:ext>
            </a:extLst>
          </p:cNvPr>
          <p:cNvSpPr>
            <a:spLocks xmlns:a="http://schemas.openxmlformats.org/drawingml/2006/main" noGrp="1"/>
          </p:cNvSpPr>
          <p:nvPr>
            <p:ph idx="47" hasCustomPrompt="1"/>
          </p:nvPr>
        </p:nvSpPr>
        <p:spPr>
          <a:xfrm xmlns:a="http://schemas.openxmlformats.org/drawingml/2006/main">
            <a:off x="5372844" y="1203405"/>
            <a:ext cx="2447584" cy="673743"/>
          </a:xfrm>
        </p:spPr>
        <p:txBody>
          <a:bodyPr xmlns:a="http://schemas.openxmlformats.org/drawingml/2006/main"/>
          <a:lstStyle xmlns:a="http://schemas.openxmlformats.org/drawingml/2006/main">
            <a:lvl5pPr marL="731520" indent="0">
              <a:buNone/>
              <a:defRPr/>
            </a:lvl5pPr>
          </a:lstStyle>
          <a:p xmlns:a="http://schemas.openxmlformats.org/drawingml/2006/main">
            <a:pPr>
              <a:buNone/>
            </a:pPr>
            <a:r>
              <a:t>Click to add logo</a:t>
            </a:r>
          </a:p>
        </p:txBody>
      </p:sp>
      <p:sp>
        <p:nvSpPr>
          <p:cNvPr id="5" name="Picture Placeholder 4">
            <a:extLst xmlns:a="http://schemas.openxmlformats.org/drawingml/2006/main">
              <a:ext uri="{FF2B5EF4-FFF2-40B4-BE49-F238E27FC236}">
                <a16:creationId xmlns:a16="http://schemas.microsoft.com/office/drawing/2014/main" id="{EF3D1FF3-649D-46E2-9FDF-D1A77643F22A}"/>
              </a:ext>
            </a:extLst>
          </p:cNvPr>
          <p:cNvSpPr>
            <a:spLocks xmlns:a="http://schemas.openxmlformats.org/drawingml/2006/main" noGrp="1"/>
          </p:cNvSpPr>
          <p:nvPr>
            <p:ph type="pic" idx="42" hasCustomPrompt="1"/>
          </p:nvPr>
        </p:nvSpPr>
        <p:spPr>
          <a:xfrm xmlns:a="http://schemas.openxmlformats.org/drawingml/2006/main">
            <a:off x="0" y="0"/>
            <a:ext cx="4876800" cy="6858000"/>
          </a:xfrm>
        </p:spPr>
        <p:txBody>
          <a:bodyPr xmlns:a="http://schemas.openxmlformats.org/drawingml/2006/main" anchor="ctr"/>
          <a:lstStyle xmlns:a="http://schemas.openxmlformats.org/drawingml/2006/main">
            <a:lvl1pPr marL="0" indent="0" algn="l">
              <a:lnSpc>
                <a:spcPct val="95000"/>
              </a:lnSpc>
              <a:spcBef>
                <a:spcPts val="600"/>
              </a:spcBef>
              <a:spcAft>
                <a:spcPts val="0"/>
              </a:spcAft>
              <a:buNone/>
              <a:defRPr b="0" i="0">
                <a:latin typeface="Oracle Sans Tab"/>
                <a:ea typeface="Oracle Sans Tab"/>
                <a:cs typeface="Oracle Sans Tab"/>
              </a:defRPr>
            </a:lvl1pPr>
          </a:lstStyle>
          <a:p xmlns:a="http://schemas.openxmlformats.org/drawingml/2006/main">
            <a:pPr marL="0" indent="0" algn="l">
              <a:lnSpc>
                <a:spcPct val="95000"/>
              </a:lnSpc>
              <a:spcBef>
                <a:spcPts val="600"/>
              </a:spcBef>
              <a:spcAft>
                <a:spcPts val="0"/>
              </a:spcAft>
              <a:buNone/>
            </a:pPr>
            <a:r>
              <a:t>Click to add photo or illustration</a:t>
            </a:r>
          </a:p>
          <a:p xmlns:a="http://schemas.openxmlformats.org/drawingml/2006/main">
            <a:pPr marL="0" indent="0" algn="l">
              <a:lnSpc>
                <a:spcPct val="95000"/>
              </a:lnSpc>
              <a:spcBef>
                <a:spcPts val="600"/>
              </a:spcBef>
              <a:spcAft>
                <a:spcPts val="0"/>
              </a:spcAft>
              <a:buNone/>
            </a:pPr>
          </a:p>
          <a:p xmlns:a="http://schemas.openxmlformats.org/drawingml/2006/main">
            <a:pPr marL="0" indent="0" algn="l">
              <a:lnSpc>
                <a:spcPct val="95000"/>
              </a:lnSpc>
              <a:spcBef>
                <a:spcPts val="600"/>
              </a:spcBef>
              <a:spcAft>
                <a:spcPts val="0"/>
              </a:spcAft>
              <a:buNone/>
            </a:pPr>
          </a:p>
        </p:txBody>
      </p:sp>
      <p:sp>
        <p:nvSpPr>
          <p:cNvPr id="4" name="Accent mark">
            <a:extLst xmlns:a="http://schemas.openxmlformats.org/drawingml/2006/main">
              <a:ext uri="{FF2B5EF4-FFF2-40B4-BE49-F238E27FC236}">
                <a16:creationId xmlns:a16="http://schemas.microsoft.com/office/drawing/2014/main" id="{99B99AF4-E9E4-23D9-4E0C-A8017ECCDA64}"/>
              </a:ext>
            </a:extLst>
          </p:cNvPr>
          <p:cNvSpPr>
            <a:spLocks xmlns:a="http://schemas.openxmlformats.org/drawingml/2006/main" noGrp="1"/>
          </p:cNvSpPr>
          <p:nvPr/>
        </p:nvSpPr>
        <p:spPr>
          <a:xfrm xmlns:a="http://schemas.openxmlformats.org/drawingml/2006/main">
            <a:off x="5372844" y="4638587"/>
            <a:ext cx="365760" cy="36576"/>
          </a:xfrm>
          <a:prstGeom xmlns:a="http://schemas.openxmlformats.org/drawingml/2006/main" prst="rect">
            <a:avLst/>
          </a:prstGeom>
          <a:solidFill xmlns:a="http://schemas.openxmlformats.org/drawingml/2006/main">
            <a:srgbClr val="F0CC7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Date Placeholder 2">
            <a:extLst xmlns:a="http://schemas.openxmlformats.org/drawingml/2006/main">
              <a:ext uri="{FF2B5EF4-FFF2-40B4-BE49-F238E27FC236}">
                <a16:creationId xmlns:a16="http://schemas.microsoft.com/office/drawing/2014/main" id="{24DB346D-7416-662E-AFED-79E13EB36499}"/>
              </a:ext>
            </a:extLst>
          </p:cNvPr>
          <p:cNvSpPr>
            <a:spLocks xmlns:a="http://schemas.openxmlformats.org/drawingml/2006/main" noGrp="1"/>
          </p:cNvSpPr>
          <p:nvPr>
            <p:ph type="dt" idx="48"/>
          </p:nvPr>
        </p:nvSpPr>
        <p:spPr/>
        <p:txBody>
          <a:bodyPr xmlns:a="http://schemas.openxmlformats.org/drawingml/2006/main"/>
          <a:lstStyle xmlns:a="http://schemas.openxmlformats.org/drawingml/2006/main"/>
          <a:p xmlns:a="http://schemas.openxmlformats.org/drawingml/2006/main">
            <a:r>
              <a:t>[Date]</a:t>
            </a:r>
          </a:p>
        </p:txBody>
      </p:sp>
      <p:sp>
        <p:nvSpPr>
          <p:cNvPr id="6" name="Footer Placeholder 5">
            <a:extLst xmlns:a="http://schemas.openxmlformats.org/drawingml/2006/main">
              <a:ext uri="{FF2B5EF4-FFF2-40B4-BE49-F238E27FC236}">
                <a16:creationId xmlns:a16="http://schemas.microsoft.com/office/drawing/2014/main" id="{A7B65F0D-DF68-390F-8D2B-C746A815D331}"/>
              </a:ext>
            </a:extLst>
          </p:cNvPr>
          <p:cNvSpPr>
            <a:spLocks xmlns:a="http://schemas.openxmlformats.org/drawingml/2006/main" noGrp="1"/>
          </p:cNvSpPr>
          <p:nvPr>
            <p:ph type="ftr" idx="49"/>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7" name="Slide Number Placeholder 6">
            <a:extLst xmlns:a="http://schemas.openxmlformats.org/drawingml/2006/main">
              <a:ext uri="{FF2B5EF4-FFF2-40B4-BE49-F238E27FC236}">
                <a16:creationId xmlns:a16="http://schemas.microsoft.com/office/drawing/2014/main" id="{1B3E6296-6F05-0950-DE94-B4616EB0F666}"/>
              </a:ext>
            </a:extLst>
          </p:cNvPr>
          <p:cNvSpPr>
            <a:spLocks xmlns:a="http://schemas.openxmlformats.org/drawingml/2006/main" noGrp="1"/>
          </p:cNvSpPr>
          <p:nvPr>
            <p:ph type="sldNum" idx="50"/>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79.xml><?xml version="1.0" encoding="utf-8"?>
<p:sldLayout xmlns:p="http://schemas.openxmlformats.org/presentationml/2006/main" preserve="1" userDrawn="1">
  <p:cSld name="Left Rail - Light">
    <p:bg>
      <p:bgRef idx="1001">
        <a:schemeClr xmlns:a="http://schemas.openxmlformats.org/drawingml/2006/main" val="bg2"/>
      </p:bgRef>
    </p:bg>
    <p:spTree>
      <p:nvGrpSpPr>
        <p:cNvPr id="1" name=""/>
        <p:cNvGrpSpPr/>
        <p:nvPr/>
      </p:nvGrpSpPr>
      <p:grpSpPr>
        <a:xfrm xmlns:a="http://schemas.openxmlformats.org/drawingml/2006/main"/>
      </p:grpSpPr>
      <p:sp>
        <p:nvSpPr>
          <p:cNvPr id="17" name="Rectangle 16">
            <a:extLst xmlns:a="http://schemas.openxmlformats.org/drawingml/2006/main">
              <a:ext uri="{FF2B5EF4-FFF2-40B4-BE49-F238E27FC236}">
                <a16:creationId xmlns:a16="http://schemas.microsoft.com/office/drawing/2014/main" id="{CB705EA2-F116-883A-32A5-62C3C550DC70}"/>
              </a:ext>
            </a:extLst>
          </p:cNvPr>
          <p:cNvSpPr>
            <a:spLocks xmlns:a="http://schemas.openxmlformats.org/drawingml/2006/main" noGrp="1"/>
          </p:cNvSpPr>
          <p:nvPr/>
        </p:nvSpPr>
        <p:spPr>
          <a:xfrm xmlns:a="http://schemas.openxmlformats.org/drawingml/2006/main">
            <a:off x="0" y="0"/>
            <a:ext cx="4578900" cy="6858000"/>
          </a:xfrm>
          <a:prstGeom xmlns:a="http://schemas.openxmlformats.org/drawingml/2006/main" prst="rect">
            <a:avLst/>
          </a:prstGeom>
          <a:solidFill xmlns:a="http://schemas.openxmlformats.org/drawingml/2006/main">
            <a:srgbClr val="F1EFED"/>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itle 1">
            <a:extLst xmlns:a="http://schemas.openxmlformats.org/drawingml/2006/main">
              <a:ext uri="{FF2B5EF4-FFF2-40B4-BE49-F238E27FC236}">
                <a16:creationId xmlns:a16="http://schemas.microsoft.com/office/drawing/2014/main" id="{9534B91B-85A6-245A-7216-4ABE4FAC70C7}"/>
              </a:ext>
            </a:extLst>
          </p:cNvPr>
          <p:cNvSpPr>
            <a:spLocks xmlns:a="http://schemas.openxmlformats.org/drawingml/2006/main" noGrp="1"/>
          </p:cNvSpPr>
          <p:nvPr>
            <p:ph type="title" idx="0" hasCustomPrompt="1"/>
          </p:nvPr>
        </p:nvSpPr>
        <p:spPr>
          <a:xfrm xmlns:a="http://schemas.openxmlformats.org/drawingml/2006/main">
            <a:off x="768875" y="182403"/>
            <a:ext cx="3041150" cy="822960"/>
          </a:xfrm>
        </p:spPr>
        <p:txBody>
          <a:bodyPr xmlns:a="http://schemas.openxmlformats.org/drawingml/2006/main"/>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r>
              <a:t>Title</a:t>
            </a:r>
          </a:p>
        </p:txBody>
      </p:sp>
      <p:sp>
        <p:nvSpPr>
          <p:cNvPr id="9" name="Subtitle">
            <a:extLst xmlns:a="http://schemas.openxmlformats.org/drawingml/2006/main">
              <a:ext uri="{FF2B5EF4-FFF2-40B4-BE49-F238E27FC236}">
                <a16:creationId xmlns:a16="http://schemas.microsoft.com/office/drawing/2014/main" id="{7A7FBF22-9A0A-8085-25D3-73EC896DDCD7}"/>
              </a:ext>
            </a:extLst>
          </p:cNvPr>
          <p:cNvSpPr>
            <a:spLocks xmlns:a="http://schemas.openxmlformats.org/drawingml/2006/main" noGrp="1"/>
          </p:cNvSpPr>
          <p:nvPr>
            <p:ph type="body" idx="11" hasCustomPrompt="1"/>
          </p:nvPr>
        </p:nvSpPr>
        <p:spPr>
          <a:xfrm xmlns:a="http://schemas.openxmlformats.org/drawingml/2006/main">
            <a:off x="766763" y="1009904"/>
            <a:ext cx="3041150" cy="330540"/>
          </a:xfrm>
          <a:prstGeom xmlns:a="http://schemas.openxmlformats.org/drawingml/2006/main" prst="rect">
            <a:avLst/>
          </a:prstGeom>
        </p:spPr>
        <p:txBody>
          <a:bodyPr xmlns:a="http://schemas.openxmlformats.org/drawingml/2006/main" lIns="0">
            <a:noAutofit/>
          </a:bodyPr>
          <a:lstStyle xmlns:a="http://schemas.openxmlformats.org/drawingml/2006/main">
            <a:lvl1pPr marL="0" indent="0">
              <a:lnSpc>
                <a:spcPct val="100000"/>
              </a:lnSpc>
              <a:spcAft>
                <a:spcPts val="0"/>
              </a:spcAft>
              <a:buNone/>
              <a:defRPr sz="2000" b="0" i="0">
                <a:latin typeface="Oracle Sans Tab"/>
                <a:ea typeface="Oracle Sans Tab"/>
                <a:cs typeface="Oracle Sans Tab"/>
              </a:defRPr>
            </a:lvl1pPr>
          </a:lstStyle>
          <a:p xmlns:a="http://schemas.openxmlformats.org/drawingml/2006/main">
            <a:pPr>
              <a:buNone/>
            </a:pPr>
            <a:r>
              <a:t>Subtitle</a:t>
            </a:r>
          </a:p>
        </p:txBody>
      </p:sp>
      <p:sp>
        <p:nvSpPr>
          <p:cNvPr id="16" name="Content">
            <a:extLst xmlns:a="http://schemas.openxmlformats.org/drawingml/2006/main">
              <a:ext uri="{FF2B5EF4-FFF2-40B4-BE49-F238E27FC236}">
                <a16:creationId xmlns:a16="http://schemas.microsoft.com/office/drawing/2014/main" id="{797B9E53-3BA8-84FC-B7C2-7F1DE2C882BF}"/>
              </a:ext>
            </a:extLst>
          </p:cNvPr>
          <p:cNvSpPr>
            <a:spLocks xmlns:a="http://schemas.openxmlformats.org/drawingml/2006/main" noGrp="1"/>
          </p:cNvSpPr>
          <p:nvPr>
            <p:ph idx="14"/>
          </p:nvPr>
        </p:nvSpPr>
        <p:spPr>
          <a:xfrm xmlns:a="http://schemas.openxmlformats.org/drawingml/2006/main">
            <a:off x="766762" y="1600199"/>
            <a:ext cx="3043263" cy="4507992"/>
          </a:xfrm>
        </p:spPr>
        <p:txBody>
          <a:bodyPr xmlns:a="http://schemas.openxmlformats.org/drawingml/2006/main"/>
          <a:lstStyle xmlns:a="http://schemas.openxmlformats.org/drawingml/2006/main">
            <a:lvl1pPr>
              <a:lnSpc>
                <a:spcPct val="100000"/>
              </a:lnSpc>
              <a:buNone/>
              <a:defRPr sz="1600" b="0" i="0">
                <a:latin typeface="Oracle Sans Tab"/>
                <a:ea typeface="Oracle Sans Tab"/>
                <a:cs typeface="Oracle Sans Tab"/>
              </a:defRPr>
            </a:lvl1pPr>
            <a:lvl2pPr>
              <a:lnSpc>
                <a:spcPct val="100000"/>
              </a:lnSpc>
              <a:buNone/>
              <a:defRPr sz="1600" b="0" i="0">
                <a:latin typeface="Oracle Sans Tab"/>
                <a:ea typeface="Oracle Sans Tab"/>
                <a:cs typeface="Oracle Sans Tab"/>
              </a:defRPr>
            </a:lvl2pPr>
            <a:lvl3pPr>
              <a:lnSpc>
                <a:spcPct val="100000"/>
              </a:lnSpc>
              <a:buNone/>
              <a:defRPr sz="1600" b="0" i="0">
                <a:latin typeface="Oracle Sans Tab"/>
                <a:ea typeface="Oracle Sans Tab"/>
                <a:cs typeface="Oracle Sans Tab"/>
              </a:defRPr>
            </a:lvl3pPr>
            <a:lvl4pPr>
              <a:lnSpc>
                <a:spcPct val="100000"/>
              </a:lnSpc>
              <a:buNone/>
              <a:defRPr sz="1600" b="0" i="0">
                <a:latin typeface="Oracle Sans Tab"/>
                <a:ea typeface="Oracle Sans Tab"/>
                <a:cs typeface="Oracle Sans Tab"/>
              </a:defRPr>
            </a:lvl4pPr>
            <a:lvl5pPr>
              <a:lnSpc>
                <a:spcPct val="100000"/>
              </a:lnSpc>
              <a:buNone/>
              <a:defRPr sz="1600" b="0" i="0">
                <a:latin typeface="Oracle Sans Tab"/>
                <a:ea typeface="Oracle Sans Tab"/>
                <a:cs typeface="Oracle Sans Tab"/>
              </a:defRPr>
            </a:lvl5pPr>
          </a:lstStyle>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sp>
        <p:nvSpPr>
          <p:cNvPr id="5" name="Date Placeholder 4">
            <a:extLst xmlns:a="http://schemas.openxmlformats.org/drawingml/2006/main">
              <a:ext uri="{FF2B5EF4-FFF2-40B4-BE49-F238E27FC236}">
                <a16:creationId xmlns:a16="http://schemas.microsoft.com/office/drawing/2014/main" id="{817EB215-3D1E-5AB4-BC9F-FF01625023F4}"/>
              </a:ext>
            </a:extLst>
          </p:cNvPr>
          <p:cNvSpPr>
            <a:spLocks xmlns:a="http://schemas.openxmlformats.org/drawingml/2006/main" noGrp="1"/>
          </p:cNvSpPr>
          <p:nvPr>
            <p:ph type="dt" idx="15"/>
          </p:nvPr>
        </p:nvSpPr>
        <p:spPr/>
        <p:txBody>
          <a:bodyPr xmlns:a="http://schemas.openxmlformats.org/drawingml/2006/main"/>
          <a:lstStyle xmlns:a="http://schemas.openxmlformats.org/drawingml/2006/main"/>
          <a:p xmlns:a="http://schemas.openxmlformats.org/drawingml/2006/main">
            <a:r>
              <a:t>[Date]</a:t>
            </a:r>
          </a:p>
        </p:txBody>
      </p:sp>
      <p:sp>
        <p:nvSpPr>
          <p:cNvPr id="6" name="Footer Placeholder 5">
            <a:extLst xmlns:a="http://schemas.openxmlformats.org/drawingml/2006/main">
              <a:ext uri="{FF2B5EF4-FFF2-40B4-BE49-F238E27FC236}">
                <a16:creationId xmlns:a16="http://schemas.microsoft.com/office/drawing/2014/main" id="{9139D6BA-DC06-6664-A9CC-3A9F96E133C9}"/>
              </a:ext>
            </a:extLst>
          </p:cNvPr>
          <p:cNvSpPr>
            <a:spLocks xmlns:a="http://schemas.openxmlformats.org/drawingml/2006/main" noGrp="1"/>
          </p:cNvSpPr>
          <p:nvPr>
            <p:ph type="ftr" idx="16"/>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8" name="Slide Number Placeholder 7">
            <a:extLst xmlns:a="http://schemas.openxmlformats.org/drawingml/2006/main">
              <a:ext uri="{FF2B5EF4-FFF2-40B4-BE49-F238E27FC236}">
                <a16:creationId xmlns:a16="http://schemas.microsoft.com/office/drawing/2014/main" id="{9F65A7D6-666E-7968-0C83-67DDA09AD240}"/>
              </a:ext>
            </a:extLst>
          </p:cNvPr>
          <p:cNvSpPr>
            <a:spLocks xmlns:a="http://schemas.openxmlformats.org/drawingml/2006/main" noGrp="1"/>
          </p:cNvSpPr>
          <p:nvPr>
            <p:ph type="sldNum" idx="17"/>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80.xml><?xml version="1.0" encoding="utf-8"?>
<p:sldLayout xmlns:p="http://schemas.openxmlformats.org/presentationml/2006/main" preserve="1" userDrawn="1">
  <p:cSld name="Left Rail - Dark">
    <p:bg>
      <p:bgRef idx="1001">
        <a:schemeClr xmlns:a="http://schemas.openxmlformats.org/drawingml/2006/main" val="bg2"/>
      </p:bgRef>
    </p:bg>
    <p:spTree>
      <p:nvGrpSpPr>
        <p:cNvPr id="1" name=""/>
        <p:cNvGrpSpPr/>
        <p:nvPr/>
      </p:nvGrpSpPr>
      <p:grpSpPr>
        <a:xfrm xmlns:a="http://schemas.openxmlformats.org/drawingml/2006/main"/>
      </p:grpSpPr>
      <p:sp>
        <p:nvSpPr>
          <p:cNvPr id="3" name="Rectangle 2">
            <a:extLst xmlns:a="http://schemas.openxmlformats.org/drawingml/2006/main">
              <a:ext uri="{FF2B5EF4-FFF2-40B4-BE49-F238E27FC236}">
                <a16:creationId xmlns:a16="http://schemas.microsoft.com/office/drawing/2014/main" id="{9B625BA6-E661-F94B-6FD6-217579854D3C}"/>
              </a:ext>
            </a:extLst>
          </p:cNvPr>
          <p:cNvSpPr>
            <a:spLocks xmlns:a="http://schemas.openxmlformats.org/drawingml/2006/main" noGrp="1"/>
          </p:cNvSpPr>
          <p:nvPr/>
        </p:nvSpPr>
        <p:spPr>
          <a:xfrm xmlns:a="http://schemas.openxmlformats.org/drawingml/2006/main">
            <a:off x="0" y="0"/>
            <a:ext cx="4578900" cy="6858000"/>
          </a:xfrm>
          <a:prstGeom xmlns:a="http://schemas.openxmlformats.org/drawingml/2006/main" prst="rect">
            <a:avLst/>
          </a:prstGeom>
          <a:solidFill xmlns:a="http://schemas.openxmlformats.org/drawingml/2006/main">
            <a:schemeClr val="tx1">
              <a:alpha val="5000"/>
            </a:schemeClr>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itle 1">
            <a:extLst xmlns:a="http://schemas.openxmlformats.org/drawingml/2006/main">
              <a:ext uri="{FF2B5EF4-FFF2-40B4-BE49-F238E27FC236}">
                <a16:creationId xmlns:a16="http://schemas.microsoft.com/office/drawing/2014/main" id="{9534B91B-85A6-245A-7216-4ABE4FAC70C7}"/>
              </a:ext>
            </a:extLst>
          </p:cNvPr>
          <p:cNvSpPr>
            <a:spLocks xmlns:a="http://schemas.openxmlformats.org/drawingml/2006/main" noGrp="1"/>
          </p:cNvSpPr>
          <p:nvPr>
            <p:ph type="title" idx="0" hasCustomPrompt="1"/>
          </p:nvPr>
        </p:nvSpPr>
        <p:spPr>
          <a:xfrm xmlns:a="http://schemas.openxmlformats.org/drawingml/2006/main">
            <a:off x="768875" y="182403"/>
            <a:ext cx="3041150" cy="822960"/>
          </a:xfrm>
        </p:spPr>
        <p:txBody>
          <a:bodyPr xmlns:a="http://schemas.openxmlformats.org/drawingml/2006/main"/>
          <a:lstStyle xmlns:a="http://schemas.openxmlformats.org/drawingml/2006/main">
            <a:lvl1pPr>
              <a:lnSpc>
                <a:spcPct val="100000"/>
              </a:lnSpc>
              <a:buNone/>
              <a:defRPr b="1" i="0">
                <a:solidFill>
                  <a:schemeClr val="tx1"/>
                </a:solidFill>
                <a:latin typeface="Oracle Sans Tab"/>
                <a:ea typeface="Oracle Sans Tab"/>
                <a:cs typeface="Oracle Sans Tab"/>
              </a:defRPr>
            </a:lvl1pPr>
          </a:lstStyle>
          <a:p xmlns:a="http://schemas.openxmlformats.org/drawingml/2006/main">
            <a:r>
              <a:t>Title</a:t>
            </a:r>
          </a:p>
        </p:txBody>
      </p:sp>
      <p:sp>
        <p:nvSpPr>
          <p:cNvPr id="9" name="Subtitle">
            <a:extLst xmlns:a="http://schemas.openxmlformats.org/drawingml/2006/main">
              <a:ext uri="{FF2B5EF4-FFF2-40B4-BE49-F238E27FC236}">
                <a16:creationId xmlns:a16="http://schemas.microsoft.com/office/drawing/2014/main" id="{7A7FBF22-9A0A-8085-25D3-73EC896DDCD7}"/>
              </a:ext>
            </a:extLst>
          </p:cNvPr>
          <p:cNvSpPr>
            <a:spLocks xmlns:a="http://schemas.openxmlformats.org/drawingml/2006/main" noGrp="1"/>
          </p:cNvSpPr>
          <p:nvPr>
            <p:ph type="body" idx="11" hasCustomPrompt="1"/>
          </p:nvPr>
        </p:nvSpPr>
        <p:spPr>
          <a:xfrm xmlns:a="http://schemas.openxmlformats.org/drawingml/2006/main">
            <a:off x="766763" y="1009904"/>
            <a:ext cx="3041150" cy="330540"/>
          </a:xfrm>
          <a:prstGeom xmlns:a="http://schemas.openxmlformats.org/drawingml/2006/main" prst="rect">
            <a:avLst/>
          </a:prstGeom>
        </p:spPr>
        <p:txBody>
          <a:bodyPr xmlns:a="http://schemas.openxmlformats.org/drawingml/2006/main" lIns="0">
            <a:noAutofit/>
          </a:bodyPr>
          <a:lstStyle xmlns:a="http://schemas.openxmlformats.org/drawingml/2006/main">
            <a:lvl1pPr marL="0" indent="0">
              <a:lnSpc>
                <a:spcPct val="100000"/>
              </a:lnSpc>
              <a:spcAft>
                <a:spcPts val="0"/>
              </a:spcAft>
              <a:buNone/>
              <a:defRPr sz="2000" b="0" i="0">
                <a:solidFill>
                  <a:schemeClr val="tx1"/>
                </a:solidFill>
                <a:latin typeface="Oracle Sans Tab"/>
                <a:ea typeface="Oracle Sans Tab"/>
                <a:cs typeface="Oracle Sans Tab"/>
              </a:defRPr>
            </a:lvl1pPr>
          </a:lstStyle>
          <a:p xmlns:a="http://schemas.openxmlformats.org/drawingml/2006/main">
            <a:pPr>
              <a:buNone/>
            </a:pPr>
            <a:r>
              <a:t>Subtitle</a:t>
            </a:r>
          </a:p>
        </p:txBody>
      </p:sp>
      <p:sp>
        <p:nvSpPr>
          <p:cNvPr id="16" name="Content">
            <a:extLst xmlns:a="http://schemas.openxmlformats.org/drawingml/2006/main">
              <a:ext uri="{FF2B5EF4-FFF2-40B4-BE49-F238E27FC236}">
                <a16:creationId xmlns:a16="http://schemas.microsoft.com/office/drawing/2014/main" id="{797B9E53-3BA8-84FC-B7C2-7F1DE2C882BF}"/>
              </a:ext>
            </a:extLst>
          </p:cNvPr>
          <p:cNvSpPr>
            <a:spLocks xmlns:a="http://schemas.openxmlformats.org/drawingml/2006/main" noGrp="1"/>
          </p:cNvSpPr>
          <p:nvPr>
            <p:ph idx="14"/>
          </p:nvPr>
        </p:nvSpPr>
        <p:spPr>
          <a:xfrm xmlns:a="http://schemas.openxmlformats.org/drawingml/2006/main">
            <a:off x="766762" y="1600199"/>
            <a:ext cx="3043263" cy="4507992"/>
          </a:xfrm>
        </p:spPr>
        <p:txBody>
          <a:bodyPr xmlns:a="http://schemas.openxmlformats.org/drawingml/2006/main"/>
          <a:lstStyle xmlns:a="http://schemas.openxmlformats.org/drawingml/2006/main">
            <a:lvl1pPr>
              <a:lnSpc>
                <a:spcPct val="100000"/>
              </a:lnSpc>
              <a:buNone/>
              <a:defRPr sz="1600" b="0" i="0">
                <a:solidFill>
                  <a:schemeClr val="tx1"/>
                </a:solidFill>
                <a:latin typeface="Oracle Sans Tab"/>
                <a:ea typeface="Oracle Sans Tab"/>
                <a:cs typeface="Oracle Sans Tab"/>
              </a:defRPr>
            </a:lvl1pPr>
            <a:lvl2pPr>
              <a:lnSpc>
                <a:spcPct val="100000"/>
              </a:lnSpc>
              <a:buNone/>
              <a:defRPr sz="1600" b="0" i="0">
                <a:solidFill>
                  <a:schemeClr val="tx1"/>
                </a:solidFill>
                <a:latin typeface="Oracle Sans Tab"/>
                <a:ea typeface="Oracle Sans Tab"/>
                <a:cs typeface="Oracle Sans Tab"/>
              </a:defRPr>
            </a:lvl2pPr>
            <a:lvl3pPr>
              <a:lnSpc>
                <a:spcPct val="100000"/>
              </a:lnSpc>
              <a:buNone/>
              <a:defRPr sz="1600" b="0" i="0">
                <a:solidFill>
                  <a:schemeClr val="tx1"/>
                </a:solidFill>
                <a:latin typeface="Oracle Sans Tab"/>
                <a:ea typeface="Oracle Sans Tab"/>
                <a:cs typeface="Oracle Sans Tab"/>
              </a:defRPr>
            </a:lvl3pPr>
            <a:lvl4pPr>
              <a:lnSpc>
                <a:spcPct val="100000"/>
              </a:lnSpc>
              <a:buNone/>
              <a:defRPr sz="1600" b="0" i="0">
                <a:solidFill>
                  <a:schemeClr val="tx1"/>
                </a:solidFill>
                <a:latin typeface="Oracle Sans Tab"/>
                <a:ea typeface="Oracle Sans Tab"/>
                <a:cs typeface="Oracle Sans Tab"/>
              </a:defRPr>
            </a:lvl4pPr>
            <a:lvl5pPr>
              <a:lnSpc>
                <a:spcPct val="100000"/>
              </a:lnSpc>
              <a:buNone/>
              <a:defRPr sz="1600" b="0" i="0">
                <a:solidFill>
                  <a:schemeClr val="tx1"/>
                </a:solidFill>
                <a:latin typeface="Oracle Sans Tab"/>
                <a:ea typeface="Oracle Sans Tab"/>
                <a:cs typeface="Oracle Sans Tab"/>
              </a:defRPr>
            </a:lvl5pPr>
          </a:lstStyle>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sp>
        <p:nvSpPr>
          <p:cNvPr id="2" name="Date Placeholder 1">
            <a:extLst xmlns:a="http://schemas.openxmlformats.org/drawingml/2006/main">
              <a:ext uri="{FF2B5EF4-FFF2-40B4-BE49-F238E27FC236}">
                <a16:creationId xmlns:a16="http://schemas.microsoft.com/office/drawing/2014/main" id="{734AC2C3-F939-F3ED-121F-1F4C2A8A7ACC}"/>
              </a:ext>
            </a:extLst>
          </p:cNvPr>
          <p:cNvSpPr>
            <a:spLocks xmlns:a="http://schemas.openxmlformats.org/drawingml/2006/main" noGrp="1"/>
          </p:cNvSpPr>
          <p:nvPr>
            <p:ph type="dt" idx="15"/>
          </p:nvPr>
        </p:nvSpPr>
        <p:spPr/>
        <p:txBody>
          <a:bodyPr xmlns:a="http://schemas.openxmlformats.org/drawingml/2006/main"/>
          <a:lstStyle xmlns:a="http://schemas.openxmlformats.org/drawingml/2006/main"/>
          <a:p xmlns:a="http://schemas.openxmlformats.org/drawingml/2006/main">
            <a:r>
              <a:t>[Date]</a:t>
            </a:r>
          </a:p>
        </p:txBody>
      </p:sp>
      <p:sp>
        <p:nvSpPr>
          <p:cNvPr id="4" name="Footer Placeholder 3">
            <a:extLst xmlns:a="http://schemas.openxmlformats.org/drawingml/2006/main">
              <a:ext uri="{FF2B5EF4-FFF2-40B4-BE49-F238E27FC236}">
                <a16:creationId xmlns:a16="http://schemas.microsoft.com/office/drawing/2014/main" id="{07811713-D84D-C144-DFFE-9E4E896A09DB}"/>
              </a:ext>
            </a:extLst>
          </p:cNvPr>
          <p:cNvSpPr>
            <a:spLocks xmlns:a="http://schemas.openxmlformats.org/drawingml/2006/main" noGrp="1"/>
          </p:cNvSpPr>
          <p:nvPr>
            <p:ph type="ftr" idx="16"/>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5" name="Slide Number Placeholder 4">
            <a:extLst xmlns:a="http://schemas.openxmlformats.org/drawingml/2006/main">
              <a:ext uri="{FF2B5EF4-FFF2-40B4-BE49-F238E27FC236}">
                <a16:creationId xmlns:a16="http://schemas.microsoft.com/office/drawing/2014/main" id="{9D1373F5-B2D0-5925-360C-C63A7B964A98}"/>
              </a:ext>
            </a:extLst>
          </p:cNvPr>
          <p:cNvSpPr>
            <a:spLocks xmlns:a="http://schemas.openxmlformats.org/drawingml/2006/main" noGrp="1"/>
          </p:cNvSpPr>
          <p:nvPr>
            <p:ph type="sldNum" idx="17"/>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81.xml><?xml version="1.0" encoding="utf-8"?>
<p:sldLayout xmlns:p="http://schemas.openxmlformats.org/presentationml/2006/main" preserve="1" userDrawn="1">
  <p:cSld name="Content + Illustration_Light">
    <p:bg>
      <p:bgRef idx="1001">
        <a:schemeClr xmlns:a="http://schemas.openxmlformats.org/drawingml/2006/main" val="bg2"/>
      </p:bgRef>
    </p:bg>
    <p:spTree>
      <p:nvGrpSpPr>
        <p:cNvPr id="1" name=""/>
        <p:cNvGrpSpPr/>
        <p:nvPr/>
      </p:nvGrpSpPr>
      <p:grpSpPr>
        <a:xfrm xmlns:a="http://schemas.openxmlformats.org/drawingml/2006/main"/>
      </p:grpSpPr>
      <p:sp>
        <p:nvSpPr>
          <p:cNvPr id="23" name="Title 1">
            <a:extLst xmlns:a="http://schemas.openxmlformats.org/drawingml/2006/main">
              <a:ext uri="{FF2B5EF4-FFF2-40B4-BE49-F238E27FC236}">
                <a16:creationId xmlns:a16="http://schemas.microsoft.com/office/drawing/2014/main" id="{8A0A7166-96D6-457B-8CE6-21491B0153C5}"/>
              </a:ext>
            </a:extLst>
          </p:cNvPr>
          <p:cNvSpPr>
            <a:spLocks xmlns:a="http://schemas.openxmlformats.org/drawingml/2006/main" noGrp="1"/>
          </p:cNvSpPr>
          <p:nvPr>
            <p:ph type="title" idx="0" hasCustomPrompt="1"/>
          </p:nvPr>
        </p:nvSpPr>
        <p:spPr>
          <a:xfrm xmlns:a="http://schemas.openxmlformats.org/drawingml/2006/main">
            <a:off x="768875" y="182403"/>
            <a:ext cx="4754880" cy="822960"/>
          </a:xfrm>
        </p:spPr>
        <p:txBody>
          <a:bodyPr xmlns:a="http://schemas.openxmlformats.org/drawingml/2006/main"/>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r>
              <a:t>Title</a:t>
            </a:r>
          </a:p>
        </p:txBody>
      </p:sp>
      <p:sp>
        <p:nvSpPr>
          <p:cNvPr id="6" name="Subtitle">
            <a:extLst xmlns:a="http://schemas.openxmlformats.org/drawingml/2006/main">
              <a:ext uri="{FF2B5EF4-FFF2-40B4-BE49-F238E27FC236}">
                <a16:creationId xmlns:a16="http://schemas.microsoft.com/office/drawing/2014/main" id="{2F837A2F-4A14-0DC4-608A-F65C24823266}"/>
              </a:ext>
            </a:extLst>
          </p:cNvPr>
          <p:cNvSpPr>
            <a:spLocks xmlns:a="http://schemas.openxmlformats.org/drawingml/2006/main" noGrp="1"/>
          </p:cNvSpPr>
          <p:nvPr>
            <p:ph type="body" idx="43" hasCustomPrompt="1"/>
          </p:nvPr>
        </p:nvSpPr>
        <p:spPr>
          <a:xfrm xmlns:a="http://schemas.openxmlformats.org/drawingml/2006/main">
            <a:off x="766763" y="1009904"/>
            <a:ext cx="4754880" cy="330540"/>
          </a:xfrm>
          <a:prstGeom xmlns:a="http://schemas.openxmlformats.org/drawingml/2006/main" prst="rect">
            <a:avLst/>
          </a:prstGeom>
        </p:spPr>
        <p:txBody>
          <a:bodyPr xmlns:a="http://schemas.openxmlformats.org/drawingml/2006/main" lIns="0">
            <a:noAutofit/>
          </a:bodyPr>
          <a:lstStyle xmlns:a="http://schemas.openxmlformats.org/drawingml/2006/main">
            <a:lvl1pPr marL="0" indent="0">
              <a:lnSpc>
                <a:spcPct val="100000"/>
              </a:lnSpc>
              <a:spcAft>
                <a:spcPts val="0"/>
              </a:spcAft>
              <a:buNone/>
              <a:defRPr sz="2000" b="0" i="0">
                <a:latin typeface="Oracle Sans Tab"/>
                <a:ea typeface="Oracle Sans Tab"/>
                <a:cs typeface="Oracle Sans Tab"/>
              </a:defRPr>
            </a:lvl1pPr>
          </a:lstStyle>
          <a:p xmlns:a="http://schemas.openxmlformats.org/drawingml/2006/main">
            <a:pPr>
              <a:buNone/>
            </a:pPr>
            <a:r>
              <a:t>Subtitle</a:t>
            </a:r>
          </a:p>
        </p:txBody>
      </p:sp>
      <p:sp>
        <p:nvSpPr>
          <p:cNvPr id="18" name="Picture Placeholder 17">
            <a:extLst xmlns:a="http://schemas.openxmlformats.org/drawingml/2006/main">
              <a:ext uri="{FF2B5EF4-FFF2-40B4-BE49-F238E27FC236}">
                <a16:creationId xmlns:a16="http://schemas.microsoft.com/office/drawing/2014/main" id="{BB55E146-CDC2-714E-AEDA-21D37E508E28}"/>
              </a:ext>
            </a:extLst>
          </p:cNvPr>
          <p:cNvSpPr>
            <a:spLocks xmlns:a="http://schemas.openxmlformats.org/drawingml/2006/main" noGrp="1"/>
          </p:cNvSpPr>
          <p:nvPr>
            <p:ph type="pic" idx="11" hasCustomPrompt="1"/>
          </p:nvPr>
        </p:nvSpPr>
        <p:spPr>
          <a:xfrm xmlns:a="http://schemas.openxmlformats.org/drawingml/2006/main">
            <a:off x="6096000" y="0"/>
            <a:ext cx="6096000" cy="6858000"/>
          </a:xfrm>
          <a:prstGeom xmlns:a="http://schemas.openxmlformats.org/drawingml/2006/main" prst="rect">
            <a:avLst/>
          </a:prstGeom>
          <a:solidFill xmlns:a="http://schemas.openxmlformats.org/drawingml/2006/main">
            <a:srgbClr val="AEA8A2"/>
          </a:solidFill>
        </p:spPr>
        <p:txBody>
          <a:bodyPr xmlns:a="http://schemas.openxmlformats.org/drawingml/2006/main" lIns="72000" tIns="72000" rIns="0"/>
          <a:lstStyle xmlns:a="http://schemas.openxmlformats.org/drawingml/2006/main">
            <a:lvl1pPr algn="ctr">
              <a:buNone/>
              <a:defRPr sz="1400" b="0" i="0">
                <a:solidFill>
                  <a:schemeClr val="tx1"/>
                </a:solidFill>
                <a:latin typeface="Oracle Sans Tab"/>
                <a:ea typeface="Oracle Sans Tab"/>
                <a:cs typeface="Oracle Sans Tab"/>
              </a:defRPr>
            </a:lvl1pPr>
          </a:lstStyle>
          <a:p xmlns:a="http://schemas.openxmlformats.org/drawingml/2006/main">
            <a:r>
              <a:t>Click to add photo or illustration</a:t>
            </a:r>
          </a:p>
        </p:txBody>
      </p:sp>
      <p:pic>
        <p:nvPicPr>
          <p:cNvPr id="26" name="OTag"/>
          <p:cNvPicPr>
            <a:picLocks xmlns:a="http://schemas.openxmlformats.org/drawingml/2006/main" noChangeAspect="1"/>
          </p:cNvPicPr>
          <p:nvPr/>
        </p:nvPicPr>
        <p:blipFill>
          <a:blip xmlns:r="http://schemas.openxmlformats.org/officeDocument/2006/relationships" xmlns:a="http://schemas.openxmlformats.org/drawingml/2006/main" r:embed="R2eb7aaf0165e4c16"/>
          <a:stretch xmlns:a="http://schemas.openxmlformats.org/drawingml/2006/main">
            <a:fillRect l="0" t="0" r="0" b="0"/>
          </a:stretch>
        </p:blipFill>
        <p:spPr>
          <a:xfrm xmlns:a="http://schemas.openxmlformats.org/drawingml/2006/main">
            <a:off x="11405616" y="6464808"/>
            <a:ext cx="393192" cy="393192"/>
          </a:xfrm>
          <a:prstGeom xmlns:a="http://schemas.openxmlformats.org/drawingml/2006/main" prst="rect">
            <a:avLst/>
          </a:prstGeom>
        </p:spPr>
      </p:pic>
      <p:sp>
        <p:nvSpPr>
          <p:cNvPr id="14" name="Text Placeholder 21">
            <a:extLst xmlns:a="http://schemas.openxmlformats.org/drawingml/2006/main">
              <a:ext uri="{FF2B5EF4-FFF2-40B4-BE49-F238E27FC236}">
                <a16:creationId xmlns:a16="http://schemas.microsoft.com/office/drawing/2014/main" id="{91B7B17D-763D-5F99-0CC2-80B2CC63E130}"/>
              </a:ext>
            </a:extLst>
          </p:cNvPr>
          <p:cNvSpPr>
            <a:spLocks xmlns:a="http://schemas.openxmlformats.org/drawingml/2006/main" noGrp="1"/>
          </p:cNvSpPr>
          <p:nvPr>
            <p:ph type="body" idx="32" hasCustomPrompt="1"/>
          </p:nvPr>
        </p:nvSpPr>
        <p:spPr>
          <a:xfrm xmlns:a="http://schemas.openxmlformats.org/drawingml/2006/main">
            <a:off x="762191" y="1965976"/>
            <a:ext cx="4764024" cy="274320"/>
          </a:xfrm>
          <a:prstGeom xmlns:a="http://schemas.openxmlformats.org/drawingml/2006/main" prst="rect">
            <a:avLst/>
          </a:prstGeom>
        </p:spPr>
        <p:txBody>
          <a:bodyPr xmlns:a="http://schemas.openxmlformats.org/drawingml/2006/main" lIns="0" tIns="0" rIns="0" bIns="0" anchor="ctr"/>
          <a:lstStyle xmlns:a="http://schemas.openxmlformats.org/drawingml/2006/main">
            <a:lvl1pPr marL="0" indent="0" algn="l">
              <a:lnSpc>
                <a:spcPct val="100000"/>
              </a:lnSpc>
              <a:spcAft>
                <a:spcPts val="600"/>
              </a:spcAft>
              <a:buNone/>
              <a:defRPr sz="1600" b="1" i="0">
                <a:solidFill>
                  <a:schemeClr val="tx1"/>
                </a:solidFill>
                <a:latin typeface="Oracle Sans Tab"/>
                <a:ea typeface="Oracle Sans Tab"/>
                <a:cs typeface="Oracle Sans Tab"/>
              </a:defRPr>
            </a:lvl1pPr>
          </a:lstStyle>
          <a:p xmlns:a="http://schemas.openxmlformats.org/drawingml/2006/main">
            <a:pPr>
              <a:buNone/>
            </a:pPr>
            <a:r>
              <a:t>Subhead goes here.</a:t>
            </a:r>
          </a:p>
        </p:txBody>
      </p:sp>
      <p:sp>
        <p:nvSpPr>
          <p:cNvPr id="17" name="Text Placeholder 19">
            <a:extLst xmlns:a="http://schemas.openxmlformats.org/drawingml/2006/main">
              <a:ext uri="{FF2B5EF4-FFF2-40B4-BE49-F238E27FC236}">
                <a16:creationId xmlns:a16="http://schemas.microsoft.com/office/drawing/2014/main" id="{F95C4F20-D940-4F84-4840-DD649575E2CD}"/>
              </a:ext>
            </a:extLst>
          </p:cNvPr>
          <p:cNvSpPr>
            <a:spLocks xmlns:a="http://schemas.openxmlformats.org/drawingml/2006/main" noGrp="1"/>
          </p:cNvSpPr>
          <p:nvPr>
            <p:ph type="body" idx="44"/>
          </p:nvPr>
        </p:nvSpPr>
        <p:spPr>
          <a:xfrm xmlns:a="http://schemas.openxmlformats.org/drawingml/2006/main">
            <a:off x="760698" y="2309418"/>
            <a:ext cx="4764024" cy="457200"/>
          </a:xfrm>
        </p:spPr>
        <p:txBody>
          <a:bodyPr xmlns:a="http://schemas.openxmlformats.org/drawingml/2006/main"/>
          <a:lstStyle xmlns:a="http://schemas.openxmlformats.org/drawingml/2006/main">
            <a:lvl1pPr>
              <a:lnSpc>
                <a:spcPct val="100000"/>
              </a:lnSpc>
              <a:buNone/>
              <a:defRPr/>
            </a:lvl1pPr>
            <a:lvl2pPr>
              <a:lnSpc>
                <a:spcPct val="100000"/>
              </a:lnSpc>
              <a:buNone/>
              <a:defRPr/>
            </a:lvl2pPr>
          </a:lstStyle>
          <a:p xmlns:a="http://schemas.openxmlformats.org/drawingml/2006/main">
            <a:pPr>
              <a:buNone/>
            </a:pPr>
            <a:r>
              <a:t>Click to edit Master text styles</a:t>
            </a:r>
          </a:p>
          <a:p xmlns:a="http://schemas.openxmlformats.org/drawingml/2006/main">
            <a:pPr>
              <a:buNone/>
            </a:pPr>
            <a:r>
              <a:t>Second level</a:t>
            </a:r>
          </a:p>
        </p:txBody>
      </p:sp>
      <p:sp>
        <p:nvSpPr>
          <p:cNvPr id="15" name="Text Placeholder 21">
            <a:extLst xmlns:a="http://schemas.openxmlformats.org/drawingml/2006/main">
              <a:ext uri="{FF2B5EF4-FFF2-40B4-BE49-F238E27FC236}">
                <a16:creationId xmlns:a16="http://schemas.microsoft.com/office/drawing/2014/main" id="{5DE24B9A-F5B4-C415-A25C-25FE02976EEF}"/>
              </a:ext>
            </a:extLst>
          </p:cNvPr>
          <p:cNvSpPr>
            <a:spLocks xmlns:a="http://schemas.openxmlformats.org/drawingml/2006/main" noGrp="1"/>
          </p:cNvSpPr>
          <p:nvPr>
            <p:ph type="body" idx="38" hasCustomPrompt="1"/>
          </p:nvPr>
        </p:nvSpPr>
        <p:spPr>
          <a:xfrm xmlns:a="http://schemas.openxmlformats.org/drawingml/2006/main">
            <a:off x="762191" y="3222718"/>
            <a:ext cx="4762532" cy="274320"/>
          </a:xfrm>
          <a:prstGeom xmlns:a="http://schemas.openxmlformats.org/drawingml/2006/main" prst="rect">
            <a:avLst/>
          </a:prstGeom>
        </p:spPr>
        <p:txBody>
          <a:bodyPr xmlns:a="http://schemas.openxmlformats.org/drawingml/2006/main" lIns="0" tIns="0" rIns="0" bIns="0" anchor="ctr"/>
          <a:lstStyle xmlns:a="http://schemas.openxmlformats.org/drawingml/2006/main">
            <a:lvl1pPr marL="0" indent="0" algn="l">
              <a:lnSpc>
                <a:spcPct val="100000"/>
              </a:lnSpc>
              <a:spcAft>
                <a:spcPts val="600"/>
              </a:spcAft>
              <a:buNone/>
              <a:defRPr sz="1600" b="1" i="0">
                <a:solidFill>
                  <a:schemeClr val="tx1"/>
                </a:solidFill>
                <a:latin typeface="Oracle Sans Tab"/>
                <a:ea typeface="Oracle Sans Tab"/>
                <a:cs typeface="Oracle Sans Tab"/>
              </a:defRPr>
            </a:lvl1pPr>
          </a:lstStyle>
          <a:p xmlns:a="http://schemas.openxmlformats.org/drawingml/2006/main">
            <a:pPr>
              <a:buNone/>
            </a:pPr>
            <a:r>
              <a:t>Subhead goes here.</a:t>
            </a:r>
          </a:p>
        </p:txBody>
      </p:sp>
      <p:sp>
        <p:nvSpPr>
          <p:cNvPr id="19" name="Text Placeholder 19">
            <a:extLst xmlns:a="http://schemas.openxmlformats.org/drawingml/2006/main">
              <a:ext uri="{FF2B5EF4-FFF2-40B4-BE49-F238E27FC236}">
                <a16:creationId xmlns:a16="http://schemas.microsoft.com/office/drawing/2014/main" id="{E725E68E-222F-2174-3EDA-49279B3A0D6A}"/>
              </a:ext>
            </a:extLst>
          </p:cNvPr>
          <p:cNvSpPr>
            <a:spLocks xmlns:a="http://schemas.openxmlformats.org/drawingml/2006/main" noGrp="1"/>
          </p:cNvSpPr>
          <p:nvPr>
            <p:ph type="body" idx="45"/>
          </p:nvPr>
        </p:nvSpPr>
        <p:spPr>
          <a:xfrm xmlns:a="http://schemas.openxmlformats.org/drawingml/2006/main">
            <a:off x="760698" y="3567051"/>
            <a:ext cx="4764024" cy="457200"/>
          </a:xfrm>
        </p:spPr>
        <p:txBody>
          <a:bodyPr xmlns:a="http://schemas.openxmlformats.org/drawingml/2006/main"/>
          <a:lstStyle xmlns:a="http://schemas.openxmlformats.org/drawingml/2006/main">
            <a:lvl1pPr>
              <a:lnSpc>
                <a:spcPct val="100000"/>
              </a:lnSpc>
              <a:buNone/>
              <a:defRPr/>
            </a:lvl1pPr>
            <a:lvl2pPr>
              <a:lnSpc>
                <a:spcPct val="100000"/>
              </a:lnSpc>
              <a:buNone/>
              <a:defRPr/>
            </a:lvl2pPr>
          </a:lstStyle>
          <a:p xmlns:a="http://schemas.openxmlformats.org/drawingml/2006/main">
            <a:pPr>
              <a:buNone/>
            </a:pPr>
            <a:r>
              <a:t>Click to edit Master text styles</a:t>
            </a:r>
          </a:p>
          <a:p xmlns:a="http://schemas.openxmlformats.org/drawingml/2006/main">
            <a:pPr>
              <a:buNone/>
            </a:pPr>
            <a:r>
              <a:t>Second level</a:t>
            </a:r>
          </a:p>
        </p:txBody>
      </p:sp>
      <p:sp>
        <p:nvSpPr>
          <p:cNvPr id="16" name="Text Placeholder 21">
            <a:extLst xmlns:a="http://schemas.openxmlformats.org/drawingml/2006/main">
              <a:ext uri="{FF2B5EF4-FFF2-40B4-BE49-F238E27FC236}">
                <a16:creationId xmlns:a16="http://schemas.microsoft.com/office/drawing/2014/main" id="{2080E49F-0C27-1D0D-3ADD-B37ABD6F37FA}"/>
              </a:ext>
            </a:extLst>
          </p:cNvPr>
          <p:cNvSpPr>
            <a:spLocks xmlns:a="http://schemas.openxmlformats.org/drawingml/2006/main" noGrp="1"/>
          </p:cNvSpPr>
          <p:nvPr>
            <p:ph type="body" idx="39" hasCustomPrompt="1"/>
          </p:nvPr>
        </p:nvSpPr>
        <p:spPr>
          <a:xfrm xmlns:a="http://schemas.openxmlformats.org/drawingml/2006/main">
            <a:off x="762191" y="4594303"/>
            <a:ext cx="4762532" cy="274320"/>
          </a:xfrm>
          <a:prstGeom xmlns:a="http://schemas.openxmlformats.org/drawingml/2006/main" prst="rect">
            <a:avLst/>
          </a:prstGeom>
        </p:spPr>
        <p:txBody>
          <a:bodyPr xmlns:a="http://schemas.openxmlformats.org/drawingml/2006/main" lIns="0" tIns="0" rIns="0" bIns="0" anchor="ctr"/>
          <a:lstStyle xmlns:a="http://schemas.openxmlformats.org/drawingml/2006/main">
            <a:lvl1pPr marL="0" indent="0" algn="l">
              <a:lnSpc>
                <a:spcPct val="100000"/>
              </a:lnSpc>
              <a:spcAft>
                <a:spcPts val="600"/>
              </a:spcAft>
              <a:buNone/>
              <a:defRPr sz="1600" b="1" i="0">
                <a:solidFill>
                  <a:schemeClr val="tx1"/>
                </a:solidFill>
                <a:latin typeface="Oracle Sans Tab"/>
                <a:ea typeface="Oracle Sans Tab"/>
                <a:cs typeface="Oracle Sans Tab"/>
              </a:defRPr>
            </a:lvl1pPr>
          </a:lstStyle>
          <a:p xmlns:a="http://schemas.openxmlformats.org/drawingml/2006/main">
            <a:pPr>
              <a:buNone/>
            </a:pPr>
            <a:r>
              <a:t>Subhead goes here.</a:t>
            </a:r>
          </a:p>
        </p:txBody>
      </p:sp>
      <p:sp>
        <p:nvSpPr>
          <p:cNvPr id="20" name="Text Placeholder 19">
            <a:extLst xmlns:a="http://schemas.openxmlformats.org/drawingml/2006/main">
              <a:ext uri="{FF2B5EF4-FFF2-40B4-BE49-F238E27FC236}">
                <a16:creationId xmlns:a16="http://schemas.microsoft.com/office/drawing/2014/main" id="{85BD9371-1A26-2813-D974-5AAA802C8FF9}"/>
              </a:ext>
            </a:extLst>
          </p:cNvPr>
          <p:cNvSpPr>
            <a:spLocks xmlns:a="http://schemas.openxmlformats.org/drawingml/2006/main" noGrp="1"/>
          </p:cNvSpPr>
          <p:nvPr>
            <p:ph type="body" idx="46"/>
          </p:nvPr>
        </p:nvSpPr>
        <p:spPr>
          <a:xfrm xmlns:a="http://schemas.openxmlformats.org/drawingml/2006/main">
            <a:off x="760698" y="4937745"/>
            <a:ext cx="4764024" cy="457200"/>
          </a:xfrm>
        </p:spPr>
        <p:txBody>
          <a:bodyPr xmlns:a="http://schemas.openxmlformats.org/drawingml/2006/main"/>
          <a:lstStyle xmlns:a="http://schemas.openxmlformats.org/drawingml/2006/main">
            <a:lvl1pPr>
              <a:lnSpc>
                <a:spcPct val="100000"/>
              </a:lnSpc>
              <a:buNone/>
              <a:defRPr/>
            </a:lvl1pPr>
            <a:lvl2pPr>
              <a:lnSpc>
                <a:spcPct val="100000"/>
              </a:lnSpc>
              <a:buNone/>
              <a:defRPr/>
            </a:lvl2pPr>
          </a:lstStyle>
          <a:p xmlns:a="http://schemas.openxmlformats.org/drawingml/2006/main">
            <a:pPr>
              <a:buNone/>
            </a:pPr>
            <a:r>
              <a:t>Click to edit Master text styles</a:t>
            </a:r>
          </a:p>
          <a:p xmlns:a="http://schemas.openxmlformats.org/drawingml/2006/main">
            <a:pPr>
              <a:buNone/>
            </a:pPr>
            <a:r>
              <a:t>Second level</a:t>
            </a:r>
          </a:p>
        </p:txBody>
      </p:sp>
      <p:sp>
        <p:nvSpPr>
          <p:cNvPr id="3" name="Date Placeholder 2">
            <a:extLst xmlns:a="http://schemas.openxmlformats.org/drawingml/2006/main">
              <a:ext uri="{FF2B5EF4-FFF2-40B4-BE49-F238E27FC236}">
                <a16:creationId xmlns:a16="http://schemas.microsoft.com/office/drawing/2014/main" id="{F60580B6-2712-A8F5-DB62-2F22A9A608A4}"/>
              </a:ext>
            </a:extLst>
          </p:cNvPr>
          <p:cNvSpPr>
            <a:spLocks xmlns:a="http://schemas.openxmlformats.org/drawingml/2006/main" noGrp="1"/>
          </p:cNvSpPr>
          <p:nvPr>
            <p:ph type="dt" idx="47"/>
          </p:nvPr>
        </p:nvSpPr>
        <p:spPr/>
        <p:txBody>
          <a:bodyPr xmlns:a="http://schemas.openxmlformats.org/drawingml/2006/main"/>
          <a:lstStyle xmlns:a="http://schemas.openxmlformats.org/drawingml/2006/main"/>
          <a:p xmlns:a="http://schemas.openxmlformats.org/drawingml/2006/main">
            <a:r>
              <a:t>[Date]</a:t>
            </a:r>
          </a:p>
        </p:txBody>
      </p:sp>
      <p:sp>
        <p:nvSpPr>
          <p:cNvPr id="4" name="Footer Placeholder 3">
            <a:extLst xmlns:a="http://schemas.openxmlformats.org/drawingml/2006/main">
              <a:ext uri="{FF2B5EF4-FFF2-40B4-BE49-F238E27FC236}">
                <a16:creationId xmlns:a16="http://schemas.microsoft.com/office/drawing/2014/main" id="{B8E24A71-8CF4-3873-7E0F-AEC4BEA25D59}"/>
              </a:ext>
            </a:extLst>
          </p:cNvPr>
          <p:cNvSpPr>
            <a:spLocks xmlns:a="http://schemas.openxmlformats.org/drawingml/2006/main" noGrp="1"/>
          </p:cNvSpPr>
          <p:nvPr>
            <p:ph type="ftr" idx="48"/>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5" name="Slide Number Placeholder 4">
            <a:extLst xmlns:a="http://schemas.openxmlformats.org/drawingml/2006/main">
              <a:ext uri="{FF2B5EF4-FFF2-40B4-BE49-F238E27FC236}">
                <a16:creationId xmlns:a16="http://schemas.microsoft.com/office/drawing/2014/main" id="{C5B24197-F70E-5083-896A-F9AC22392498}"/>
              </a:ext>
            </a:extLst>
          </p:cNvPr>
          <p:cNvSpPr>
            <a:spLocks xmlns:a="http://schemas.openxmlformats.org/drawingml/2006/main" noGrp="1"/>
          </p:cNvSpPr>
          <p:nvPr>
            <p:ph type="sldNum" idx="49"/>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82.xml><?xml version="1.0" encoding="utf-8"?>
<p:sldLayout xmlns:p="http://schemas.openxmlformats.org/presentationml/2006/main" preserve="1" userDrawn="1">
  <p:cSld name="Content + Illustration_Dark">
    <p:bg>
      <p:bgRef idx="1001">
        <a:schemeClr xmlns:a="http://schemas.openxmlformats.org/drawingml/2006/main" val="bg2"/>
      </p:bgRef>
    </p:bg>
    <p:spTree>
      <p:nvGrpSpPr>
        <p:cNvPr id="1" name=""/>
        <p:cNvGrpSpPr/>
        <p:nvPr/>
      </p:nvGrpSpPr>
      <p:grpSpPr>
        <a:xfrm xmlns:a="http://schemas.openxmlformats.org/drawingml/2006/main"/>
      </p:grpSpPr>
      <p:sp>
        <p:nvSpPr>
          <p:cNvPr id="6" name="Title 1">
            <a:extLst xmlns:a="http://schemas.openxmlformats.org/drawingml/2006/main">
              <a:ext uri="{FF2B5EF4-FFF2-40B4-BE49-F238E27FC236}">
                <a16:creationId xmlns:a16="http://schemas.microsoft.com/office/drawing/2014/main" id="{90AAD36B-6012-46AE-9059-48412FF4F4CE}"/>
              </a:ext>
            </a:extLst>
          </p:cNvPr>
          <p:cNvSpPr>
            <a:spLocks xmlns:a="http://schemas.openxmlformats.org/drawingml/2006/main" noGrp="1"/>
          </p:cNvSpPr>
          <p:nvPr>
            <p:ph type="title" idx="0" hasCustomPrompt="1"/>
          </p:nvPr>
        </p:nvSpPr>
        <p:spPr>
          <a:xfrm xmlns:a="http://schemas.openxmlformats.org/drawingml/2006/main">
            <a:off x="768875" y="182403"/>
            <a:ext cx="4754880" cy="822960"/>
          </a:xfrm>
        </p:spPr>
        <p:txBody>
          <a:bodyPr xmlns:a="http://schemas.openxmlformats.org/drawingml/2006/main"/>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r>
              <a:t>Title</a:t>
            </a:r>
          </a:p>
        </p:txBody>
      </p:sp>
      <p:sp>
        <p:nvSpPr>
          <p:cNvPr id="13" name="Subtitle">
            <a:extLst xmlns:a="http://schemas.openxmlformats.org/drawingml/2006/main">
              <a:ext uri="{FF2B5EF4-FFF2-40B4-BE49-F238E27FC236}">
                <a16:creationId xmlns:a16="http://schemas.microsoft.com/office/drawing/2014/main" id="{2F0BE92C-B4B2-428B-05A0-35A0A1E50208}"/>
              </a:ext>
            </a:extLst>
          </p:cNvPr>
          <p:cNvSpPr>
            <a:spLocks xmlns:a="http://schemas.openxmlformats.org/drawingml/2006/main" noGrp="1"/>
          </p:cNvSpPr>
          <p:nvPr>
            <p:ph type="body" idx="43" hasCustomPrompt="1"/>
          </p:nvPr>
        </p:nvSpPr>
        <p:spPr>
          <a:xfrm xmlns:a="http://schemas.openxmlformats.org/drawingml/2006/main">
            <a:off x="766763" y="1009904"/>
            <a:ext cx="4754880" cy="330540"/>
          </a:xfrm>
          <a:prstGeom xmlns:a="http://schemas.openxmlformats.org/drawingml/2006/main" prst="rect">
            <a:avLst/>
          </a:prstGeom>
        </p:spPr>
        <p:txBody>
          <a:bodyPr xmlns:a="http://schemas.openxmlformats.org/drawingml/2006/main" lIns="0">
            <a:noAutofit/>
          </a:bodyPr>
          <a:lstStyle xmlns:a="http://schemas.openxmlformats.org/drawingml/2006/main">
            <a:lvl1pPr marL="0" indent="0">
              <a:lnSpc>
                <a:spcPct val="100000"/>
              </a:lnSpc>
              <a:spcAft>
                <a:spcPts val="0"/>
              </a:spcAft>
              <a:buNone/>
              <a:defRPr sz="2000" b="0" i="0">
                <a:latin typeface="Oracle Sans Tab"/>
                <a:ea typeface="Oracle Sans Tab"/>
                <a:cs typeface="Oracle Sans Tab"/>
              </a:defRPr>
            </a:lvl1pPr>
          </a:lstStyle>
          <a:p xmlns:a="http://schemas.openxmlformats.org/drawingml/2006/main">
            <a:pPr>
              <a:buNone/>
            </a:pPr>
            <a:r>
              <a:t>Subtitle</a:t>
            </a:r>
          </a:p>
        </p:txBody>
      </p:sp>
      <p:sp>
        <p:nvSpPr>
          <p:cNvPr id="7" name="Text Placeholder 21">
            <a:extLst xmlns:a="http://schemas.openxmlformats.org/drawingml/2006/main">
              <a:ext uri="{FF2B5EF4-FFF2-40B4-BE49-F238E27FC236}">
                <a16:creationId xmlns:a16="http://schemas.microsoft.com/office/drawing/2014/main" id="{D94B5212-F918-DF01-5172-A319C17449A7}"/>
              </a:ext>
            </a:extLst>
          </p:cNvPr>
          <p:cNvSpPr>
            <a:spLocks xmlns:a="http://schemas.openxmlformats.org/drawingml/2006/main" noGrp="1"/>
          </p:cNvSpPr>
          <p:nvPr>
            <p:ph type="body" idx="32" hasCustomPrompt="1"/>
          </p:nvPr>
        </p:nvSpPr>
        <p:spPr>
          <a:xfrm xmlns:a="http://schemas.openxmlformats.org/drawingml/2006/main">
            <a:off x="762191" y="1965976"/>
            <a:ext cx="4764024" cy="274320"/>
          </a:xfrm>
          <a:prstGeom xmlns:a="http://schemas.openxmlformats.org/drawingml/2006/main" prst="rect">
            <a:avLst/>
          </a:prstGeom>
        </p:spPr>
        <p:txBody>
          <a:bodyPr xmlns:a="http://schemas.openxmlformats.org/drawingml/2006/main" lIns="0" tIns="0" rIns="0" bIns="0" anchor="ctr"/>
          <a:lstStyle xmlns:a="http://schemas.openxmlformats.org/drawingml/2006/main">
            <a:lvl1pPr marL="0" indent="0" algn="l">
              <a:lnSpc>
                <a:spcPct val="100000"/>
              </a:lnSpc>
              <a:spcAft>
                <a:spcPts val="600"/>
              </a:spcAft>
              <a:buNone/>
              <a:defRPr sz="1600" b="1" i="0">
                <a:solidFill>
                  <a:schemeClr val="tx1"/>
                </a:solidFill>
                <a:latin typeface="Oracle Sans Tab"/>
                <a:ea typeface="Oracle Sans Tab"/>
                <a:cs typeface="Oracle Sans Tab"/>
              </a:defRPr>
            </a:lvl1pPr>
          </a:lstStyle>
          <a:p xmlns:a="http://schemas.openxmlformats.org/drawingml/2006/main">
            <a:pPr>
              <a:buNone/>
            </a:pPr>
            <a:r>
              <a:t>Subhead goes here.</a:t>
            </a:r>
          </a:p>
        </p:txBody>
      </p:sp>
      <p:sp>
        <p:nvSpPr>
          <p:cNvPr id="20" name="Text Placeholder 19">
            <a:extLst xmlns:a="http://schemas.openxmlformats.org/drawingml/2006/main">
              <a:ext uri="{FF2B5EF4-FFF2-40B4-BE49-F238E27FC236}">
                <a16:creationId xmlns:a16="http://schemas.microsoft.com/office/drawing/2014/main" id="{3FE2B7B3-F269-EFB7-7B21-A67456B5D4CB}"/>
              </a:ext>
            </a:extLst>
          </p:cNvPr>
          <p:cNvSpPr>
            <a:spLocks xmlns:a="http://schemas.openxmlformats.org/drawingml/2006/main" noGrp="1"/>
          </p:cNvSpPr>
          <p:nvPr>
            <p:ph type="body" idx="44"/>
          </p:nvPr>
        </p:nvSpPr>
        <p:spPr>
          <a:xfrm xmlns:a="http://schemas.openxmlformats.org/drawingml/2006/main">
            <a:off x="760698" y="2309418"/>
            <a:ext cx="4764024" cy="457200"/>
          </a:xfrm>
        </p:spPr>
        <p:txBody>
          <a:bodyPr xmlns:a="http://schemas.openxmlformats.org/drawingml/2006/main"/>
          <a:lstStyle xmlns:a="http://schemas.openxmlformats.org/drawingml/2006/main">
            <a:lvl1pPr>
              <a:lnSpc>
                <a:spcPct val="100000"/>
              </a:lnSpc>
              <a:buNone/>
              <a:defRPr/>
            </a:lvl1pPr>
            <a:lvl2pPr>
              <a:lnSpc>
                <a:spcPct val="100000"/>
              </a:lnSpc>
              <a:buNone/>
              <a:defRPr/>
            </a:lvl2pPr>
          </a:lstStyle>
          <a:p xmlns:a="http://schemas.openxmlformats.org/drawingml/2006/main">
            <a:pPr>
              <a:buNone/>
            </a:pPr>
            <a:r>
              <a:t>Click to edit Master text styles</a:t>
            </a:r>
          </a:p>
          <a:p xmlns:a="http://schemas.openxmlformats.org/drawingml/2006/main">
            <a:pPr>
              <a:buNone/>
            </a:pPr>
            <a:r>
              <a:t>Second level</a:t>
            </a:r>
          </a:p>
        </p:txBody>
      </p:sp>
      <p:sp>
        <p:nvSpPr>
          <p:cNvPr id="9" name="Text Placeholder 21">
            <a:extLst xmlns:a="http://schemas.openxmlformats.org/drawingml/2006/main">
              <a:ext uri="{FF2B5EF4-FFF2-40B4-BE49-F238E27FC236}">
                <a16:creationId xmlns:a16="http://schemas.microsoft.com/office/drawing/2014/main" id="{BCEC7A68-80D1-7F0E-65E6-F442ED207687}"/>
              </a:ext>
            </a:extLst>
          </p:cNvPr>
          <p:cNvSpPr>
            <a:spLocks xmlns:a="http://schemas.openxmlformats.org/drawingml/2006/main" noGrp="1"/>
          </p:cNvSpPr>
          <p:nvPr>
            <p:ph type="body" idx="38" hasCustomPrompt="1"/>
          </p:nvPr>
        </p:nvSpPr>
        <p:spPr>
          <a:xfrm xmlns:a="http://schemas.openxmlformats.org/drawingml/2006/main">
            <a:off x="762191" y="3222718"/>
            <a:ext cx="4762532" cy="274320"/>
          </a:xfrm>
          <a:prstGeom xmlns:a="http://schemas.openxmlformats.org/drawingml/2006/main" prst="rect">
            <a:avLst/>
          </a:prstGeom>
        </p:spPr>
        <p:txBody>
          <a:bodyPr xmlns:a="http://schemas.openxmlformats.org/drawingml/2006/main" lIns="0" tIns="0" rIns="0" bIns="0" anchor="ctr"/>
          <a:lstStyle xmlns:a="http://schemas.openxmlformats.org/drawingml/2006/main">
            <a:lvl1pPr marL="0" indent="0" algn="l">
              <a:lnSpc>
                <a:spcPct val="100000"/>
              </a:lnSpc>
              <a:spcAft>
                <a:spcPts val="600"/>
              </a:spcAft>
              <a:buNone/>
              <a:defRPr sz="1600" b="1" i="0">
                <a:solidFill>
                  <a:schemeClr val="tx1"/>
                </a:solidFill>
                <a:latin typeface="Oracle Sans Tab"/>
                <a:ea typeface="Oracle Sans Tab"/>
                <a:cs typeface="Oracle Sans Tab"/>
              </a:defRPr>
            </a:lvl1pPr>
          </a:lstStyle>
          <a:p xmlns:a="http://schemas.openxmlformats.org/drawingml/2006/main">
            <a:pPr>
              <a:buNone/>
            </a:pPr>
            <a:r>
              <a:t>Subhead goes here.</a:t>
            </a:r>
          </a:p>
        </p:txBody>
      </p:sp>
      <p:sp>
        <p:nvSpPr>
          <p:cNvPr id="21" name="Text Placeholder 19">
            <a:extLst xmlns:a="http://schemas.openxmlformats.org/drawingml/2006/main">
              <a:ext uri="{FF2B5EF4-FFF2-40B4-BE49-F238E27FC236}">
                <a16:creationId xmlns:a16="http://schemas.microsoft.com/office/drawing/2014/main" id="{D61461B8-CD09-2000-05E6-9B3BC9D25CD5}"/>
              </a:ext>
            </a:extLst>
          </p:cNvPr>
          <p:cNvSpPr>
            <a:spLocks xmlns:a="http://schemas.openxmlformats.org/drawingml/2006/main" noGrp="1"/>
          </p:cNvSpPr>
          <p:nvPr>
            <p:ph type="body" idx="45"/>
          </p:nvPr>
        </p:nvSpPr>
        <p:spPr>
          <a:xfrm xmlns:a="http://schemas.openxmlformats.org/drawingml/2006/main">
            <a:off x="760698" y="3567051"/>
            <a:ext cx="4764024" cy="457200"/>
          </a:xfrm>
        </p:spPr>
        <p:txBody>
          <a:bodyPr xmlns:a="http://schemas.openxmlformats.org/drawingml/2006/main"/>
          <a:lstStyle xmlns:a="http://schemas.openxmlformats.org/drawingml/2006/main">
            <a:lvl1pPr>
              <a:lnSpc>
                <a:spcPct val="100000"/>
              </a:lnSpc>
              <a:buNone/>
              <a:defRPr/>
            </a:lvl1pPr>
            <a:lvl2pPr>
              <a:lnSpc>
                <a:spcPct val="100000"/>
              </a:lnSpc>
              <a:buNone/>
              <a:defRPr/>
            </a:lvl2pPr>
          </a:lstStyle>
          <a:p xmlns:a="http://schemas.openxmlformats.org/drawingml/2006/main">
            <a:pPr>
              <a:buNone/>
            </a:pPr>
            <a:r>
              <a:t>Click to edit Master text styles</a:t>
            </a:r>
          </a:p>
          <a:p xmlns:a="http://schemas.openxmlformats.org/drawingml/2006/main">
            <a:pPr>
              <a:buNone/>
            </a:pPr>
            <a:r>
              <a:t>Second level</a:t>
            </a:r>
          </a:p>
        </p:txBody>
      </p:sp>
      <p:sp>
        <p:nvSpPr>
          <p:cNvPr id="11" name="Text Placeholder 21">
            <a:extLst xmlns:a="http://schemas.openxmlformats.org/drawingml/2006/main">
              <a:ext uri="{FF2B5EF4-FFF2-40B4-BE49-F238E27FC236}">
                <a16:creationId xmlns:a16="http://schemas.microsoft.com/office/drawing/2014/main" id="{A3E124E7-38A2-4149-5708-BE9F62CFA604}"/>
              </a:ext>
            </a:extLst>
          </p:cNvPr>
          <p:cNvSpPr>
            <a:spLocks xmlns:a="http://schemas.openxmlformats.org/drawingml/2006/main" noGrp="1"/>
          </p:cNvSpPr>
          <p:nvPr>
            <p:ph type="body" idx="39" hasCustomPrompt="1"/>
          </p:nvPr>
        </p:nvSpPr>
        <p:spPr>
          <a:xfrm xmlns:a="http://schemas.openxmlformats.org/drawingml/2006/main">
            <a:off x="762191" y="4594303"/>
            <a:ext cx="4762532" cy="274320"/>
          </a:xfrm>
          <a:prstGeom xmlns:a="http://schemas.openxmlformats.org/drawingml/2006/main" prst="rect">
            <a:avLst/>
          </a:prstGeom>
        </p:spPr>
        <p:txBody>
          <a:bodyPr xmlns:a="http://schemas.openxmlformats.org/drawingml/2006/main" lIns="0" tIns="0" rIns="0" bIns="0" anchor="ctr"/>
          <a:lstStyle xmlns:a="http://schemas.openxmlformats.org/drawingml/2006/main">
            <a:lvl1pPr marL="0" indent="0" algn="l">
              <a:lnSpc>
                <a:spcPct val="100000"/>
              </a:lnSpc>
              <a:spcAft>
                <a:spcPts val="600"/>
              </a:spcAft>
              <a:buNone/>
              <a:defRPr sz="1600" b="1" i="0">
                <a:solidFill>
                  <a:schemeClr val="tx1"/>
                </a:solidFill>
                <a:latin typeface="Oracle Sans Tab"/>
                <a:ea typeface="Oracle Sans Tab"/>
                <a:cs typeface="Oracle Sans Tab"/>
              </a:defRPr>
            </a:lvl1pPr>
          </a:lstStyle>
          <a:p xmlns:a="http://schemas.openxmlformats.org/drawingml/2006/main">
            <a:pPr>
              <a:buNone/>
            </a:pPr>
            <a:r>
              <a:t>Subhead goes here.</a:t>
            </a:r>
          </a:p>
        </p:txBody>
      </p:sp>
      <p:sp>
        <p:nvSpPr>
          <p:cNvPr id="22" name="Text Placeholder 19">
            <a:extLst xmlns:a="http://schemas.openxmlformats.org/drawingml/2006/main">
              <a:ext uri="{FF2B5EF4-FFF2-40B4-BE49-F238E27FC236}">
                <a16:creationId xmlns:a16="http://schemas.microsoft.com/office/drawing/2014/main" id="{4FBE4EEC-B947-E852-0B29-987839C3A3D6}"/>
              </a:ext>
            </a:extLst>
          </p:cNvPr>
          <p:cNvSpPr>
            <a:spLocks xmlns:a="http://schemas.openxmlformats.org/drawingml/2006/main" noGrp="1"/>
          </p:cNvSpPr>
          <p:nvPr>
            <p:ph type="body" idx="46"/>
          </p:nvPr>
        </p:nvSpPr>
        <p:spPr>
          <a:xfrm xmlns:a="http://schemas.openxmlformats.org/drawingml/2006/main">
            <a:off x="760698" y="4937745"/>
            <a:ext cx="4764024" cy="457200"/>
          </a:xfrm>
        </p:spPr>
        <p:txBody>
          <a:bodyPr xmlns:a="http://schemas.openxmlformats.org/drawingml/2006/main"/>
          <a:lstStyle xmlns:a="http://schemas.openxmlformats.org/drawingml/2006/main">
            <a:lvl1pPr>
              <a:lnSpc>
                <a:spcPct val="100000"/>
              </a:lnSpc>
              <a:buNone/>
              <a:defRPr/>
            </a:lvl1pPr>
            <a:lvl2pPr>
              <a:lnSpc>
                <a:spcPct val="100000"/>
              </a:lnSpc>
              <a:buNone/>
              <a:defRPr/>
            </a:lvl2pPr>
          </a:lstStyle>
          <a:p xmlns:a="http://schemas.openxmlformats.org/drawingml/2006/main">
            <a:pPr>
              <a:buNone/>
            </a:pPr>
            <a:r>
              <a:t>Click to edit Master text styles</a:t>
            </a:r>
          </a:p>
          <a:p xmlns:a="http://schemas.openxmlformats.org/drawingml/2006/main">
            <a:pPr>
              <a:buNone/>
            </a:pPr>
            <a:r>
              <a:t>Second level</a:t>
            </a:r>
          </a:p>
        </p:txBody>
      </p:sp>
      <p:sp>
        <p:nvSpPr>
          <p:cNvPr id="18" name="Picture Placeholder 17">
            <a:extLst xmlns:a="http://schemas.openxmlformats.org/drawingml/2006/main">
              <a:ext uri="{FF2B5EF4-FFF2-40B4-BE49-F238E27FC236}">
                <a16:creationId xmlns:a16="http://schemas.microsoft.com/office/drawing/2014/main" id="{BB55E146-CDC2-714E-AEDA-21D37E508E28}"/>
              </a:ext>
            </a:extLst>
          </p:cNvPr>
          <p:cNvSpPr>
            <a:spLocks xmlns:a="http://schemas.openxmlformats.org/drawingml/2006/main" noGrp="1"/>
          </p:cNvSpPr>
          <p:nvPr>
            <p:ph type="pic" idx="11" hasCustomPrompt="1"/>
          </p:nvPr>
        </p:nvSpPr>
        <p:spPr>
          <a:xfrm xmlns:a="http://schemas.openxmlformats.org/drawingml/2006/main">
            <a:off x="6096000" y="0"/>
            <a:ext cx="6096000" cy="6858000"/>
          </a:xfrm>
          <a:prstGeom xmlns:a="http://schemas.openxmlformats.org/drawingml/2006/main" prst="rect">
            <a:avLst/>
          </a:prstGeom>
          <a:solidFill xmlns:a="http://schemas.openxmlformats.org/drawingml/2006/main">
            <a:srgbClr val="AEA8A2"/>
          </a:solidFill>
        </p:spPr>
        <p:txBody>
          <a:bodyPr xmlns:a="http://schemas.openxmlformats.org/drawingml/2006/main" lIns="72000" tIns="72000" rIns="0"/>
          <a:lstStyle xmlns:a="http://schemas.openxmlformats.org/drawingml/2006/main">
            <a:lvl1pPr algn="ctr">
              <a:buNone/>
              <a:defRPr sz="1400" b="0" i="0">
                <a:solidFill>
                  <a:schemeClr val="bg1"/>
                </a:solidFill>
                <a:latin typeface="Oracle Sans Tab Light"/>
                <a:ea typeface="Oracle Sans Tab Light"/>
                <a:cs typeface="Oracle Sans Tab Light"/>
              </a:defRPr>
            </a:lvl1pPr>
          </a:lstStyle>
          <a:p xmlns:a="http://schemas.openxmlformats.org/drawingml/2006/main">
            <a:r>
              <a:t>Click to add photo or illustration</a:t>
            </a:r>
          </a:p>
          <a:p xmlns:a="http://schemas.openxmlformats.org/drawingml/2006/main"/>
        </p:txBody>
      </p:sp>
      <p:pic>
        <p:nvPicPr>
          <p:cNvPr id="26" name="OTag"/>
          <p:cNvPicPr>
            <a:picLocks xmlns:a="http://schemas.openxmlformats.org/drawingml/2006/main" noChangeAspect="1"/>
          </p:cNvPicPr>
          <p:nvPr/>
        </p:nvPicPr>
        <p:blipFill>
          <a:blip xmlns:r="http://schemas.openxmlformats.org/officeDocument/2006/relationships" xmlns:a="http://schemas.openxmlformats.org/drawingml/2006/main" r:embed="Rfe3bb712bef04a3a"/>
          <a:stretch xmlns:a="http://schemas.openxmlformats.org/drawingml/2006/main">
            <a:fillRect l="0" t="0" r="0" b="0"/>
          </a:stretch>
        </p:blipFill>
        <p:spPr>
          <a:xfrm xmlns:a="http://schemas.openxmlformats.org/drawingml/2006/main">
            <a:off x="11405616" y="6464808"/>
            <a:ext cx="393192" cy="393192"/>
          </a:xfrm>
          <a:prstGeom xmlns:a="http://schemas.openxmlformats.org/drawingml/2006/main" prst="rect">
            <a:avLst/>
          </a:prstGeom>
        </p:spPr>
      </p:pic>
      <p:sp>
        <p:nvSpPr>
          <p:cNvPr id="8" name="Date Placeholder 7">
            <a:extLst xmlns:a="http://schemas.openxmlformats.org/drawingml/2006/main">
              <a:ext uri="{FF2B5EF4-FFF2-40B4-BE49-F238E27FC236}">
                <a16:creationId xmlns:a16="http://schemas.microsoft.com/office/drawing/2014/main" id="{637CD612-0FAE-CCAC-40CA-DFEBED2BC273}"/>
              </a:ext>
            </a:extLst>
          </p:cNvPr>
          <p:cNvSpPr>
            <a:spLocks xmlns:a="http://schemas.openxmlformats.org/drawingml/2006/main" noGrp="1"/>
          </p:cNvSpPr>
          <p:nvPr>
            <p:ph type="dt" idx="47"/>
          </p:nvPr>
        </p:nvSpPr>
        <p:spPr/>
        <p:txBody>
          <a:bodyPr xmlns:a="http://schemas.openxmlformats.org/drawingml/2006/main"/>
          <a:lstStyle xmlns:a="http://schemas.openxmlformats.org/drawingml/2006/main"/>
          <a:p xmlns:a="http://schemas.openxmlformats.org/drawingml/2006/main">
            <a:r>
              <a:t>[Date]</a:t>
            </a:r>
          </a:p>
        </p:txBody>
      </p:sp>
      <p:sp>
        <p:nvSpPr>
          <p:cNvPr id="10" name="Footer Placeholder 9">
            <a:extLst xmlns:a="http://schemas.openxmlformats.org/drawingml/2006/main">
              <a:ext uri="{FF2B5EF4-FFF2-40B4-BE49-F238E27FC236}">
                <a16:creationId xmlns:a16="http://schemas.microsoft.com/office/drawing/2014/main" id="{4EF39D15-54EB-6D2E-17BC-A95843439ABA}"/>
              </a:ext>
            </a:extLst>
          </p:cNvPr>
          <p:cNvSpPr>
            <a:spLocks xmlns:a="http://schemas.openxmlformats.org/drawingml/2006/main" noGrp="1"/>
          </p:cNvSpPr>
          <p:nvPr>
            <p:ph type="ftr" idx="48"/>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12" name="Slide Number Placeholder 11">
            <a:extLst xmlns:a="http://schemas.openxmlformats.org/drawingml/2006/main">
              <a:ext uri="{FF2B5EF4-FFF2-40B4-BE49-F238E27FC236}">
                <a16:creationId xmlns:a16="http://schemas.microsoft.com/office/drawing/2014/main" id="{721B3CCC-EEE5-A821-2A94-C3F61D5F2487}"/>
              </a:ext>
            </a:extLst>
          </p:cNvPr>
          <p:cNvSpPr>
            <a:spLocks xmlns:a="http://schemas.openxmlformats.org/drawingml/2006/main" noGrp="1"/>
          </p:cNvSpPr>
          <p:nvPr>
            <p:ph type="sldNum" idx="49"/>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83.xml><?xml version="1.0" encoding="utf-8"?>
<p:sldLayout xmlns:p="http://schemas.openxmlformats.org/presentationml/2006/main" preserve="1" userDrawn="1">
  <p:cSld name="Light - 3 Icons, Subhead and text">
    <p:bg>
      <p:bgRef idx="1001">
        <a:schemeClr xmlns:a="http://schemas.openxmlformats.org/drawingml/2006/main" val="bg2"/>
      </p:bgRef>
    </p:bg>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0F9FC0DC-6C36-4AC7-90FE-9BE28E17F1BF}"/>
              </a:ext>
            </a:extLst>
          </p:cNvPr>
          <p:cNvSpPr>
            <a:spLocks xmlns:a="http://schemas.openxmlformats.org/drawingml/2006/main" noGrp="1"/>
          </p:cNvSpPr>
          <p:nvPr>
            <p:ph type="title" idx="0" hasCustomPrompt="1"/>
          </p:nvPr>
        </p:nvSpPr>
        <p:spPr/>
        <p:txBody>
          <a:bodyPr xmlns:a="http://schemas.openxmlformats.org/drawingml/2006/main"/>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r>
              <a:t>Title</a:t>
            </a:r>
          </a:p>
        </p:txBody>
      </p:sp>
      <p:sp>
        <p:nvSpPr>
          <p:cNvPr id="3" name="Picture Placeholder 2">
            <a:extLst xmlns:a="http://schemas.openxmlformats.org/drawingml/2006/main">
              <a:ext uri="{FF2B5EF4-FFF2-40B4-BE49-F238E27FC236}">
                <a16:creationId xmlns:a16="http://schemas.microsoft.com/office/drawing/2014/main" id="{C4A0F212-7687-B242-8162-FFAC910A60EF}"/>
              </a:ext>
            </a:extLst>
          </p:cNvPr>
          <p:cNvSpPr>
            <a:spLocks xmlns:a="http://schemas.openxmlformats.org/drawingml/2006/main" noGrp="1"/>
          </p:cNvSpPr>
          <p:nvPr>
            <p:ph type="pic" idx="26" hasCustomPrompt="1"/>
          </p:nvPr>
        </p:nvSpPr>
        <p:spPr>
          <a:xfrm xmlns:a="http://schemas.openxmlformats.org/drawingml/2006/main">
            <a:off x="905836" y="1903856"/>
            <a:ext cx="1893870" cy="1698098"/>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a:buNone/>
              <a:defRPr sz="1200" b="0" i="0">
                <a:latin typeface="Oracle Sans Tab Light"/>
                <a:ea typeface="Oracle Sans Tab Light"/>
                <a:cs typeface="Oracle Sans Tab Light"/>
              </a:defRPr>
            </a:lvl1pPr>
          </a:lstStyle>
          <a:p xmlns:a="http://schemas.openxmlformats.org/drawingml/2006/main">
            <a:r>
              <a:t>Click to insert icon</a:t>
            </a:r>
          </a:p>
        </p:txBody>
      </p:sp>
      <p:sp>
        <p:nvSpPr>
          <p:cNvPr id="14" name="Text Placeholder 21">
            <a:extLst xmlns:a="http://schemas.openxmlformats.org/drawingml/2006/main">
              <a:ext uri="{FF2B5EF4-FFF2-40B4-BE49-F238E27FC236}">
                <a16:creationId xmlns:a16="http://schemas.microsoft.com/office/drawing/2014/main" id="{920A2EEA-131E-DA4C-92C3-898A80B8B561}"/>
              </a:ext>
            </a:extLst>
          </p:cNvPr>
          <p:cNvSpPr>
            <a:spLocks xmlns:a="http://schemas.openxmlformats.org/drawingml/2006/main" noGrp="1"/>
          </p:cNvSpPr>
          <p:nvPr>
            <p:ph type="body" idx="25" hasCustomPrompt="1"/>
          </p:nvPr>
        </p:nvSpPr>
        <p:spPr>
          <a:xfrm xmlns:a="http://schemas.openxmlformats.org/drawingml/2006/main">
            <a:off x="911114" y="3983730"/>
            <a:ext cx="2276930" cy="323885"/>
          </a:xfrm>
          <a:prstGeom xmlns:a="http://schemas.openxmlformats.org/drawingml/2006/main" prst="rect">
            <a:avLst/>
          </a:prstGeom>
          <a:noFill xmlns:a="http://schemas.openxmlformats.org/drawingml/2006/main"/>
        </p:spPr>
        <p:txBody>
          <a:bodyPr xmlns:a="http://schemas.openxmlformats.org/drawingml/2006/main" lIns="0" tIns="0" rIns="0" bIns="0" anchor="ctr"/>
          <a:lstStyle xmlns:a="http://schemas.openxmlformats.org/drawingml/2006/main">
            <a:lvl1pPr algn="l">
              <a:lnSpc>
                <a:spcPct val="100000"/>
              </a:lnSpc>
              <a:buNone/>
              <a:defRPr sz="1600" b="1" i="0">
                <a:solidFill>
                  <a:schemeClr val="tx1"/>
                </a:solidFill>
                <a:latin typeface="Oracle Sans Tab"/>
                <a:ea typeface="Oracle Sans Tab"/>
                <a:cs typeface="Oracle Sans Tab"/>
              </a:defRPr>
            </a:lvl1pPr>
          </a:lstStyle>
          <a:p xmlns:a="http://schemas.openxmlformats.org/drawingml/2006/main">
            <a:pPr>
              <a:buNone/>
            </a:pPr>
            <a:r>
              <a:t>Subhead goes here</a:t>
            </a:r>
          </a:p>
        </p:txBody>
      </p:sp>
      <p:sp>
        <p:nvSpPr>
          <p:cNvPr id="11" name="Text Placeholder 21">
            <a:extLst xmlns:a="http://schemas.openxmlformats.org/drawingml/2006/main">
              <a:ext uri="{FF2B5EF4-FFF2-40B4-BE49-F238E27FC236}">
                <a16:creationId xmlns:a16="http://schemas.microsoft.com/office/drawing/2014/main" id="{442F0FF9-B575-DD4A-AF68-999EE8B4FE0D}"/>
              </a:ext>
            </a:extLst>
          </p:cNvPr>
          <p:cNvSpPr>
            <a:spLocks xmlns:a="http://schemas.openxmlformats.org/drawingml/2006/main" noGrp="1"/>
          </p:cNvSpPr>
          <p:nvPr>
            <p:ph type="body" idx="24" hasCustomPrompt="1"/>
          </p:nvPr>
        </p:nvSpPr>
        <p:spPr>
          <a:xfrm xmlns:a="http://schemas.openxmlformats.org/drawingml/2006/main">
            <a:off x="911114" y="4377376"/>
            <a:ext cx="2276930" cy="1244947"/>
          </a:xfrm>
          <a:prstGeom xmlns:a="http://schemas.openxmlformats.org/drawingml/2006/main" prst="rect">
            <a:avLst/>
          </a:prstGeom>
          <a:noFill xmlns:a="http://schemas.openxmlformats.org/drawingml/2006/main"/>
        </p:spPr>
        <p:txBody>
          <a:bodyPr xmlns:a="http://schemas.openxmlformats.org/drawingml/2006/main" lIns="0" tIns="0" rIns="0" bIns="0"/>
          <a:lstStyle xmlns:a="http://schemas.openxmlformats.org/drawingml/2006/main">
            <a:lvl1pPr algn="l">
              <a:lnSpc>
                <a:spcPct val="100000"/>
              </a:lnSpc>
              <a:buNone/>
              <a:defRPr sz="1600" b="0" i="0">
                <a:solidFill>
                  <a:schemeClr val="tx2"/>
                </a:solidFill>
                <a:latin typeface="Oracle Sans Tab"/>
                <a:ea typeface="Oracle Sans Tab"/>
                <a:cs typeface="Oracle Sans Tab"/>
              </a:defRPr>
            </a:lvl1pPr>
          </a:lstStyle>
          <a:p xmlns:a="http://schemas.openxmlformats.org/drawingml/2006/main">
            <a:pPr>
              <a:buNone/>
            </a:pPr>
            <a:r>
              <a:t>Lorem ipsum </a:t>
            </a:r>
            <a:r>
              <a:t>dolor</a:t>
            </a:r>
            <a:r>
              <a:t> sit </a:t>
            </a:r>
            <a:r>
              <a:t>amet</a:t>
            </a:r>
            <a:r>
              <a:t>, </a:t>
            </a:r>
            <a:r>
              <a:t>consectetur</a:t>
            </a:r>
            <a:r>
              <a:t> </a:t>
            </a:r>
            <a:r>
              <a:t>adipiscing</a:t>
            </a:r>
            <a:r>
              <a:t> </a:t>
            </a:r>
            <a:r>
              <a:t>elit</a:t>
            </a:r>
            <a:r>
              <a:t>, </a:t>
            </a:r>
            <a:r>
              <a:t>sed</a:t>
            </a:r>
            <a:r>
              <a:t> do </a:t>
            </a:r>
            <a:r>
              <a:t>eiusmod</a:t>
            </a:r>
            <a:r>
              <a:t> </a:t>
            </a:r>
            <a:r>
              <a:t>tempor</a:t>
            </a:r>
            <a:r>
              <a:t>.</a:t>
            </a:r>
          </a:p>
        </p:txBody>
      </p:sp>
      <p:sp>
        <p:nvSpPr>
          <p:cNvPr id="5" name="Straight Connector 4">
            <a:extLst xmlns:a="http://schemas.openxmlformats.org/drawingml/2006/main">
              <a:ext uri="{FF2B5EF4-FFF2-40B4-BE49-F238E27FC236}">
                <a16:creationId xmlns:a16="http://schemas.microsoft.com/office/drawing/2014/main" id="{CEE5BD68-2784-495A-B56C-BFFA1F2137E9}"/>
              </a:ext>
            </a:extLst>
          </p:cNvPr>
          <p:cNvSpPr>
            <a:spLocks xmlns:a="http://schemas.openxmlformats.org/drawingml/2006/main" noGrp="1"/>
          </p:cNvSpPr>
          <p:nvPr/>
        </p:nvSpPr>
        <p:spPr>
          <a:xfrm xmlns:a="http://schemas.openxmlformats.org/drawingml/2006/main">
            <a:off x="4003589" y="1588179"/>
            <a:ext cx="0" cy="4378421"/>
          </a:xfrm>
          <a:prstGeom xmlns:a="http://schemas.openxmlformats.org/drawingml/2006/main" prst="line">
            <a:avLst/>
          </a:prstGeom>
          <a:ln xmlns:a="http://schemas.openxmlformats.org/drawingml/2006/main" w="12700">
            <a:solidFill>
              <a:srgbClr val="8B8580">
                <a:alpha val="50000"/>
              </a:srgbClr>
            </a:solidFill>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
        <p:nvSpPr>
          <p:cNvPr id="22" name="Picture Placeholder 2">
            <a:extLst xmlns:a="http://schemas.openxmlformats.org/drawingml/2006/main">
              <a:ext uri="{FF2B5EF4-FFF2-40B4-BE49-F238E27FC236}">
                <a16:creationId xmlns:a16="http://schemas.microsoft.com/office/drawing/2014/main" id="{00545EAB-02F2-4D35-839F-11095FE3779B}"/>
              </a:ext>
            </a:extLst>
          </p:cNvPr>
          <p:cNvSpPr>
            <a:spLocks xmlns:a="http://schemas.openxmlformats.org/drawingml/2006/main" noGrp="1"/>
          </p:cNvSpPr>
          <p:nvPr>
            <p:ph type="pic" idx="33" hasCustomPrompt="1"/>
          </p:nvPr>
        </p:nvSpPr>
        <p:spPr>
          <a:xfrm xmlns:a="http://schemas.openxmlformats.org/drawingml/2006/main">
            <a:off x="4797315" y="1917370"/>
            <a:ext cx="1893870" cy="1698098"/>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a:buNone/>
              <a:defRPr sz="1200" b="0" i="0">
                <a:latin typeface="Oracle Sans Tab Light"/>
                <a:ea typeface="Oracle Sans Tab Light"/>
                <a:cs typeface="Oracle Sans Tab Light"/>
              </a:defRPr>
            </a:lvl1pPr>
          </a:lstStyle>
          <a:p xmlns:a="http://schemas.openxmlformats.org/drawingml/2006/main">
            <a:r>
              <a:t>Click to insert icon</a:t>
            </a:r>
          </a:p>
        </p:txBody>
      </p:sp>
      <p:sp>
        <p:nvSpPr>
          <p:cNvPr id="23" name="Text Placeholder 21">
            <a:extLst xmlns:a="http://schemas.openxmlformats.org/drawingml/2006/main">
              <a:ext uri="{FF2B5EF4-FFF2-40B4-BE49-F238E27FC236}">
                <a16:creationId xmlns:a16="http://schemas.microsoft.com/office/drawing/2014/main" id="{C85CBC82-72D6-46B3-9B52-627E5BC2BC55}"/>
              </a:ext>
            </a:extLst>
          </p:cNvPr>
          <p:cNvSpPr>
            <a:spLocks xmlns:a="http://schemas.openxmlformats.org/drawingml/2006/main" noGrp="1"/>
          </p:cNvSpPr>
          <p:nvPr>
            <p:ph type="body" idx="34" hasCustomPrompt="1"/>
          </p:nvPr>
        </p:nvSpPr>
        <p:spPr>
          <a:xfrm xmlns:a="http://schemas.openxmlformats.org/drawingml/2006/main">
            <a:off x="4797315" y="3983730"/>
            <a:ext cx="2276930" cy="323885"/>
          </a:xfrm>
          <a:prstGeom xmlns:a="http://schemas.openxmlformats.org/drawingml/2006/main" prst="rect">
            <a:avLst/>
          </a:prstGeom>
          <a:noFill xmlns:a="http://schemas.openxmlformats.org/drawingml/2006/main"/>
        </p:spPr>
        <p:txBody>
          <a:bodyPr xmlns:a="http://schemas.openxmlformats.org/drawingml/2006/main" lIns="0" tIns="0" rIns="0" bIns="0" anchor="ctr"/>
          <a:lstStyle xmlns:a="http://schemas.openxmlformats.org/drawingml/2006/main">
            <a:lvl1pPr algn="l">
              <a:lnSpc>
                <a:spcPct val="100000"/>
              </a:lnSpc>
              <a:buNone/>
              <a:defRPr sz="1600" b="1" i="0">
                <a:solidFill>
                  <a:schemeClr val="tx1"/>
                </a:solidFill>
                <a:latin typeface="Oracle Sans Tab"/>
                <a:ea typeface="Oracle Sans Tab"/>
                <a:cs typeface="Oracle Sans Tab"/>
              </a:defRPr>
            </a:lvl1pPr>
          </a:lstStyle>
          <a:p xmlns:a="http://schemas.openxmlformats.org/drawingml/2006/main">
            <a:pPr>
              <a:buNone/>
            </a:pPr>
            <a:r>
              <a:t>Subhead goes here</a:t>
            </a:r>
          </a:p>
        </p:txBody>
      </p:sp>
      <p:sp>
        <p:nvSpPr>
          <p:cNvPr id="29" name="Text Placeholder 21">
            <a:extLst xmlns:a="http://schemas.openxmlformats.org/drawingml/2006/main">
              <a:ext uri="{FF2B5EF4-FFF2-40B4-BE49-F238E27FC236}">
                <a16:creationId xmlns:a16="http://schemas.microsoft.com/office/drawing/2014/main" id="{0FA9D0FA-EA15-4919-BEB9-4C5EE9D8CDFF}"/>
              </a:ext>
            </a:extLst>
          </p:cNvPr>
          <p:cNvSpPr>
            <a:spLocks xmlns:a="http://schemas.openxmlformats.org/drawingml/2006/main" noGrp="1"/>
          </p:cNvSpPr>
          <p:nvPr>
            <p:ph type="body" idx="35" hasCustomPrompt="1"/>
          </p:nvPr>
        </p:nvSpPr>
        <p:spPr>
          <a:xfrm xmlns:a="http://schemas.openxmlformats.org/drawingml/2006/main">
            <a:off x="4797315" y="4377376"/>
            <a:ext cx="2276930" cy="1244947"/>
          </a:xfrm>
          <a:prstGeom xmlns:a="http://schemas.openxmlformats.org/drawingml/2006/main" prst="rect">
            <a:avLst/>
          </a:prstGeom>
          <a:noFill xmlns:a="http://schemas.openxmlformats.org/drawingml/2006/main"/>
        </p:spPr>
        <p:txBody>
          <a:bodyPr xmlns:a="http://schemas.openxmlformats.org/drawingml/2006/main" lIns="0" tIns="0" rIns="0" bIns="0"/>
          <a:lstStyle xmlns:a="http://schemas.openxmlformats.org/drawingml/2006/main">
            <a:lvl1pPr algn="l">
              <a:lnSpc>
                <a:spcPct val="100000"/>
              </a:lnSpc>
              <a:buNone/>
              <a:defRPr sz="1600" b="0" i="0">
                <a:solidFill>
                  <a:schemeClr val="tx2"/>
                </a:solidFill>
                <a:latin typeface="Oracle Sans Tab"/>
                <a:ea typeface="Oracle Sans Tab"/>
                <a:cs typeface="Oracle Sans Tab"/>
              </a:defRPr>
            </a:lvl1pPr>
          </a:lstStyle>
          <a:p xmlns:a="http://schemas.openxmlformats.org/drawingml/2006/main">
            <a:pPr>
              <a:buNone/>
            </a:pPr>
            <a:r>
              <a:t>Lorem ipsum </a:t>
            </a:r>
            <a:r>
              <a:t>dolor</a:t>
            </a:r>
            <a:r>
              <a:t> sit </a:t>
            </a:r>
            <a:r>
              <a:t>amet</a:t>
            </a:r>
            <a:r>
              <a:t>, </a:t>
            </a:r>
            <a:r>
              <a:t>consectetur</a:t>
            </a:r>
            <a:r>
              <a:t> </a:t>
            </a:r>
            <a:r>
              <a:t>adipiscing</a:t>
            </a:r>
            <a:r>
              <a:t> </a:t>
            </a:r>
            <a:r>
              <a:t>elit</a:t>
            </a:r>
            <a:r>
              <a:t>, </a:t>
            </a:r>
            <a:r>
              <a:t>sed</a:t>
            </a:r>
            <a:r>
              <a:t> do </a:t>
            </a:r>
            <a:r>
              <a:t>eiusmod</a:t>
            </a:r>
            <a:r>
              <a:t> </a:t>
            </a:r>
            <a:r>
              <a:t>tempor</a:t>
            </a:r>
            <a:r>
              <a:t>.</a:t>
            </a:r>
          </a:p>
        </p:txBody>
      </p:sp>
      <p:sp>
        <p:nvSpPr>
          <p:cNvPr id="28" name="Straight Connector 27">
            <a:extLst xmlns:a="http://schemas.openxmlformats.org/drawingml/2006/main">
              <a:ext uri="{FF2B5EF4-FFF2-40B4-BE49-F238E27FC236}">
                <a16:creationId xmlns:a16="http://schemas.microsoft.com/office/drawing/2014/main" id="{34EAC0C9-C21D-459F-A8B7-30DCC6B5E963}"/>
              </a:ext>
            </a:extLst>
          </p:cNvPr>
          <p:cNvSpPr>
            <a:spLocks xmlns:a="http://schemas.openxmlformats.org/drawingml/2006/main" noGrp="1"/>
          </p:cNvSpPr>
          <p:nvPr/>
        </p:nvSpPr>
        <p:spPr>
          <a:xfrm xmlns:a="http://schemas.openxmlformats.org/drawingml/2006/main">
            <a:off x="7863016" y="1588179"/>
            <a:ext cx="0" cy="4378421"/>
          </a:xfrm>
          <a:prstGeom xmlns:a="http://schemas.openxmlformats.org/drawingml/2006/main" prst="line">
            <a:avLst/>
          </a:prstGeom>
          <a:ln xmlns:a="http://schemas.openxmlformats.org/drawingml/2006/main" w="12700">
            <a:solidFill>
              <a:srgbClr val="8B8580">
                <a:alpha val="50000"/>
              </a:srgbClr>
            </a:solidFill>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
        <p:nvSpPr>
          <p:cNvPr id="30" name="Picture Placeholder 2">
            <a:extLst xmlns:a="http://schemas.openxmlformats.org/drawingml/2006/main">
              <a:ext uri="{FF2B5EF4-FFF2-40B4-BE49-F238E27FC236}">
                <a16:creationId xmlns:a16="http://schemas.microsoft.com/office/drawing/2014/main" id="{7E0E7E15-3D7B-4123-8321-B073C59133A1}"/>
              </a:ext>
            </a:extLst>
          </p:cNvPr>
          <p:cNvSpPr>
            <a:spLocks xmlns:a="http://schemas.openxmlformats.org/drawingml/2006/main" noGrp="1"/>
          </p:cNvSpPr>
          <p:nvPr>
            <p:ph type="pic" idx="36" hasCustomPrompt="1"/>
          </p:nvPr>
        </p:nvSpPr>
        <p:spPr>
          <a:xfrm xmlns:a="http://schemas.openxmlformats.org/drawingml/2006/main">
            <a:off x="8645868" y="1917370"/>
            <a:ext cx="1893870" cy="1698098"/>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a:buNone/>
              <a:defRPr sz="1200" b="0" i="0">
                <a:latin typeface="Oracle Sans Tab Light"/>
                <a:ea typeface="Oracle Sans Tab Light"/>
                <a:cs typeface="Oracle Sans Tab Light"/>
              </a:defRPr>
            </a:lvl1pPr>
          </a:lstStyle>
          <a:p xmlns:a="http://schemas.openxmlformats.org/drawingml/2006/main">
            <a:r>
              <a:t>Click to insert icon</a:t>
            </a:r>
          </a:p>
        </p:txBody>
      </p:sp>
      <p:sp>
        <p:nvSpPr>
          <p:cNvPr id="31" name="Text Placeholder 21">
            <a:extLst xmlns:a="http://schemas.openxmlformats.org/drawingml/2006/main">
              <a:ext uri="{FF2B5EF4-FFF2-40B4-BE49-F238E27FC236}">
                <a16:creationId xmlns:a16="http://schemas.microsoft.com/office/drawing/2014/main" id="{8C820BCB-F093-47C5-A402-60E80288139D}"/>
              </a:ext>
            </a:extLst>
          </p:cNvPr>
          <p:cNvSpPr>
            <a:spLocks xmlns:a="http://schemas.openxmlformats.org/drawingml/2006/main" noGrp="1"/>
          </p:cNvSpPr>
          <p:nvPr>
            <p:ph type="body" idx="37" hasCustomPrompt="1"/>
          </p:nvPr>
        </p:nvSpPr>
        <p:spPr>
          <a:xfrm xmlns:a="http://schemas.openxmlformats.org/drawingml/2006/main">
            <a:off x="8648346" y="3983730"/>
            <a:ext cx="2276930" cy="323885"/>
          </a:xfrm>
          <a:prstGeom xmlns:a="http://schemas.openxmlformats.org/drawingml/2006/main" prst="rect">
            <a:avLst/>
          </a:prstGeom>
          <a:noFill xmlns:a="http://schemas.openxmlformats.org/drawingml/2006/main"/>
        </p:spPr>
        <p:txBody>
          <a:bodyPr xmlns:a="http://schemas.openxmlformats.org/drawingml/2006/main" lIns="0" tIns="0" rIns="0" bIns="0" anchor="ctr"/>
          <a:lstStyle xmlns:a="http://schemas.openxmlformats.org/drawingml/2006/main">
            <a:lvl1pPr algn="l">
              <a:lnSpc>
                <a:spcPct val="100000"/>
              </a:lnSpc>
              <a:buNone/>
              <a:defRPr sz="1600" b="1" i="0">
                <a:solidFill>
                  <a:schemeClr val="tx1"/>
                </a:solidFill>
                <a:latin typeface="Oracle Sans Tab"/>
                <a:ea typeface="Oracle Sans Tab"/>
                <a:cs typeface="Oracle Sans Tab"/>
              </a:defRPr>
            </a:lvl1pPr>
          </a:lstStyle>
          <a:p xmlns:a="http://schemas.openxmlformats.org/drawingml/2006/main">
            <a:pPr>
              <a:buNone/>
            </a:pPr>
            <a:r>
              <a:t>Subhead goes here</a:t>
            </a:r>
          </a:p>
        </p:txBody>
      </p:sp>
      <p:sp>
        <p:nvSpPr>
          <p:cNvPr id="32" name="Text Placeholder 21">
            <a:extLst xmlns:a="http://schemas.openxmlformats.org/drawingml/2006/main">
              <a:ext uri="{FF2B5EF4-FFF2-40B4-BE49-F238E27FC236}">
                <a16:creationId xmlns:a16="http://schemas.microsoft.com/office/drawing/2014/main" id="{F1AF7868-3C5C-49BB-8190-B4107C4DC70C}"/>
              </a:ext>
            </a:extLst>
          </p:cNvPr>
          <p:cNvSpPr>
            <a:spLocks xmlns:a="http://schemas.openxmlformats.org/drawingml/2006/main" noGrp="1"/>
          </p:cNvSpPr>
          <p:nvPr>
            <p:ph type="body" idx="38" hasCustomPrompt="1"/>
          </p:nvPr>
        </p:nvSpPr>
        <p:spPr>
          <a:xfrm xmlns:a="http://schemas.openxmlformats.org/drawingml/2006/main">
            <a:off x="8648346" y="4377376"/>
            <a:ext cx="2276930" cy="1244947"/>
          </a:xfrm>
          <a:prstGeom xmlns:a="http://schemas.openxmlformats.org/drawingml/2006/main" prst="rect">
            <a:avLst/>
          </a:prstGeom>
          <a:noFill xmlns:a="http://schemas.openxmlformats.org/drawingml/2006/main"/>
        </p:spPr>
        <p:txBody>
          <a:bodyPr xmlns:a="http://schemas.openxmlformats.org/drawingml/2006/main" lIns="0" tIns="0" rIns="0" bIns="0"/>
          <a:lstStyle xmlns:a="http://schemas.openxmlformats.org/drawingml/2006/main">
            <a:lvl1pPr algn="l">
              <a:lnSpc>
                <a:spcPct val="100000"/>
              </a:lnSpc>
              <a:buNone/>
              <a:defRPr sz="1600" b="0" i="0">
                <a:solidFill>
                  <a:schemeClr val="tx2"/>
                </a:solidFill>
                <a:latin typeface="Oracle Sans Tab"/>
                <a:ea typeface="Oracle Sans Tab"/>
                <a:cs typeface="Oracle Sans Tab"/>
              </a:defRPr>
            </a:lvl1pPr>
          </a:lstStyle>
          <a:p xmlns:a="http://schemas.openxmlformats.org/drawingml/2006/main">
            <a:pPr>
              <a:buNone/>
            </a:pPr>
            <a:r>
              <a:t>Lorem ipsum </a:t>
            </a:r>
            <a:r>
              <a:t>dolor</a:t>
            </a:r>
            <a:r>
              <a:t> sit </a:t>
            </a:r>
            <a:r>
              <a:t>amet</a:t>
            </a:r>
            <a:r>
              <a:t>, </a:t>
            </a:r>
            <a:r>
              <a:t>consectetur</a:t>
            </a:r>
            <a:r>
              <a:t> </a:t>
            </a:r>
            <a:r>
              <a:t>adipiscing</a:t>
            </a:r>
            <a:r>
              <a:t> </a:t>
            </a:r>
            <a:r>
              <a:t>elit</a:t>
            </a:r>
            <a:r>
              <a:t>, </a:t>
            </a:r>
            <a:r>
              <a:t>sed</a:t>
            </a:r>
            <a:r>
              <a:t> do </a:t>
            </a:r>
            <a:r>
              <a:t>eiusmod</a:t>
            </a:r>
            <a:r>
              <a:t> </a:t>
            </a:r>
            <a:r>
              <a:t>tempor</a:t>
            </a:r>
            <a:r>
              <a:t>.</a:t>
            </a:r>
          </a:p>
        </p:txBody>
      </p:sp>
      <p:sp>
        <p:nvSpPr>
          <p:cNvPr id="4" name="Date Placeholder 3">
            <a:extLst xmlns:a="http://schemas.openxmlformats.org/drawingml/2006/main">
              <a:ext uri="{FF2B5EF4-FFF2-40B4-BE49-F238E27FC236}">
                <a16:creationId xmlns:a16="http://schemas.microsoft.com/office/drawing/2014/main" id="{C50638D2-3FCF-9C07-B8E4-CBC2C53296F0}"/>
              </a:ext>
            </a:extLst>
          </p:cNvPr>
          <p:cNvSpPr>
            <a:spLocks xmlns:a="http://schemas.openxmlformats.org/drawingml/2006/main" noGrp="1"/>
          </p:cNvSpPr>
          <p:nvPr>
            <p:ph type="dt" idx="39"/>
          </p:nvPr>
        </p:nvSpPr>
        <p:spPr/>
        <p:txBody>
          <a:bodyPr xmlns:a="http://schemas.openxmlformats.org/drawingml/2006/main"/>
          <a:lstStyle xmlns:a="http://schemas.openxmlformats.org/drawingml/2006/main"/>
          <a:p xmlns:a="http://schemas.openxmlformats.org/drawingml/2006/main">
            <a:r>
              <a:t>[Date]</a:t>
            </a:r>
          </a:p>
        </p:txBody>
      </p:sp>
      <p:sp>
        <p:nvSpPr>
          <p:cNvPr id="6" name="Footer Placeholder 5">
            <a:extLst xmlns:a="http://schemas.openxmlformats.org/drawingml/2006/main">
              <a:ext uri="{FF2B5EF4-FFF2-40B4-BE49-F238E27FC236}">
                <a16:creationId xmlns:a16="http://schemas.microsoft.com/office/drawing/2014/main" id="{06E447D9-9131-52FC-7AC2-3B32141077B6}"/>
              </a:ext>
            </a:extLst>
          </p:cNvPr>
          <p:cNvSpPr>
            <a:spLocks xmlns:a="http://schemas.openxmlformats.org/drawingml/2006/main" noGrp="1"/>
          </p:cNvSpPr>
          <p:nvPr>
            <p:ph type="ftr" idx="40"/>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7" name="Slide Number Placeholder 6">
            <a:extLst xmlns:a="http://schemas.openxmlformats.org/drawingml/2006/main">
              <a:ext uri="{FF2B5EF4-FFF2-40B4-BE49-F238E27FC236}">
                <a16:creationId xmlns:a16="http://schemas.microsoft.com/office/drawing/2014/main" id="{BDBE30CD-8917-E472-0B6E-5D1280F5C027}"/>
              </a:ext>
            </a:extLst>
          </p:cNvPr>
          <p:cNvSpPr>
            <a:spLocks xmlns:a="http://schemas.openxmlformats.org/drawingml/2006/main" noGrp="1"/>
          </p:cNvSpPr>
          <p:nvPr>
            <p:ph type="sldNum" idx="41"/>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84.xml><?xml version="1.0" encoding="utf-8"?>
<p:sldLayout xmlns:p="http://schemas.openxmlformats.org/presentationml/2006/main" preserve="1" userDrawn="1">
  <p:cSld name="Dark - 3 Icons, Subhead and text">
    <p:bg>
      <p:bgRef idx="1001">
        <a:schemeClr xmlns:a="http://schemas.openxmlformats.org/drawingml/2006/main" val="bg2"/>
      </p:bgRef>
    </p:bg>
    <p:spTree>
      <p:nvGrpSpPr>
        <p:cNvPr id="1" name=""/>
        <p:cNvGrpSpPr/>
        <p:nvPr/>
      </p:nvGrpSpPr>
      <p:grpSpPr>
        <a:xfrm xmlns:a="http://schemas.openxmlformats.org/drawingml/2006/main"/>
      </p:grpSpPr>
      <p:sp>
        <p:nvSpPr>
          <p:cNvPr id="8" name="Title 7">
            <a:extLst xmlns:a="http://schemas.openxmlformats.org/drawingml/2006/main">
              <a:ext uri="{FF2B5EF4-FFF2-40B4-BE49-F238E27FC236}">
                <a16:creationId xmlns:a16="http://schemas.microsoft.com/office/drawing/2014/main" id="{358B48DD-4D54-4AC7-8AB9-59BEB3B7003A}"/>
              </a:ext>
            </a:extLst>
          </p:cNvPr>
          <p:cNvSpPr>
            <a:spLocks xmlns:a="http://schemas.openxmlformats.org/drawingml/2006/main" noGrp="1"/>
          </p:cNvSpPr>
          <p:nvPr>
            <p:ph type="title" idx="0" hasCustomPrompt="1"/>
          </p:nvPr>
        </p:nvSpPr>
        <p:spPr/>
        <p:txBody>
          <a:bodyPr xmlns:a="http://schemas.openxmlformats.org/drawingml/2006/main"/>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r>
              <a:t>Title</a:t>
            </a:r>
          </a:p>
        </p:txBody>
      </p:sp>
      <p:sp>
        <p:nvSpPr>
          <p:cNvPr id="18" name="Picture Placeholder 2">
            <a:extLst xmlns:a="http://schemas.openxmlformats.org/drawingml/2006/main">
              <a:ext uri="{FF2B5EF4-FFF2-40B4-BE49-F238E27FC236}">
                <a16:creationId xmlns:a16="http://schemas.microsoft.com/office/drawing/2014/main" id="{6A71FCB8-1058-4D1C-AED7-FAA7D744D71E}"/>
              </a:ext>
            </a:extLst>
          </p:cNvPr>
          <p:cNvSpPr>
            <a:spLocks xmlns:a="http://schemas.openxmlformats.org/drawingml/2006/main" noGrp="1"/>
          </p:cNvSpPr>
          <p:nvPr>
            <p:ph type="pic" idx="26" hasCustomPrompt="1"/>
          </p:nvPr>
        </p:nvSpPr>
        <p:spPr>
          <a:xfrm xmlns:a="http://schemas.openxmlformats.org/drawingml/2006/main">
            <a:off x="897834" y="1903921"/>
            <a:ext cx="1893870" cy="1698098"/>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a:buNone/>
              <a:defRPr sz="1200" b="0" i="0">
                <a:latin typeface="Oracle Sans Tab Light"/>
                <a:ea typeface="Oracle Sans Tab Light"/>
                <a:cs typeface="Oracle Sans Tab Light"/>
              </a:defRPr>
            </a:lvl1pPr>
          </a:lstStyle>
          <a:p xmlns:a="http://schemas.openxmlformats.org/drawingml/2006/main">
            <a:r>
              <a:t>Click to insert icon</a:t>
            </a:r>
          </a:p>
        </p:txBody>
      </p:sp>
      <p:sp>
        <p:nvSpPr>
          <p:cNvPr id="19" name="Text Placeholder 21">
            <a:extLst xmlns:a="http://schemas.openxmlformats.org/drawingml/2006/main">
              <a:ext uri="{FF2B5EF4-FFF2-40B4-BE49-F238E27FC236}">
                <a16:creationId xmlns:a16="http://schemas.microsoft.com/office/drawing/2014/main" id="{86408202-D3B4-402D-BC69-53C3509E8A7B}"/>
              </a:ext>
            </a:extLst>
          </p:cNvPr>
          <p:cNvSpPr>
            <a:spLocks xmlns:a="http://schemas.openxmlformats.org/drawingml/2006/main" noGrp="1"/>
          </p:cNvSpPr>
          <p:nvPr>
            <p:ph type="body" idx="25" hasCustomPrompt="1"/>
          </p:nvPr>
        </p:nvSpPr>
        <p:spPr>
          <a:xfrm xmlns:a="http://schemas.openxmlformats.org/drawingml/2006/main">
            <a:off x="911114" y="3983730"/>
            <a:ext cx="2276930" cy="323885"/>
          </a:xfrm>
          <a:prstGeom xmlns:a="http://schemas.openxmlformats.org/drawingml/2006/main" prst="rect">
            <a:avLst/>
          </a:prstGeom>
          <a:noFill xmlns:a="http://schemas.openxmlformats.org/drawingml/2006/main"/>
        </p:spPr>
        <p:txBody>
          <a:bodyPr xmlns:a="http://schemas.openxmlformats.org/drawingml/2006/main" lIns="0" tIns="0" rIns="0" bIns="0" anchor="ctr"/>
          <a:lstStyle xmlns:a="http://schemas.openxmlformats.org/drawingml/2006/main">
            <a:lvl1pPr algn="l">
              <a:lnSpc>
                <a:spcPct val="100000"/>
              </a:lnSpc>
              <a:buNone/>
              <a:defRPr sz="1600" b="1" i="0">
                <a:solidFill>
                  <a:schemeClr val="tx1"/>
                </a:solidFill>
                <a:latin typeface="Oracle Sans Tab"/>
                <a:ea typeface="Oracle Sans Tab"/>
                <a:cs typeface="Oracle Sans Tab"/>
              </a:defRPr>
            </a:lvl1pPr>
          </a:lstStyle>
          <a:p xmlns:a="http://schemas.openxmlformats.org/drawingml/2006/main">
            <a:pPr>
              <a:buNone/>
            </a:pPr>
            <a:r>
              <a:t>Subhead goes here</a:t>
            </a:r>
          </a:p>
        </p:txBody>
      </p:sp>
      <p:sp>
        <p:nvSpPr>
          <p:cNvPr id="21" name="Text Placeholder 21">
            <a:extLst xmlns:a="http://schemas.openxmlformats.org/drawingml/2006/main">
              <a:ext uri="{FF2B5EF4-FFF2-40B4-BE49-F238E27FC236}">
                <a16:creationId xmlns:a16="http://schemas.microsoft.com/office/drawing/2014/main" id="{5CF397F4-2EE2-483E-8C39-8DB6BD107811}"/>
              </a:ext>
            </a:extLst>
          </p:cNvPr>
          <p:cNvSpPr>
            <a:spLocks xmlns:a="http://schemas.openxmlformats.org/drawingml/2006/main" noGrp="1"/>
          </p:cNvSpPr>
          <p:nvPr>
            <p:ph type="body" idx="24" hasCustomPrompt="1"/>
          </p:nvPr>
        </p:nvSpPr>
        <p:spPr>
          <a:xfrm xmlns:a="http://schemas.openxmlformats.org/drawingml/2006/main">
            <a:off x="911114" y="4377376"/>
            <a:ext cx="2276930" cy="1244947"/>
          </a:xfrm>
          <a:prstGeom xmlns:a="http://schemas.openxmlformats.org/drawingml/2006/main" prst="rect">
            <a:avLst/>
          </a:prstGeom>
          <a:noFill xmlns:a="http://schemas.openxmlformats.org/drawingml/2006/main"/>
        </p:spPr>
        <p:txBody>
          <a:bodyPr xmlns:a="http://schemas.openxmlformats.org/drawingml/2006/main" lIns="0" tIns="0" rIns="0" bIns="0"/>
          <a:lstStyle xmlns:a="http://schemas.openxmlformats.org/drawingml/2006/main">
            <a:lvl1pPr algn="l">
              <a:lnSpc>
                <a:spcPct val="100000"/>
              </a:lnSpc>
              <a:buNone/>
              <a:defRPr sz="1600" b="0" i="0">
                <a:solidFill>
                  <a:schemeClr val="tx2"/>
                </a:solidFill>
                <a:latin typeface="Oracle Sans Tab"/>
                <a:ea typeface="Oracle Sans Tab"/>
                <a:cs typeface="Oracle Sans Tab"/>
              </a:defRPr>
            </a:lvl1pPr>
          </a:lstStyle>
          <a:p xmlns:a="http://schemas.openxmlformats.org/drawingml/2006/main">
            <a:pPr>
              <a:buNone/>
            </a:pPr>
            <a:r>
              <a:t>Lorem ipsum </a:t>
            </a:r>
            <a:r>
              <a:t>dolor</a:t>
            </a:r>
            <a:r>
              <a:t> sit </a:t>
            </a:r>
            <a:r>
              <a:t>amet</a:t>
            </a:r>
            <a:r>
              <a:t>, </a:t>
            </a:r>
            <a:r>
              <a:t>consectetur</a:t>
            </a:r>
            <a:r>
              <a:t> </a:t>
            </a:r>
            <a:r>
              <a:t>adipiscing</a:t>
            </a:r>
            <a:r>
              <a:t> </a:t>
            </a:r>
            <a:r>
              <a:t>elit</a:t>
            </a:r>
            <a:r>
              <a:t>, </a:t>
            </a:r>
            <a:r>
              <a:t>sed</a:t>
            </a:r>
            <a:r>
              <a:t> do </a:t>
            </a:r>
            <a:r>
              <a:t>eiusmod</a:t>
            </a:r>
            <a:r>
              <a:t> </a:t>
            </a:r>
            <a:r>
              <a:t>tempor</a:t>
            </a:r>
            <a:r>
              <a:t>.</a:t>
            </a:r>
          </a:p>
        </p:txBody>
      </p:sp>
      <p:sp>
        <p:nvSpPr>
          <p:cNvPr id="22" name="Straight Connector 21">
            <a:extLst xmlns:a="http://schemas.openxmlformats.org/drawingml/2006/main">
              <a:ext uri="{FF2B5EF4-FFF2-40B4-BE49-F238E27FC236}">
                <a16:creationId xmlns:a16="http://schemas.microsoft.com/office/drawing/2014/main" id="{DA5211C8-BE85-403A-AF3B-66123CAA03D2}"/>
              </a:ext>
            </a:extLst>
          </p:cNvPr>
          <p:cNvSpPr>
            <a:spLocks xmlns:a="http://schemas.openxmlformats.org/drawingml/2006/main" noGrp="1"/>
          </p:cNvSpPr>
          <p:nvPr/>
        </p:nvSpPr>
        <p:spPr>
          <a:xfrm xmlns:a="http://schemas.openxmlformats.org/drawingml/2006/main">
            <a:off x="4003589" y="1588179"/>
            <a:ext cx="0" cy="4378421"/>
          </a:xfrm>
          <a:prstGeom xmlns:a="http://schemas.openxmlformats.org/drawingml/2006/main" prst="line">
            <a:avLst/>
          </a:prstGeom>
          <a:ln xmlns:a="http://schemas.openxmlformats.org/drawingml/2006/main" w="12700">
            <a:solidFill>
              <a:srgbClr val="8B8580">
                <a:alpha val="50000"/>
              </a:srgbClr>
            </a:solidFill>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
        <p:nvSpPr>
          <p:cNvPr id="23" name="Picture Placeholder 2">
            <a:extLst xmlns:a="http://schemas.openxmlformats.org/drawingml/2006/main">
              <a:ext uri="{FF2B5EF4-FFF2-40B4-BE49-F238E27FC236}">
                <a16:creationId xmlns:a16="http://schemas.microsoft.com/office/drawing/2014/main" id="{84092946-3931-41BA-A9C4-E37BA2482561}"/>
              </a:ext>
            </a:extLst>
          </p:cNvPr>
          <p:cNvSpPr>
            <a:spLocks xmlns:a="http://schemas.openxmlformats.org/drawingml/2006/main" noGrp="1"/>
          </p:cNvSpPr>
          <p:nvPr>
            <p:ph type="pic" idx="36" hasCustomPrompt="1"/>
          </p:nvPr>
        </p:nvSpPr>
        <p:spPr>
          <a:xfrm xmlns:a="http://schemas.openxmlformats.org/drawingml/2006/main">
            <a:off x="4757260" y="1903856"/>
            <a:ext cx="1893870" cy="1698098"/>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a:buNone/>
              <a:defRPr sz="1200" b="0" i="0">
                <a:latin typeface="Oracle Sans Tab Light"/>
                <a:ea typeface="Oracle Sans Tab Light"/>
                <a:cs typeface="Oracle Sans Tab Light"/>
              </a:defRPr>
            </a:lvl1pPr>
          </a:lstStyle>
          <a:p xmlns:a="http://schemas.openxmlformats.org/drawingml/2006/main">
            <a:r>
              <a:t>Click to insert icon</a:t>
            </a:r>
          </a:p>
        </p:txBody>
      </p:sp>
      <p:sp>
        <p:nvSpPr>
          <p:cNvPr id="29" name="Text Placeholder 21">
            <a:extLst xmlns:a="http://schemas.openxmlformats.org/drawingml/2006/main">
              <a:ext uri="{FF2B5EF4-FFF2-40B4-BE49-F238E27FC236}">
                <a16:creationId xmlns:a16="http://schemas.microsoft.com/office/drawing/2014/main" id="{7A2A35E2-8BA7-45B3-B02C-B531B503587A}"/>
              </a:ext>
            </a:extLst>
          </p:cNvPr>
          <p:cNvSpPr>
            <a:spLocks xmlns:a="http://schemas.openxmlformats.org/drawingml/2006/main" noGrp="1"/>
          </p:cNvSpPr>
          <p:nvPr>
            <p:ph type="body" idx="37" hasCustomPrompt="1"/>
          </p:nvPr>
        </p:nvSpPr>
        <p:spPr>
          <a:xfrm xmlns:a="http://schemas.openxmlformats.org/drawingml/2006/main">
            <a:off x="4797315" y="3983730"/>
            <a:ext cx="2276930" cy="323885"/>
          </a:xfrm>
          <a:prstGeom xmlns:a="http://schemas.openxmlformats.org/drawingml/2006/main" prst="rect">
            <a:avLst/>
          </a:prstGeom>
          <a:noFill xmlns:a="http://schemas.openxmlformats.org/drawingml/2006/main"/>
        </p:spPr>
        <p:txBody>
          <a:bodyPr xmlns:a="http://schemas.openxmlformats.org/drawingml/2006/main" lIns="0" tIns="0" rIns="0" bIns="0" anchor="ctr"/>
          <a:lstStyle xmlns:a="http://schemas.openxmlformats.org/drawingml/2006/main">
            <a:lvl1pPr algn="l">
              <a:lnSpc>
                <a:spcPct val="100000"/>
              </a:lnSpc>
              <a:buNone/>
              <a:defRPr sz="1600" b="1" i="0">
                <a:solidFill>
                  <a:schemeClr val="tx1"/>
                </a:solidFill>
                <a:latin typeface="Oracle Sans Tab"/>
                <a:ea typeface="Oracle Sans Tab"/>
                <a:cs typeface="Oracle Sans Tab"/>
              </a:defRPr>
            </a:lvl1pPr>
          </a:lstStyle>
          <a:p xmlns:a="http://schemas.openxmlformats.org/drawingml/2006/main">
            <a:pPr>
              <a:buNone/>
            </a:pPr>
            <a:r>
              <a:t>Subhead goes here</a:t>
            </a:r>
          </a:p>
        </p:txBody>
      </p:sp>
      <p:sp>
        <p:nvSpPr>
          <p:cNvPr id="30" name="Text Placeholder 21">
            <a:extLst xmlns:a="http://schemas.openxmlformats.org/drawingml/2006/main">
              <a:ext uri="{FF2B5EF4-FFF2-40B4-BE49-F238E27FC236}">
                <a16:creationId xmlns:a16="http://schemas.microsoft.com/office/drawing/2014/main" id="{B0D928C5-7B1B-4A74-A1EB-B0C408189CAC}"/>
              </a:ext>
            </a:extLst>
          </p:cNvPr>
          <p:cNvSpPr>
            <a:spLocks xmlns:a="http://schemas.openxmlformats.org/drawingml/2006/main" noGrp="1"/>
          </p:cNvSpPr>
          <p:nvPr>
            <p:ph type="body" idx="38" hasCustomPrompt="1"/>
          </p:nvPr>
        </p:nvSpPr>
        <p:spPr>
          <a:xfrm xmlns:a="http://schemas.openxmlformats.org/drawingml/2006/main">
            <a:off x="4797315" y="4377376"/>
            <a:ext cx="2276930" cy="1244947"/>
          </a:xfrm>
          <a:prstGeom xmlns:a="http://schemas.openxmlformats.org/drawingml/2006/main" prst="rect">
            <a:avLst/>
          </a:prstGeom>
          <a:noFill xmlns:a="http://schemas.openxmlformats.org/drawingml/2006/main"/>
        </p:spPr>
        <p:txBody>
          <a:bodyPr xmlns:a="http://schemas.openxmlformats.org/drawingml/2006/main" lIns="0" tIns="0" rIns="0" bIns="0"/>
          <a:lstStyle xmlns:a="http://schemas.openxmlformats.org/drawingml/2006/main">
            <a:lvl1pPr algn="l">
              <a:lnSpc>
                <a:spcPct val="100000"/>
              </a:lnSpc>
              <a:buNone/>
              <a:defRPr sz="1600" b="0" i="0">
                <a:solidFill>
                  <a:schemeClr val="tx2"/>
                </a:solidFill>
                <a:latin typeface="Oracle Sans Tab"/>
                <a:ea typeface="Oracle Sans Tab"/>
                <a:cs typeface="Oracle Sans Tab"/>
              </a:defRPr>
            </a:lvl1pPr>
          </a:lstStyle>
          <a:p xmlns:a="http://schemas.openxmlformats.org/drawingml/2006/main">
            <a:pPr>
              <a:buNone/>
            </a:pPr>
            <a:r>
              <a:t>Lorem ipsum </a:t>
            </a:r>
            <a:r>
              <a:t>dolor</a:t>
            </a:r>
            <a:r>
              <a:t> sit </a:t>
            </a:r>
            <a:r>
              <a:t>amet</a:t>
            </a:r>
            <a:r>
              <a:t>, </a:t>
            </a:r>
            <a:r>
              <a:t>consectetur</a:t>
            </a:r>
            <a:r>
              <a:t> </a:t>
            </a:r>
            <a:r>
              <a:t>adipiscing</a:t>
            </a:r>
            <a:r>
              <a:t> </a:t>
            </a:r>
            <a:r>
              <a:t>elit</a:t>
            </a:r>
            <a:r>
              <a:t>, </a:t>
            </a:r>
            <a:r>
              <a:t>sed</a:t>
            </a:r>
            <a:r>
              <a:t> do </a:t>
            </a:r>
            <a:r>
              <a:t>eiusmod</a:t>
            </a:r>
            <a:r>
              <a:t> </a:t>
            </a:r>
            <a:r>
              <a:t>tempor</a:t>
            </a:r>
            <a:r>
              <a:t>.</a:t>
            </a:r>
          </a:p>
        </p:txBody>
      </p:sp>
      <p:sp>
        <p:nvSpPr>
          <p:cNvPr id="31" name="Straight Connector 30">
            <a:extLst xmlns:a="http://schemas.openxmlformats.org/drawingml/2006/main">
              <a:ext uri="{FF2B5EF4-FFF2-40B4-BE49-F238E27FC236}">
                <a16:creationId xmlns:a16="http://schemas.microsoft.com/office/drawing/2014/main" id="{677B3CE8-B654-4D1B-A149-F91FCB4A2F2B}"/>
              </a:ext>
            </a:extLst>
          </p:cNvPr>
          <p:cNvSpPr>
            <a:spLocks xmlns:a="http://schemas.openxmlformats.org/drawingml/2006/main" noGrp="1"/>
          </p:cNvSpPr>
          <p:nvPr/>
        </p:nvSpPr>
        <p:spPr>
          <a:xfrm xmlns:a="http://schemas.openxmlformats.org/drawingml/2006/main">
            <a:off x="7863016" y="1588179"/>
            <a:ext cx="0" cy="4378421"/>
          </a:xfrm>
          <a:prstGeom xmlns:a="http://schemas.openxmlformats.org/drawingml/2006/main" prst="line">
            <a:avLst/>
          </a:prstGeom>
          <a:ln xmlns:a="http://schemas.openxmlformats.org/drawingml/2006/main" w="12700">
            <a:solidFill>
              <a:srgbClr val="8B8580">
                <a:alpha val="50000"/>
              </a:srgbClr>
            </a:solidFill>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
        <p:nvSpPr>
          <p:cNvPr id="32" name="Picture Placeholder 2">
            <a:extLst xmlns:a="http://schemas.openxmlformats.org/drawingml/2006/main">
              <a:ext uri="{FF2B5EF4-FFF2-40B4-BE49-F238E27FC236}">
                <a16:creationId xmlns:a16="http://schemas.microsoft.com/office/drawing/2014/main" id="{E9839675-3836-4943-9E7E-492470598773}"/>
              </a:ext>
            </a:extLst>
          </p:cNvPr>
          <p:cNvSpPr>
            <a:spLocks xmlns:a="http://schemas.openxmlformats.org/drawingml/2006/main" noGrp="1"/>
          </p:cNvSpPr>
          <p:nvPr>
            <p:ph type="pic" idx="39" hasCustomPrompt="1"/>
          </p:nvPr>
        </p:nvSpPr>
        <p:spPr>
          <a:xfrm xmlns:a="http://schemas.openxmlformats.org/drawingml/2006/main">
            <a:off x="8616787" y="1928800"/>
            <a:ext cx="1893870" cy="1698098"/>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a:buNone/>
              <a:defRPr sz="1200" b="0" i="0">
                <a:latin typeface="Oracle Sans Tab Light"/>
                <a:ea typeface="Oracle Sans Tab Light"/>
                <a:cs typeface="Oracle Sans Tab Light"/>
              </a:defRPr>
            </a:lvl1pPr>
          </a:lstStyle>
          <a:p xmlns:a="http://schemas.openxmlformats.org/drawingml/2006/main">
            <a:r>
              <a:t>Click to insert icon</a:t>
            </a:r>
          </a:p>
        </p:txBody>
      </p:sp>
      <p:sp>
        <p:nvSpPr>
          <p:cNvPr id="33" name="Text Placeholder 21">
            <a:extLst xmlns:a="http://schemas.openxmlformats.org/drawingml/2006/main">
              <a:ext uri="{FF2B5EF4-FFF2-40B4-BE49-F238E27FC236}">
                <a16:creationId xmlns:a16="http://schemas.microsoft.com/office/drawing/2014/main" id="{987833E9-276C-4353-BF31-4FC33134EEAE}"/>
              </a:ext>
            </a:extLst>
          </p:cNvPr>
          <p:cNvSpPr>
            <a:spLocks xmlns:a="http://schemas.openxmlformats.org/drawingml/2006/main" noGrp="1"/>
          </p:cNvSpPr>
          <p:nvPr>
            <p:ph type="body" idx="40" hasCustomPrompt="1"/>
          </p:nvPr>
        </p:nvSpPr>
        <p:spPr>
          <a:xfrm xmlns:a="http://schemas.openxmlformats.org/drawingml/2006/main">
            <a:off x="8648346" y="3983730"/>
            <a:ext cx="2276930" cy="323885"/>
          </a:xfrm>
          <a:prstGeom xmlns:a="http://schemas.openxmlformats.org/drawingml/2006/main" prst="rect">
            <a:avLst/>
          </a:prstGeom>
          <a:noFill xmlns:a="http://schemas.openxmlformats.org/drawingml/2006/main"/>
        </p:spPr>
        <p:txBody>
          <a:bodyPr xmlns:a="http://schemas.openxmlformats.org/drawingml/2006/main" lIns="0" tIns="0" rIns="0" bIns="0" anchor="ctr"/>
          <a:lstStyle xmlns:a="http://schemas.openxmlformats.org/drawingml/2006/main">
            <a:lvl1pPr algn="l">
              <a:lnSpc>
                <a:spcPct val="100000"/>
              </a:lnSpc>
              <a:buNone/>
              <a:defRPr sz="1600" b="1" i="0">
                <a:solidFill>
                  <a:schemeClr val="tx1"/>
                </a:solidFill>
                <a:latin typeface="Oracle Sans Tab"/>
                <a:ea typeface="Oracle Sans Tab"/>
                <a:cs typeface="Oracle Sans Tab"/>
              </a:defRPr>
            </a:lvl1pPr>
          </a:lstStyle>
          <a:p xmlns:a="http://schemas.openxmlformats.org/drawingml/2006/main">
            <a:pPr>
              <a:buNone/>
            </a:pPr>
            <a:r>
              <a:t>Subhead goes here</a:t>
            </a:r>
          </a:p>
        </p:txBody>
      </p:sp>
      <p:sp>
        <p:nvSpPr>
          <p:cNvPr id="34" name="Text Placeholder 21">
            <a:extLst xmlns:a="http://schemas.openxmlformats.org/drawingml/2006/main">
              <a:ext uri="{FF2B5EF4-FFF2-40B4-BE49-F238E27FC236}">
                <a16:creationId xmlns:a16="http://schemas.microsoft.com/office/drawing/2014/main" id="{4565DAAC-922E-4C75-A762-C6B54070F7DC}"/>
              </a:ext>
            </a:extLst>
          </p:cNvPr>
          <p:cNvSpPr>
            <a:spLocks xmlns:a="http://schemas.openxmlformats.org/drawingml/2006/main" noGrp="1"/>
          </p:cNvSpPr>
          <p:nvPr>
            <p:ph type="body" idx="41" hasCustomPrompt="1"/>
          </p:nvPr>
        </p:nvSpPr>
        <p:spPr>
          <a:xfrm xmlns:a="http://schemas.openxmlformats.org/drawingml/2006/main">
            <a:off x="8648346" y="4377376"/>
            <a:ext cx="2276930" cy="1244947"/>
          </a:xfrm>
          <a:prstGeom xmlns:a="http://schemas.openxmlformats.org/drawingml/2006/main" prst="rect">
            <a:avLst/>
          </a:prstGeom>
          <a:noFill xmlns:a="http://schemas.openxmlformats.org/drawingml/2006/main"/>
        </p:spPr>
        <p:txBody>
          <a:bodyPr xmlns:a="http://schemas.openxmlformats.org/drawingml/2006/main" lIns="0" tIns="0" rIns="0" bIns="0"/>
          <a:lstStyle xmlns:a="http://schemas.openxmlformats.org/drawingml/2006/main">
            <a:lvl1pPr algn="l">
              <a:lnSpc>
                <a:spcPct val="100000"/>
              </a:lnSpc>
              <a:buNone/>
              <a:defRPr sz="1600" b="0" i="0">
                <a:solidFill>
                  <a:schemeClr val="tx2"/>
                </a:solidFill>
                <a:latin typeface="Oracle Sans Tab"/>
                <a:ea typeface="Oracle Sans Tab"/>
                <a:cs typeface="Oracle Sans Tab"/>
              </a:defRPr>
            </a:lvl1pPr>
          </a:lstStyle>
          <a:p xmlns:a="http://schemas.openxmlformats.org/drawingml/2006/main">
            <a:pPr>
              <a:buNone/>
            </a:pPr>
            <a:r>
              <a:t>Lorem ipsum </a:t>
            </a:r>
            <a:r>
              <a:t>dolor</a:t>
            </a:r>
            <a:r>
              <a:t> sit </a:t>
            </a:r>
            <a:r>
              <a:t>amet</a:t>
            </a:r>
            <a:r>
              <a:t>, </a:t>
            </a:r>
            <a:r>
              <a:t>consectetur</a:t>
            </a:r>
            <a:r>
              <a:t> </a:t>
            </a:r>
            <a:r>
              <a:t>adipiscing</a:t>
            </a:r>
            <a:r>
              <a:t> </a:t>
            </a:r>
            <a:r>
              <a:t>elit</a:t>
            </a:r>
            <a:r>
              <a:t>, </a:t>
            </a:r>
            <a:r>
              <a:t>sed</a:t>
            </a:r>
            <a:r>
              <a:t> do </a:t>
            </a:r>
            <a:r>
              <a:t>eiusmod</a:t>
            </a:r>
            <a:r>
              <a:t> </a:t>
            </a:r>
            <a:r>
              <a:t>tempor</a:t>
            </a:r>
            <a:r>
              <a:t> in.</a:t>
            </a:r>
          </a:p>
        </p:txBody>
      </p:sp>
      <p:sp>
        <p:nvSpPr>
          <p:cNvPr id="11" name="Slide Number Placeholder 10">
            <a:extLst xmlns:a="http://schemas.openxmlformats.org/drawingml/2006/main">
              <a:ext uri="{FF2B5EF4-FFF2-40B4-BE49-F238E27FC236}">
                <a16:creationId xmlns:a16="http://schemas.microsoft.com/office/drawing/2014/main" id="{B35F74D1-A7D7-71F7-1C83-85B91CC54A17}"/>
              </a:ext>
            </a:extLst>
          </p:cNvPr>
          <p:cNvSpPr>
            <a:spLocks xmlns:a="http://schemas.openxmlformats.org/drawingml/2006/main" noGrp="1"/>
          </p:cNvSpPr>
          <p:nvPr>
            <p:ph type="sldNum" idx="44"/>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fld id="{345D60D9-5372-5F40-9443-0F9AE5BDC3C8}" type="slidenum">
              <a:t>‹#›</a:t>
            </a:fld>
          </a:p>
        </p:txBody>
      </p:sp>
      <p:sp>
        <p:nvSpPr>
          <p:cNvPr id="10" name="Footer Placeholder 9">
            <a:extLst xmlns:a="http://schemas.openxmlformats.org/drawingml/2006/main">
              <a:ext uri="{FF2B5EF4-FFF2-40B4-BE49-F238E27FC236}">
                <a16:creationId xmlns:a16="http://schemas.microsoft.com/office/drawing/2014/main" id="{AB744A76-3388-A794-015D-56031177D79D}"/>
              </a:ext>
            </a:extLst>
          </p:cNvPr>
          <p:cNvSpPr>
            <a:spLocks xmlns:a="http://schemas.openxmlformats.org/drawingml/2006/main" noGrp="1"/>
          </p:cNvSpPr>
          <p:nvPr>
            <p:ph type="ftr" idx="43"/>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Copyright © 2026, Oracle and/or its affiliates |  Confidential: Internal/Restricted/Highly Restricted</a:t>
            </a:r>
          </a:p>
        </p:txBody>
      </p:sp>
      <p:sp>
        <p:nvSpPr>
          <p:cNvPr id="9" name="Date Placeholder 8">
            <a:extLst xmlns:a="http://schemas.openxmlformats.org/drawingml/2006/main">
              <a:ext uri="{FF2B5EF4-FFF2-40B4-BE49-F238E27FC236}">
                <a16:creationId xmlns:a16="http://schemas.microsoft.com/office/drawing/2014/main" id="{064EFACD-32BB-A724-F5A6-DF8C6A5C3279}"/>
              </a:ext>
            </a:extLst>
          </p:cNvPr>
          <p:cNvSpPr>
            <a:spLocks xmlns:a="http://schemas.openxmlformats.org/drawingml/2006/main" noGrp="1"/>
          </p:cNvSpPr>
          <p:nvPr>
            <p:ph type="dt" idx="42"/>
          </p:nvPr>
        </p:nvSpPr>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[Date]</a:t>
            </a:r>
          </a:p>
        </p:txBody>
      </p:sp>
    </p:spTree>
  </p:cSld>
</p:sldLayout>
</file>

<file path=ppt/slideLayouts/slideLayout85.xml><?xml version="1.0" encoding="utf-8"?>
<p:sldLayout xmlns:p="http://schemas.openxmlformats.org/presentationml/2006/main" preserve="1" userDrawn="1">
  <p:cSld name="Light - 4 Icons, Subhead and text">
    <p:bg>
      <p:bgRef idx="1001">
        <a:schemeClr xmlns:a="http://schemas.openxmlformats.org/drawingml/2006/main" val="bg2"/>
      </p:bgRef>
    </p:bg>
    <p:spTree>
      <p:nvGrpSpPr>
        <p:cNvPr id="1" name=""/>
        <p:cNvGrpSpPr/>
        <p:nvPr/>
      </p:nvGrpSpPr>
      <p:grpSpPr>
        <a:xfrm xmlns:a="http://schemas.openxmlformats.org/drawingml/2006/main"/>
      </p:grpSpPr>
      <p:sp>
        <p:nvSpPr>
          <p:cNvPr id="4" name="Title 7">
            <a:extLst xmlns:a="http://schemas.openxmlformats.org/drawingml/2006/main">
              <a:ext uri="{FF2B5EF4-FFF2-40B4-BE49-F238E27FC236}">
                <a16:creationId xmlns:a16="http://schemas.microsoft.com/office/drawing/2014/main" id="{78F3D588-E944-9CCD-F934-4D109B5905DB}"/>
              </a:ext>
            </a:extLst>
          </p:cNvPr>
          <p:cNvSpPr>
            <a:spLocks xmlns:a="http://schemas.openxmlformats.org/drawingml/2006/main" noGrp="1"/>
          </p:cNvSpPr>
          <p:nvPr>
            <p:ph type="title" idx="0" hasCustomPrompt="1"/>
          </p:nvPr>
        </p:nvSpPr>
        <p:spPr>
          <a:xfrm xmlns:a="http://schemas.openxmlformats.org/drawingml/2006/main">
            <a:off x="768875" y="182403"/>
            <a:ext cx="10671048" cy="822960"/>
          </a:xfrm>
        </p:spPr>
        <p:txBody>
          <a:bodyPr xmlns:a="http://schemas.openxmlformats.org/drawingml/2006/main"/>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r>
              <a:t>Title</a:t>
            </a:r>
          </a:p>
        </p:txBody>
      </p:sp>
      <p:sp>
        <p:nvSpPr>
          <p:cNvPr id="3" name="Icon 1">
            <a:extLst xmlns:a="http://schemas.openxmlformats.org/drawingml/2006/main">
              <a:ext uri="{FF2B5EF4-FFF2-40B4-BE49-F238E27FC236}">
                <a16:creationId xmlns:a16="http://schemas.microsoft.com/office/drawing/2014/main" id="{C4A0F212-7687-B242-8162-FFAC910A60EF}"/>
              </a:ext>
            </a:extLst>
          </p:cNvPr>
          <p:cNvSpPr>
            <a:spLocks xmlns:a="http://schemas.openxmlformats.org/drawingml/2006/main" noGrp="1"/>
          </p:cNvSpPr>
          <p:nvPr>
            <p:ph type="pic" idx="26" hasCustomPrompt="1"/>
          </p:nvPr>
        </p:nvSpPr>
        <p:spPr>
          <a:xfrm xmlns:a="http://schemas.openxmlformats.org/drawingml/2006/main">
            <a:off x="761999" y="1895271"/>
            <a:ext cx="1621625" cy="1525144"/>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a:buNone/>
              <a:defRPr sz="1200" b="0" i="0">
                <a:latin typeface="Oracle Sans Tab Light"/>
                <a:ea typeface="Oracle Sans Tab Light"/>
                <a:cs typeface="Oracle Sans Tab Light"/>
              </a:defRPr>
            </a:lvl1pPr>
          </a:lstStyle>
          <a:p xmlns:a="http://schemas.openxmlformats.org/drawingml/2006/main">
            <a:r>
              <a:t>Click to insert icon</a:t>
            </a:r>
          </a:p>
        </p:txBody>
      </p:sp>
      <p:sp>
        <p:nvSpPr>
          <p:cNvPr id="14" name="Column 1 Header">
            <a:extLst xmlns:a="http://schemas.openxmlformats.org/drawingml/2006/main">
              <a:ext uri="{FF2B5EF4-FFF2-40B4-BE49-F238E27FC236}">
                <a16:creationId xmlns:a16="http://schemas.microsoft.com/office/drawing/2014/main" id="{920A2EEA-131E-DA4C-92C3-898A80B8B561}"/>
              </a:ext>
            </a:extLst>
          </p:cNvPr>
          <p:cNvSpPr>
            <a:spLocks xmlns:a="http://schemas.openxmlformats.org/drawingml/2006/main" noGrp="1"/>
          </p:cNvSpPr>
          <p:nvPr>
            <p:ph type="body" idx="25" hasCustomPrompt="1"/>
          </p:nvPr>
        </p:nvSpPr>
        <p:spPr>
          <a:xfrm xmlns:a="http://schemas.openxmlformats.org/drawingml/2006/main">
            <a:off x="761999" y="3983730"/>
            <a:ext cx="2146985" cy="323885"/>
          </a:xfrm>
          <a:prstGeom xmlns:a="http://schemas.openxmlformats.org/drawingml/2006/main" prst="rect">
            <a:avLst/>
          </a:prstGeom>
          <a:noFill xmlns:a="http://schemas.openxmlformats.org/drawingml/2006/main"/>
        </p:spPr>
        <p:txBody>
          <a:bodyPr xmlns:a="http://schemas.openxmlformats.org/drawingml/2006/main" lIns="0" tIns="0" rIns="0" bIns="0" anchor="ctr"/>
          <a:lstStyle xmlns:a="http://schemas.openxmlformats.org/drawingml/2006/main">
            <a:lvl1pPr algn="l">
              <a:lnSpc>
                <a:spcPct val="100000"/>
              </a:lnSpc>
              <a:buNone/>
              <a:defRPr sz="1600" b="1" i="0">
                <a:solidFill>
                  <a:schemeClr val="tx1"/>
                </a:solidFill>
                <a:latin typeface="Oracle Sans Tab"/>
                <a:ea typeface="Oracle Sans Tab"/>
                <a:cs typeface="Oracle Sans Tab"/>
              </a:defRPr>
            </a:lvl1pPr>
          </a:lstStyle>
          <a:p xmlns:a="http://schemas.openxmlformats.org/drawingml/2006/main">
            <a:pPr>
              <a:buNone/>
            </a:pPr>
            <a:r>
              <a:t>Subhead goes here</a:t>
            </a:r>
          </a:p>
        </p:txBody>
      </p:sp>
      <p:sp>
        <p:nvSpPr>
          <p:cNvPr id="11" name="Column 1 body">
            <a:extLst xmlns:a="http://schemas.openxmlformats.org/drawingml/2006/main">
              <a:ext uri="{FF2B5EF4-FFF2-40B4-BE49-F238E27FC236}">
                <a16:creationId xmlns:a16="http://schemas.microsoft.com/office/drawing/2014/main" id="{442F0FF9-B575-DD4A-AF68-999EE8B4FE0D}"/>
              </a:ext>
            </a:extLst>
          </p:cNvPr>
          <p:cNvSpPr>
            <a:spLocks xmlns:a="http://schemas.openxmlformats.org/drawingml/2006/main" noGrp="1"/>
          </p:cNvSpPr>
          <p:nvPr>
            <p:ph type="body" idx="24" hasCustomPrompt="1"/>
          </p:nvPr>
        </p:nvSpPr>
        <p:spPr>
          <a:xfrm xmlns:a="http://schemas.openxmlformats.org/drawingml/2006/main">
            <a:off x="761999" y="4377376"/>
            <a:ext cx="2146985" cy="1244947"/>
          </a:xfrm>
          <a:prstGeom xmlns:a="http://schemas.openxmlformats.org/drawingml/2006/main" prst="rect">
            <a:avLst/>
          </a:prstGeom>
          <a:noFill xmlns:a="http://schemas.openxmlformats.org/drawingml/2006/main"/>
        </p:spPr>
        <p:txBody>
          <a:bodyPr xmlns:a="http://schemas.openxmlformats.org/drawingml/2006/main" lIns="0" tIns="0" rIns="0" bIns="0"/>
          <a:lstStyle xmlns:a="http://schemas.openxmlformats.org/drawingml/2006/main">
            <a:lvl1pPr algn="l">
              <a:lnSpc>
                <a:spcPct val="100000"/>
              </a:lnSpc>
              <a:buNone/>
              <a:defRPr sz="1600" b="0" i="0">
                <a:solidFill>
                  <a:schemeClr val="tx2"/>
                </a:solidFill>
                <a:latin typeface="Oracle Sans Tab"/>
                <a:ea typeface="Oracle Sans Tab"/>
                <a:cs typeface="Oracle Sans Tab"/>
              </a:defRPr>
            </a:lvl1pPr>
          </a:lstStyle>
          <a:p xmlns:a="http://schemas.openxmlformats.org/drawingml/2006/main">
            <a:pPr>
              <a:buNone/>
            </a:pPr>
            <a:r>
              <a:t>Lorem ipsum </a:t>
            </a:r>
            <a:r>
              <a:t>dolor</a:t>
            </a:r>
            <a:r>
              <a:t> sit </a:t>
            </a:r>
            <a:r>
              <a:t>amet</a:t>
            </a:r>
            <a:r>
              <a:t>, </a:t>
            </a:r>
            <a:r>
              <a:t>consectetur</a:t>
            </a:r>
            <a:r>
              <a:t> </a:t>
            </a:r>
            <a:r>
              <a:t>adipiscing</a:t>
            </a:r>
            <a:r>
              <a:t> </a:t>
            </a:r>
            <a:r>
              <a:t>elit</a:t>
            </a:r>
          </a:p>
        </p:txBody>
      </p:sp>
      <p:sp>
        <p:nvSpPr>
          <p:cNvPr id="5" name="Divider 1">
            <a:extLst xmlns:a="http://schemas.openxmlformats.org/drawingml/2006/main">
              <a:ext uri="{FF2B5EF4-FFF2-40B4-BE49-F238E27FC236}">
                <a16:creationId xmlns:a16="http://schemas.microsoft.com/office/drawing/2014/main" id="{7D4FA09F-4150-4F04-9963-9544FD2CB816}"/>
              </a:ext>
            </a:extLst>
          </p:cNvPr>
          <p:cNvSpPr>
            <a:spLocks xmlns:a="http://schemas.openxmlformats.org/drawingml/2006/main" noGrp="1"/>
          </p:cNvSpPr>
          <p:nvPr/>
        </p:nvSpPr>
        <p:spPr>
          <a:xfrm xmlns:a="http://schemas.openxmlformats.org/drawingml/2006/main">
            <a:off x="3215680" y="1588179"/>
            <a:ext cx="0" cy="4378421"/>
          </a:xfrm>
          <a:prstGeom xmlns:a="http://schemas.openxmlformats.org/drawingml/2006/main" prst="line">
            <a:avLst/>
          </a:prstGeom>
          <a:ln xmlns:a="http://schemas.openxmlformats.org/drawingml/2006/main" w="12700">
            <a:solidFill>
              <a:srgbClr val="8B8580">
                <a:alpha val="50000"/>
              </a:srgbClr>
            </a:solidFill>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
        <p:nvSpPr>
          <p:cNvPr id="37" name="Icon 2">
            <a:extLst xmlns:a="http://schemas.openxmlformats.org/drawingml/2006/main">
              <a:ext uri="{FF2B5EF4-FFF2-40B4-BE49-F238E27FC236}">
                <a16:creationId xmlns:a16="http://schemas.microsoft.com/office/drawing/2014/main" id="{452D8958-2BA3-E8C4-A349-9B8D38EFEEBE}"/>
              </a:ext>
            </a:extLst>
          </p:cNvPr>
          <p:cNvSpPr>
            <a:spLocks xmlns:a="http://schemas.openxmlformats.org/drawingml/2006/main" noGrp="1"/>
          </p:cNvSpPr>
          <p:nvPr>
            <p:ph type="pic" idx="42" hasCustomPrompt="1"/>
          </p:nvPr>
        </p:nvSpPr>
        <p:spPr>
          <a:xfrm xmlns:a="http://schemas.openxmlformats.org/drawingml/2006/main">
            <a:off x="3558551" y="1903856"/>
            <a:ext cx="1621625" cy="1525144"/>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a:buNone/>
              <a:defRPr sz="1200" b="0" i="0">
                <a:latin typeface="Oracle Sans Tab Light"/>
                <a:ea typeface="Oracle Sans Tab Light"/>
                <a:cs typeface="Oracle Sans Tab Light"/>
              </a:defRPr>
            </a:lvl1pPr>
          </a:lstStyle>
          <a:p xmlns:a="http://schemas.openxmlformats.org/drawingml/2006/main">
            <a:r>
              <a:t>Click to insert icon</a:t>
            </a:r>
          </a:p>
        </p:txBody>
      </p:sp>
      <p:sp>
        <p:nvSpPr>
          <p:cNvPr id="38" name="Column 2 header">
            <a:extLst xmlns:a="http://schemas.openxmlformats.org/drawingml/2006/main">
              <a:ext uri="{FF2B5EF4-FFF2-40B4-BE49-F238E27FC236}">
                <a16:creationId xmlns:a16="http://schemas.microsoft.com/office/drawing/2014/main" id="{F38723C6-3426-0DED-BB4F-97CEC3A55F6D}"/>
              </a:ext>
            </a:extLst>
          </p:cNvPr>
          <p:cNvSpPr>
            <a:spLocks xmlns:a="http://schemas.openxmlformats.org/drawingml/2006/main" noGrp="1"/>
          </p:cNvSpPr>
          <p:nvPr>
            <p:ph type="body" idx="43" hasCustomPrompt="1"/>
          </p:nvPr>
        </p:nvSpPr>
        <p:spPr>
          <a:xfrm xmlns:a="http://schemas.openxmlformats.org/drawingml/2006/main">
            <a:off x="3555999" y="3983730"/>
            <a:ext cx="2146985" cy="323885"/>
          </a:xfrm>
          <a:prstGeom xmlns:a="http://schemas.openxmlformats.org/drawingml/2006/main" prst="rect">
            <a:avLst/>
          </a:prstGeom>
          <a:noFill xmlns:a="http://schemas.openxmlformats.org/drawingml/2006/main"/>
        </p:spPr>
        <p:txBody>
          <a:bodyPr xmlns:a="http://schemas.openxmlformats.org/drawingml/2006/main" lIns="0" tIns="0" rIns="0" bIns="0" anchor="ctr"/>
          <a:lstStyle xmlns:a="http://schemas.openxmlformats.org/drawingml/2006/main">
            <a:lvl1pPr algn="l">
              <a:lnSpc>
                <a:spcPct val="100000"/>
              </a:lnSpc>
              <a:buNone/>
              <a:defRPr sz="1600" b="1" i="0">
                <a:solidFill>
                  <a:schemeClr val="tx1"/>
                </a:solidFill>
                <a:latin typeface="Oracle Sans Tab"/>
                <a:ea typeface="Oracle Sans Tab"/>
                <a:cs typeface="Oracle Sans Tab"/>
              </a:defRPr>
            </a:lvl1pPr>
          </a:lstStyle>
          <a:p xmlns:a="http://schemas.openxmlformats.org/drawingml/2006/main">
            <a:pPr>
              <a:buNone/>
            </a:pPr>
            <a:r>
              <a:t>Subhead goes here</a:t>
            </a:r>
          </a:p>
        </p:txBody>
      </p:sp>
      <p:sp>
        <p:nvSpPr>
          <p:cNvPr id="39" name="Column 2 body">
            <a:extLst xmlns:a="http://schemas.openxmlformats.org/drawingml/2006/main">
              <a:ext uri="{FF2B5EF4-FFF2-40B4-BE49-F238E27FC236}">
                <a16:creationId xmlns:a16="http://schemas.microsoft.com/office/drawing/2014/main" id="{C5BD3347-4E6D-B757-FB79-D3160FB48D01}"/>
              </a:ext>
            </a:extLst>
          </p:cNvPr>
          <p:cNvSpPr>
            <a:spLocks xmlns:a="http://schemas.openxmlformats.org/drawingml/2006/main" noGrp="1"/>
          </p:cNvSpPr>
          <p:nvPr>
            <p:ph type="body" idx="44" hasCustomPrompt="1"/>
          </p:nvPr>
        </p:nvSpPr>
        <p:spPr>
          <a:xfrm xmlns:a="http://schemas.openxmlformats.org/drawingml/2006/main">
            <a:off x="3555999" y="4377376"/>
            <a:ext cx="2146985" cy="1244947"/>
          </a:xfrm>
          <a:prstGeom xmlns:a="http://schemas.openxmlformats.org/drawingml/2006/main" prst="rect">
            <a:avLst/>
          </a:prstGeom>
          <a:noFill xmlns:a="http://schemas.openxmlformats.org/drawingml/2006/main"/>
        </p:spPr>
        <p:txBody>
          <a:bodyPr xmlns:a="http://schemas.openxmlformats.org/drawingml/2006/main" lIns="0" tIns="0" rIns="0" bIns="0"/>
          <a:lstStyle xmlns:a="http://schemas.openxmlformats.org/drawingml/2006/main">
            <a:lvl1pPr algn="l">
              <a:lnSpc>
                <a:spcPct val="100000"/>
              </a:lnSpc>
              <a:buNone/>
              <a:defRPr sz="1600" b="0" i="0">
                <a:solidFill>
                  <a:schemeClr val="tx2"/>
                </a:solidFill>
                <a:latin typeface="Oracle Sans Tab"/>
                <a:ea typeface="Oracle Sans Tab"/>
                <a:cs typeface="Oracle Sans Tab"/>
              </a:defRPr>
            </a:lvl1pPr>
          </a:lstStyle>
          <a:p xmlns:a="http://schemas.openxmlformats.org/drawingml/2006/main">
            <a:pPr>
              <a:buNone/>
            </a:pPr>
            <a:r>
              <a:t>Lorem ipsum </a:t>
            </a:r>
            <a:r>
              <a:t>dolor</a:t>
            </a:r>
            <a:r>
              <a:t> sit </a:t>
            </a:r>
            <a:r>
              <a:t>amet</a:t>
            </a:r>
            <a:r>
              <a:t>, </a:t>
            </a:r>
            <a:r>
              <a:t>consectetur</a:t>
            </a:r>
            <a:r>
              <a:t> </a:t>
            </a:r>
            <a:r>
              <a:t>adipiscing</a:t>
            </a:r>
            <a:r>
              <a:t> </a:t>
            </a:r>
            <a:r>
              <a:t>elit</a:t>
            </a:r>
          </a:p>
        </p:txBody>
      </p:sp>
      <p:sp>
        <p:nvSpPr>
          <p:cNvPr id="28" name="Divider 2">
            <a:extLst xmlns:a="http://schemas.openxmlformats.org/drawingml/2006/main">
              <a:ext uri="{FF2B5EF4-FFF2-40B4-BE49-F238E27FC236}">
                <a16:creationId xmlns:a16="http://schemas.microsoft.com/office/drawing/2014/main" id="{92FFB443-2A8B-4559-A815-9A13326905CA}"/>
              </a:ext>
            </a:extLst>
          </p:cNvPr>
          <p:cNvSpPr>
            <a:spLocks xmlns:a="http://schemas.openxmlformats.org/drawingml/2006/main" noGrp="1"/>
          </p:cNvSpPr>
          <p:nvPr/>
        </p:nvSpPr>
        <p:spPr>
          <a:xfrm xmlns:a="http://schemas.openxmlformats.org/drawingml/2006/main">
            <a:off x="6059996" y="1588179"/>
            <a:ext cx="0" cy="4378421"/>
          </a:xfrm>
          <a:prstGeom xmlns:a="http://schemas.openxmlformats.org/drawingml/2006/main" prst="line">
            <a:avLst/>
          </a:prstGeom>
          <a:ln xmlns:a="http://schemas.openxmlformats.org/drawingml/2006/main" w="12700">
            <a:solidFill>
              <a:srgbClr val="8B8580">
                <a:alpha val="50000"/>
              </a:srgbClr>
            </a:solidFill>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
        <p:nvSpPr>
          <p:cNvPr id="40" name="Icon 3">
            <a:extLst xmlns:a="http://schemas.openxmlformats.org/drawingml/2006/main">
              <a:ext uri="{FF2B5EF4-FFF2-40B4-BE49-F238E27FC236}">
                <a16:creationId xmlns:a16="http://schemas.microsoft.com/office/drawing/2014/main" id="{0B8706A7-4339-AEA7-3538-6B11C9DE888F}"/>
              </a:ext>
            </a:extLst>
          </p:cNvPr>
          <p:cNvSpPr>
            <a:spLocks xmlns:a="http://schemas.openxmlformats.org/drawingml/2006/main" noGrp="1"/>
          </p:cNvSpPr>
          <p:nvPr>
            <p:ph type="pic" idx="45" hasCustomPrompt="1"/>
          </p:nvPr>
        </p:nvSpPr>
        <p:spPr>
          <a:xfrm xmlns:a="http://schemas.openxmlformats.org/drawingml/2006/main">
            <a:off x="6397301" y="1909175"/>
            <a:ext cx="1621625" cy="1525144"/>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a:buNone/>
              <a:defRPr sz="1200" b="0" i="0">
                <a:latin typeface="Oracle Sans Tab Light"/>
                <a:ea typeface="Oracle Sans Tab Light"/>
                <a:cs typeface="Oracle Sans Tab Light"/>
              </a:defRPr>
            </a:lvl1pPr>
          </a:lstStyle>
          <a:p xmlns:a="http://schemas.openxmlformats.org/drawingml/2006/main">
            <a:r>
              <a:t>Click to insert icon</a:t>
            </a:r>
          </a:p>
        </p:txBody>
      </p:sp>
      <p:sp>
        <p:nvSpPr>
          <p:cNvPr id="41" name="Column 3 header">
            <a:extLst xmlns:a="http://schemas.openxmlformats.org/drawingml/2006/main">
              <a:ext uri="{FF2B5EF4-FFF2-40B4-BE49-F238E27FC236}">
                <a16:creationId xmlns:a16="http://schemas.microsoft.com/office/drawing/2014/main" id="{7FFC3A72-CD29-1771-F4D6-1FE24E237316}"/>
              </a:ext>
            </a:extLst>
          </p:cNvPr>
          <p:cNvSpPr>
            <a:spLocks xmlns:a="http://schemas.openxmlformats.org/drawingml/2006/main" noGrp="1"/>
          </p:cNvSpPr>
          <p:nvPr>
            <p:ph type="body" idx="46" hasCustomPrompt="1"/>
          </p:nvPr>
        </p:nvSpPr>
        <p:spPr>
          <a:xfrm xmlns:a="http://schemas.openxmlformats.org/drawingml/2006/main">
            <a:off x="6400799" y="3983730"/>
            <a:ext cx="2146985" cy="323885"/>
          </a:xfrm>
          <a:prstGeom xmlns:a="http://schemas.openxmlformats.org/drawingml/2006/main" prst="rect">
            <a:avLst/>
          </a:prstGeom>
          <a:noFill xmlns:a="http://schemas.openxmlformats.org/drawingml/2006/main"/>
        </p:spPr>
        <p:txBody>
          <a:bodyPr xmlns:a="http://schemas.openxmlformats.org/drawingml/2006/main" lIns="0" tIns="0" rIns="0" bIns="0" anchor="ctr"/>
          <a:lstStyle xmlns:a="http://schemas.openxmlformats.org/drawingml/2006/main">
            <a:lvl1pPr algn="l">
              <a:lnSpc>
                <a:spcPct val="100000"/>
              </a:lnSpc>
              <a:buNone/>
              <a:defRPr sz="1600" b="1" i="0">
                <a:solidFill>
                  <a:schemeClr val="tx1"/>
                </a:solidFill>
                <a:latin typeface="Oracle Sans Tab"/>
                <a:ea typeface="Oracle Sans Tab"/>
                <a:cs typeface="Oracle Sans Tab"/>
              </a:defRPr>
            </a:lvl1pPr>
          </a:lstStyle>
          <a:p xmlns:a="http://schemas.openxmlformats.org/drawingml/2006/main">
            <a:pPr>
              <a:buNone/>
            </a:pPr>
            <a:r>
              <a:t>Subhead goes here</a:t>
            </a:r>
          </a:p>
        </p:txBody>
      </p:sp>
      <p:sp>
        <p:nvSpPr>
          <p:cNvPr id="42" name="Column 3 body">
            <a:extLst xmlns:a="http://schemas.openxmlformats.org/drawingml/2006/main">
              <a:ext uri="{FF2B5EF4-FFF2-40B4-BE49-F238E27FC236}">
                <a16:creationId xmlns:a16="http://schemas.microsoft.com/office/drawing/2014/main" id="{3BE75DAD-03B8-A35F-313E-9021E9625E97}"/>
              </a:ext>
            </a:extLst>
          </p:cNvPr>
          <p:cNvSpPr>
            <a:spLocks xmlns:a="http://schemas.openxmlformats.org/drawingml/2006/main" noGrp="1"/>
          </p:cNvSpPr>
          <p:nvPr>
            <p:ph type="body" idx="47" hasCustomPrompt="1"/>
          </p:nvPr>
        </p:nvSpPr>
        <p:spPr>
          <a:xfrm xmlns:a="http://schemas.openxmlformats.org/drawingml/2006/main">
            <a:off x="6400799" y="4377376"/>
            <a:ext cx="2146985" cy="1244947"/>
          </a:xfrm>
          <a:prstGeom xmlns:a="http://schemas.openxmlformats.org/drawingml/2006/main" prst="rect">
            <a:avLst/>
          </a:prstGeom>
          <a:noFill xmlns:a="http://schemas.openxmlformats.org/drawingml/2006/main"/>
        </p:spPr>
        <p:txBody>
          <a:bodyPr xmlns:a="http://schemas.openxmlformats.org/drawingml/2006/main" lIns="0" tIns="0" rIns="0" bIns="0"/>
          <a:lstStyle xmlns:a="http://schemas.openxmlformats.org/drawingml/2006/main">
            <a:lvl1pPr algn="l">
              <a:lnSpc>
                <a:spcPct val="100000"/>
              </a:lnSpc>
              <a:buNone/>
              <a:defRPr sz="1600" b="0" i="0">
                <a:solidFill>
                  <a:schemeClr val="tx2"/>
                </a:solidFill>
                <a:latin typeface="Oracle Sans Tab"/>
                <a:ea typeface="Oracle Sans Tab"/>
                <a:cs typeface="Oracle Sans Tab"/>
              </a:defRPr>
            </a:lvl1pPr>
          </a:lstStyle>
          <a:p xmlns:a="http://schemas.openxmlformats.org/drawingml/2006/main">
            <a:pPr>
              <a:buNone/>
            </a:pPr>
            <a:r>
              <a:t>Lorem ipsum </a:t>
            </a:r>
            <a:r>
              <a:t>dolor</a:t>
            </a:r>
            <a:r>
              <a:t> sit </a:t>
            </a:r>
            <a:r>
              <a:t>amet</a:t>
            </a:r>
            <a:r>
              <a:t>, </a:t>
            </a:r>
            <a:r>
              <a:t>consectetur</a:t>
            </a:r>
            <a:r>
              <a:t> </a:t>
            </a:r>
            <a:r>
              <a:t>adipiscing</a:t>
            </a:r>
            <a:r>
              <a:t> </a:t>
            </a:r>
            <a:r>
              <a:t>elit</a:t>
            </a:r>
          </a:p>
        </p:txBody>
      </p:sp>
      <p:sp>
        <p:nvSpPr>
          <p:cNvPr id="6" name="Divider 3">
            <a:extLst xmlns:a="http://schemas.openxmlformats.org/drawingml/2006/main">
              <a:ext uri="{FF2B5EF4-FFF2-40B4-BE49-F238E27FC236}">
                <a16:creationId xmlns:a16="http://schemas.microsoft.com/office/drawing/2014/main" id="{637F32B3-D27E-4707-B5BB-A5BF3A2EDEC1}"/>
              </a:ext>
            </a:extLst>
          </p:cNvPr>
          <p:cNvSpPr>
            <a:spLocks xmlns:a="http://schemas.openxmlformats.org/drawingml/2006/main" noGrp="1"/>
          </p:cNvSpPr>
          <p:nvPr/>
        </p:nvSpPr>
        <p:spPr>
          <a:xfrm xmlns:a="http://schemas.openxmlformats.org/drawingml/2006/main">
            <a:off x="8904312" y="1588179"/>
            <a:ext cx="0" cy="4378421"/>
          </a:xfrm>
          <a:prstGeom xmlns:a="http://schemas.openxmlformats.org/drawingml/2006/main" prst="line">
            <a:avLst/>
          </a:prstGeom>
          <a:ln xmlns:a="http://schemas.openxmlformats.org/drawingml/2006/main" w="12700">
            <a:solidFill>
              <a:srgbClr val="8B8580">
                <a:alpha val="50000"/>
              </a:srgbClr>
            </a:solidFill>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
        <p:nvSpPr>
          <p:cNvPr id="43" name="Icon 4">
            <a:extLst xmlns:a="http://schemas.openxmlformats.org/drawingml/2006/main">
              <a:ext uri="{FF2B5EF4-FFF2-40B4-BE49-F238E27FC236}">
                <a16:creationId xmlns:a16="http://schemas.microsoft.com/office/drawing/2014/main" id="{A564445D-3622-F94F-5F5B-64E25C182894}"/>
              </a:ext>
            </a:extLst>
          </p:cNvPr>
          <p:cNvSpPr>
            <a:spLocks xmlns:a="http://schemas.openxmlformats.org/drawingml/2006/main" noGrp="1"/>
          </p:cNvSpPr>
          <p:nvPr>
            <p:ph type="pic" idx="48" hasCustomPrompt="1"/>
          </p:nvPr>
        </p:nvSpPr>
        <p:spPr>
          <a:xfrm xmlns:a="http://schemas.openxmlformats.org/drawingml/2006/main">
            <a:off x="9235439" y="1895271"/>
            <a:ext cx="1621625" cy="1525144"/>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a:buNone/>
              <a:defRPr sz="1200" b="0" i="0">
                <a:latin typeface="Oracle Sans Tab Light"/>
                <a:ea typeface="Oracle Sans Tab Light"/>
                <a:cs typeface="Oracle Sans Tab Light"/>
              </a:defRPr>
            </a:lvl1pPr>
          </a:lstStyle>
          <a:p xmlns:a="http://schemas.openxmlformats.org/drawingml/2006/main">
            <a:r>
              <a:t>Click to insert icon</a:t>
            </a:r>
          </a:p>
        </p:txBody>
      </p:sp>
      <p:sp>
        <p:nvSpPr>
          <p:cNvPr id="44" name="Column 4 header">
            <a:extLst xmlns:a="http://schemas.openxmlformats.org/drawingml/2006/main">
              <a:ext uri="{FF2B5EF4-FFF2-40B4-BE49-F238E27FC236}">
                <a16:creationId xmlns:a16="http://schemas.microsoft.com/office/drawing/2014/main" id="{D73D98F3-F032-F349-D6FF-9956A80B2C0C}"/>
              </a:ext>
            </a:extLst>
          </p:cNvPr>
          <p:cNvSpPr>
            <a:spLocks xmlns:a="http://schemas.openxmlformats.org/drawingml/2006/main" noGrp="1"/>
          </p:cNvSpPr>
          <p:nvPr>
            <p:ph type="body" idx="49" hasCustomPrompt="1"/>
          </p:nvPr>
        </p:nvSpPr>
        <p:spPr>
          <a:xfrm xmlns:a="http://schemas.openxmlformats.org/drawingml/2006/main">
            <a:off x="9235439" y="3983730"/>
            <a:ext cx="2146985" cy="323885"/>
          </a:xfrm>
          <a:prstGeom xmlns:a="http://schemas.openxmlformats.org/drawingml/2006/main" prst="rect">
            <a:avLst/>
          </a:prstGeom>
          <a:noFill xmlns:a="http://schemas.openxmlformats.org/drawingml/2006/main"/>
        </p:spPr>
        <p:txBody>
          <a:bodyPr xmlns:a="http://schemas.openxmlformats.org/drawingml/2006/main" lIns="0" tIns="0" rIns="0" bIns="0" anchor="ctr"/>
          <a:lstStyle xmlns:a="http://schemas.openxmlformats.org/drawingml/2006/main">
            <a:lvl1pPr algn="l">
              <a:lnSpc>
                <a:spcPct val="100000"/>
              </a:lnSpc>
              <a:buNone/>
              <a:defRPr sz="1600" b="1" i="0">
                <a:solidFill>
                  <a:schemeClr val="tx1"/>
                </a:solidFill>
                <a:latin typeface="Oracle Sans Tab"/>
                <a:ea typeface="Oracle Sans Tab"/>
                <a:cs typeface="Oracle Sans Tab"/>
              </a:defRPr>
            </a:lvl1pPr>
          </a:lstStyle>
          <a:p xmlns:a="http://schemas.openxmlformats.org/drawingml/2006/main">
            <a:pPr>
              <a:buNone/>
            </a:pPr>
            <a:r>
              <a:t>Subhead goes here</a:t>
            </a:r>
          </a:p>
        </p:txBody>
      </p:sp>
      <p:sp>
        <p:nvSpPr>
          <p:cNvPr id="45" name="Column 4 body">
            <a:extLst xmlns:a="http://schemas.openxmlformats.org/drawingml/2006/main">
              <a:ext uri="{FF2B5EF4-FFF2-40B4-BE49-F238E27FC236}">
                <a16:creationId xmlns:a16="http://schemas.microsoft.com/office/drawing/2014/main" id="{E7F065D2-DFCA-69F0-EFCE-5436B4BBA960}"/>
              </a:ext>
            </a:extLst>
          </p:cNvPr>
          <p:cNvSpPr>
            <a:spLocks xmlns:a="http://schemas.openxmlformats.org/drawingml/2006/main" noGrp="1"/>
          </p:cNvSpPr>
          <p:nvPr>
            <p:ph type="body" idx="50" hasCustomPrompt="1"/>
          </p:nvPr>
        </p:nvSpPr>
        <p:spPr>
          <a:xfrm xmlns:a="http://schemas.openxmlformats.org/drawingml/2006/main">
            <a:off x="9235439" y="4377376"/>
            <a:ext cx="2146985" cy="1244947"/>
          </a:xfrm>
          <a:prstGeom xmlns:a="http://schemas.openxmlformats.org/drawingml/2006/main" prst="rect">
            <a:avLst/>
          </a:prstGeom>
          <a:noFill xmlns:a="http://schemas.openxmlformats.org/drawingml/2006/main"/>
        </p:spPr>
        <p:txBody>
          <a:bodyPr xmlns:a="http://schemas.openxmlformats.org/drawingml/2006/main" lIns="0" tIns="0" rIns="0" bIns="0"/>
          <a:lstStyle xmlns:a="http://schemas.openxmlformats.org/drawingml/2006/main">
            <a:lvl1pPr algn="l">
              <a:lnSpc>
                <a:spcPct val="100000"/>
              </a:lnSpc>
              <a:buNone/>
              <a:defRPr sz="1600" b="0" i="0">
                <a:solidFill>
                  <a:schemeClr val="tx2"/>
                </a:solidFill>
                <a:latin typeface="Oracle Sans Tab"/>
                <a:ea typeface="Oracle Sans Tab"/>
                <a:cs typeface="Oracle Sans Tab"/>
              </a:defRPr>
            </a:lvl1pPr>
          </a:lstStyle>
          <a:p xmlns:a="http://schemas.openxmlformats.org/drawingml/2006/main">
            <a:pPr>
              <a:buNone/>
            </a:pPr>
            <a:r>
              <a:t>Lorem ipsum </a:t>
            </a:r>
            <a:r>
              <a:t>dolor</a:t>
            </a:r>
            <a:r>
              <a:t> sit </a:t>
            </a:r>
            <a:r>
              <a:t>amet</a:t>
            </a:r>
            <a:r>
              <a:t>, </a:t>
            </a:r>
            <a:r>
              <a:t>consectetur</a:t>
            </a:r>
            <a:r>
              <a:t> </a:t>
            </a:r>
            <a:r>
              <a:t>adipiscing</a:t>
            </a:r>
            <a:r>
              <a:t> </a:t>
            </a:r>
            <a:r>
              <a:t>elit</a:t>
            </a:r>
          </a:p>
        </p:txBody>
      </p:sp>
      <p:sp>
        <p:nvSpPr>
          <p:cNvPr id="2" name="Date Placeholder 1">
            <a:extLst xmlns:a="http://schemas.openxmlformats.org/drawingml/2006/main">
              <a:ext uri="{FF2B5EF4-FFF2-40B4-BE49-F238E27FC236}">
                <a16:creationId xmlns:a16="http://schemas.microsoft.com/office/drawing/2014/main" id="{1A69BF71-8068-C305-4B63-EF76F51F8DE2}"/>
              </a:ext>
            </a:extLst>
          </p:cNvPr>
          <p:cNvSpPr>
            <a:spLocks xmlns:a="http://schemas.openxmlformats.org/drawingml/2006/main" noGrp="1"/>
          </p:cNvSpPr>
          <p:nvPr>
            <p:ph type="dt" idx="51"/>
          </p:nvPr>
        </p:nvSpPr>
        <p:spPr/>
        <p:txBody>
          <a:bodyPr xmlns:a="http://schemas.openxmlformats.org/drawingml/2006/main"/>
          <a:lstStyle xmlns:a="http://schemas.openxmlformats.org/drawingml/2006/main"/>
          <a:p xmlns:a="http://schemas.openxmlformats.org/drawingml/2006/main">
            <a:r>
              <a:t>[Date]</a:t>
            </a:r>
          </a:p>
        </p:txBody>
      </p:sp>
      <p:sp>
        <p:nvSpPr>
          <p:cNvPr id="7" name="Footer Placeholder 6">
            <a:extLst xmlns:a="http://schemas.openxmlformats.org/drawingml/2006/main">
              <a:ext uri="{FF2B5EF4-FFF2-40B4-BE49-F238E27FC236}">
                <a16:creationId xmlns:a16="http://schemas.microsoft.com/office/drawing/2014/main" id="{0A8743B9-DF16-837A-F82A-2265CBEDBC7B}"/>
              </a:ext>
            </a:extLst>
          </p:cNvPr>
          <p:cNvSpPr>
            <a:spLocks xmlns:a="http://schemas.openxmlformats.org/drawingml/2006/main" noGrp="1"/>
          </p:cNvSpPr>
          <p:nvPr>
            <p:ph type="ftr" idx="52"/>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12" name="Slide Number Placeholder 11">
            <a:extLst xmlns:a="http://schemas.openxmlformats.org/drawingml/2006/main">
              <a:ext uri="{FF2B5EF4-FFF2-40B4-BE49-F238E27FC236}">
                <a16:creationId xmlns:a16="http://schemas.microsoft.com/office/drawing/2014/main" id="{11AFCA87-796B-CCC7-2592-38989FCADFC9}"/>
              </a:ext>
            </a:extLst>
          </p:cNvPr>
          <p:cNvSpPr>
            <a:spLocks xmlns:a="http://schemas.openxmlformats.org/drawingml/2006/main" noGrp="1"/>
          </p:cNvSpPr>
          <p:nvPr>
            <p:ph type="sldNum" idx="53"/>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86.xml><?xml version="1.0" encoding="utf-8"?>
<p:sldLayout xmlns:p="http://schemas.openxmlformats.org/presentationml/2006/main" preserve="1" userDrawn="1">
  <p:cSld name="Dark - 4 Icons, Subhead and text">
    <p:bg>
      <p:bgRef idx="1001">
        <a:schemeClr xmlns:a="http://schemas.openxmlformats.org/drawingml/2006/main" val="bg2"/>
      </p:bgRef>
    </p:bg>
    <p:spTree>
      <p:nvGrpSpPr>
        <p:cNvPr id="1" name=""/>
        <p:cNvGrpSpPr/>
        <p:nvPr/>
      </p:nvGrpSpPr>
      <p:grpSpPr>
        <a:xfrm xmlns:a="http://schemas.openxmlformats.org/drawingml/2006/main"/>
      </p:grpSpPr>
      <p:sp>
        <p:nvSpPr>
          <p:cNvPr id="3" name="Title 7">
            <a:extLst xmlns:a="http://schemas.openxmlformats.org/drawingml/2006/main">
              <a:ext uri="{FF2B5EF4-FFF2-40B4-BE49-F238E27FC236}">
                <a16:creationId xmlns:a16="http://schemas.microsoft.com/office/drawing/2014/main" id="{D02FABB3-C5FA-6642-90DB-5692722BDC16}"/>
              </a:ext>
            </a:extLst>
          </p:cNvPr>
          <p:cNvSpPr>
            <a:spLocks xmlns:a="http://schemas.openxmlformats.org/drawingml/2006/main" noGrp="1"/>
          </p:cNvSpPr>
          <p:nvPr>
            <p:ph type="title" idx="0" hasCustomPrompt="1"/>
          </p:nvPr>
        </p:nvSpPr>
        <p:spPr>
          <a:xfrm xmlns:a="http://schemas.openxmlformats.org/drawingml/2006/main">
            <a:off x="768875" y="182403"/>
            <a:ext cx="10671048" cy="822960"/>
          </a:xfrm>
        </p:spPr>
        <p:txBody>
          <a:bodyPr xmlns:a="http://schemas.openxmlformats.org/drawingml/2006/main"/>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r>
              <a:t>Title</a:t>
            </a:r>
          </a:p>
        </p:txBody>
      </p:sp>
      <p:sp>
        <p:nvSpPr>
          <p:cNvPr id="18" name="Icon 1">
            <a:extLst xmlns:a="http://schemas.openxmlformats.org/drawingml/2006/main">
              <a:ext uri="{FF2B5EF4-FFF2-40B4-BE49-F238E27FC236}">
                <a16:creationId xmlns:a16="http://schemas.microsoft.com/office/drawing/2014/main" id="{D7B5CD21-4DD7-F936-8109-65AA2FAAABD3}"/>
              </a:ext>
            </a:extLst>
          </p:cNvPr>
          <p:cNvSpPr>
            <a:spLocks xmlns:a="http://schemas.openxmlformats.org/drawingml/2006/main" noGrp="1"/>
          </p:cNvSpPr>
          <p:nvPr>
            <p:ph type="pic" idx="26" hasCustomPrompt="1"/>
          </p:nvPr>
        </p:nvSpPr>
        <p:spPr>
          <a:xfrm xmlns:a="http://schemas.openxmlformats.org/drawingml/2006/main">
            <a:off x="761999" y="1895271"/>
            <a:ext cx="1621625" cy="1525144"/>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a:buNone/>
              <a:defRPr sz="1200" b="0" i="0">
                <a:latin typeface="Oracle Sans Tab Light"/>
                <a:ea typeface="Oracle Sans Tab Light"/>
                <a:cs typeface="Oracle Sans Tab Light"/>
              </a:defRPr>
            </a:lvl1pPr>
          </a:lstStyle>
          <a:p xmlns:a="http://schemas.openxmlformats.org/drawingml/2006/main">
            <a:r>
              <a:t>Click to insert icon</a:t>
            </a:r>
          </a:p>
        </p:txBody>
      </p:sp>
      <p:sp>
        <p:nvSpPr>
          <p:cNvPr id="19" name="Column 1 Header">
            <a:extLst xmlns:a="http://schemas.openxmlformats.org/drawingml/2006/main">
              <a:ext uri="{FF2B5EF4-FFF2-40B4-BE49-F238E27FC236}">
                <a16:creationId xmlns:a16="http://schemas.microsoft.com/office/drawing/2014/main" id="{10EEDB7A-9A85-DC86-94E9-0E2F22B43885}"/>
              </a:ext>
            </a:extLst>
          </p:cNvPr>
          <p:cNvSpPr>
            <a:spLocks xmlns:a="http://schemas.openxmlformats.org/drawingml/2006/main" noGrp="1"/>
          </p:cNvSpPr>
          <p:nvPr>
            <p:ph type="body" idx="25" hasCustomPrompt="1"/>
          </p:nvPr>
        </p:nvSpPr>
        <p:spPr>
          <a:xfrm xmlns:a="http://schemas.openxmlformats.org/drawingml/2006/main">
            <a:off x="761999" y="3983730"/>
            <a:ext cx="2146985" cy="323885"/>
          </a:xfrm>
          <a:prstGeom xmlns:a="http://schemas.openxmlformats.org/drawingml/2006/main" prst="rect">
            <a:avLst/>
          </a:prstGeom>
          <a:noFill xmlns:a="http://schemas.openxmlformats.org/drawingml/2006/main"/>
        </p:spPr>
        <p:txBody>
          <a:bodyPr xmlns:a="http://schemas.openxmlformats.org/drawingml/2006/main" lIns="0" tIns="0" rIns="0" bIns="0" anchor="ctr"/>
          <a:lstStyle xmlns:a="http://schemas.openxmlformats.org/drawingml/2006/main">
            <a:lvl1pPr algn="l">
              <a:lnSpc>
                <a:spcPct val="100000"/>
              </a:lnSpc>
              <a:buNone/>
              <a:defRPr sz="1600" b="1" i="0">
                <a:solidFill>
                  <a:schemeClr val="tx1"/>
                </a:solidFill>
                <a:latin typeface="Oracle Sans Tab"/>
                <a:ea typeface="Oracle Sans Tab"/>
                <a:cs typeface="Oracle Sans Tab"/>
              </a:defRPr>
            </a:lvl1pPr>
          </a:lstStyle>
          <a:p xmlns:a="http://schemas.openxmlformats.org/drawingml/2006/main">
            <a:pPr>
              <a:buNone/>
            </a:pPr>
            <a:r>
              <a:t>Subhead goes here</a:t>
            </a:r>
          </a:p>
        </p:txBody>
      </p:sp>
      <p:sp>
        <p:nvSpPr>
          <p:cNvPr id="21" name="Column 1 body">
            <a:extLst xmlns:a="http://schemas.openxmlformats.org/drawingml/2006/main">
              <a:ext uri="{FF2B5EF4-FFF2-40B4-BE49-F238E27FC236}">
                <a16:creationId xmlns:a16="http://schemas.microsoft.com/office/drawing/2014/main" id="{02016CD8-41CD-C86E-0617-6004BF4F7960}"/>
              </a:ext>
            </a:extLst>
          </p:cNvPr>
          <p:cNvSpPr>
            <a:spLocks xmlns:a="http://schemas.openxmlformats.org/drawingml/2006/main" noGrp="1"/>
          </p:cNvSpPr>
          <p:nvPr>
            <p:ph type="body" idx="24" hasCustomPrompt="1"/>
          </p:nvPr>
        </p:nvSpPr>
        <p:spPr>
          <a:xfrm xmlns:a="http://schemas.openxmlformats.org/drawingml/2006/main">
            <a:off x="761999" y="4377376"/>
            <a:ext cx="2146985" cy="1244947"/>
          </a:xfrm>
          <a:prstGeom xmlns:a="http://schemas.openxmlformats.org/drawingml/2006/main" prst="rect">
            <a:avLst/>
          </a:prstGeom>
          <a:noFill xmlns:a="http://schemas.openxmlformats.org/drawingml/2006/main"/>
        </p:spPr>
        <p:txBody>
          <a:bodyPr xmlns:a="http://schemas.openxmlformats.org/drawingml/2006/main" lIns="0" tIns="0" rIns="0" bIns="0"/>
          <a:lstStyle xmlns:a="http://schemas.openxmlformats.org/drawingml/2006/main">
            <a:lvl1pPr algn="l">
              <a:lnSpc>
                <a:spcPct val="100000"/>
              </a:lnSpc>
              <a:buNone/>
              <a:defRPr sz="1600" b="0" i="0">
                <a:solidFill>
                  <a:schemeClr val="tx2"/>
                </a:solidFill>
                <a:latin typeface="Oracle Sans Tab"/>
                <a:ea typeface="Oracle Sans Tab"/>
                <a:cs typeface="Oracle Sans Tab"/>
              </a:defRPr>
            </a:lvl1pPr>
          </a:lstStyle>
          <a:p xmlns:a="http://schemas.openxmlformats.org/drawingml/2006/main">
            <a:pPr>
              <a:buNone/>
            </a:pPr>
            <a:r>
              <a:t>Lorem ipsum </a:t>
            </a:r>
            <a:r>
              <a:t>dolor</a:t>
            </a:r>
            <a:r>
              <a:t> sit </a:t>
            </a:r>
            <a:r>
              <a:t>amet</a:t>
            </a:r>
            <a:r>
              <a:t>, </a:t>
            </a:r>
            <a:r>
              <a:t>consectetur</a:t>
            </a:r>
            <a:r>
              <a:t> </a:t>
            </a:r>
            <a:r>
              <a:t>adipiscing</a:t>
            </a:r>
            <a:r>
              <a:t> </a:t>
            </a:r>
            <a:r>
              <a:t>elit</a:t>
            </a:r>
          </a:p>
        </p:txBody>
      </p:sp>
      <p:sp>
        <p:nvSpPr>
          <p:cNvPr id="22" name="Divider 1">
            <a:extLst xmlns:a="http://schemas.openxmlformats.org/drawingml/2006/main">
              <a:ext uri="{FF2B5EF4-FFF2-40B4-BE49-F238E27FC236}">
                <a16:creationId xmlns:a16="http://schemas.microsoft.com/office/drawing/2014/main" id="{A717B6E3-3465-4202-B478-5C7F81D118DB}"/>
              </a:ext>
            </a:extLst>
          </p:cNvPr>
          <p:cNvSpPr>
            <a:spLocks xmlns:a="http://schemas.openxmlformats.org/drawingml/2006/main" noGrp="1"/>
          </p:cNvSpPr>
          <p:nvPr/>
        </p:nvSpPr>
        <p:spPr>
          <a:xfrm xmlns:a="http://schemas.openxmlformats.org/drawingml/2006/main">
            <a:off x="3215680" y="1588179"/>
            <a:ext cx="0" cy="4378421"/>
          </a:xfrm>
          <a:prstGeom xmlns:a="http://schemas.openxmlformats.org/drawingml/2006/main" prst="line">
            <a:avLst/>
          </a:prstGeom>
          <a:ln xmlns:a="http://schemas.openxmlformats.org/drawingml/2006/main" w="12700">
            <a:solidFill>
              <a:srgbClr val="8B8580">
                <a:alpha val="50000"/>
              </a:srgbClr>
            </a:solidFill>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
        <p:nvSpPr>
          <p:cNvPr id="23" name="Icon 2">
            <a:extLst xmlns:a="http://schemas.openxmlformats.org/drawingml/2006/main">
              <a:ext uri="{FF2B5EF4-FFF2-40B4-BE49-F238E27FC236}">
                <a16:creationId xmlns:a16="http://schemas.microsoft.com/office/drawing/2014/main" id="{7A362649-C49E-B2E0-1EBB-6B4205DADC7B}"/>
              </a:ext>
            </a:extLst>
          </p:cNvPr>
          <p:cNvSpPr>
            <a:spLocks xmlns:a="http://schemas.openxmlformats.org/drawingml/2006/main" noGrp="1"/>
          </p:cNvSpPr>
          <p:nvPr>
            <p:ph type="pic" idx="42" hasCustomPrompt="1"/>
          </p:nvPr>
        </p:nvSpPr>
        <p:spPr>
          <a:xfrm xmlns:a="http://schemas.openxmlformats.org/drawingml/2006/main">
            <a:off x="3558551" y="1903856"/>
            <a:ext cx="1621625" cy="1525144"/>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a:buNone/>
              <a:defRPr sz="1200" b="0" i="0">
                <a:latin typeface="Oracle Sans Tab Light"/>
                <a:ea typeface="Oracle Sans Tab Light"/>
                <a:cs typeface="Oracle Sans Tab Light"/>
              </a:defRPr>
            </a:lvl1pPr>
          </a:lstStyle>
          <a:p xmlns:a="http://schemas.openxmlformats.org/drawingml/2006/main">
            <a:r>
              <a:t>Click to insert icon</a:t>
            </a:r>
          </a:p>
        </p:txBody>
      </p:sp>
      <p:sp>
        <p:nvSpPr>
          <p:cNvPr id="26" name="Column 2 header">
            <a:extLst xmlns:a="http://schemas.openxmlformats.org/drawingml/2006/main">
              <a:ext uri="{FF2B5EF4-FFF2-40B4-BE49-F238E27FC236}">
                <a16:creationId xmlns:a16="http://schemas.microsoft.com/office/drawing/2014/main" id="{11DD71F6-9080-E444-6D28-1CA7EAA2CCF5}"/>
              </a:ext>
            </a:extLst>
          </p:cNvPr>
          <p:cNvSpPr>
            <a:spLocks xmlns:a="http://schemas.openxmlformats.org/drawingml/2006/main" noGrp="1"/>
          </p:cNvSpPr>
          <p:nvPr>
            <p:ph type="body" idx="43" hasCustomPrompt="1"/>
          </p:nvPr>
        </p:nvSpPr>
        <p:spPr>
          <a:xfrm xmlns:a="http://schemas.openxmlformats.org/drawingml/2006/main">
            <a:off x="3555999" y="3983730"/>
            <a:ext cx="2146985" cy="323885"/>
          </a:xfrm>
          <a:prstGeom xmlns:a="http://schemas.openxmlformats.org/drawingml/2006/main" prst="rect">
            <a:avLst/>
          </a:prstGeom>
          <a:noFill xmlns:a="http://schemas.openxmlformats.org/drawingml/2006/main"/>
        </p:spPr>
        <p:txBody>
          <a:bodyPr xmlns:a="http://schemas.openxmlformats.org/drawingml/2006/main" lIns="0" tIns="0" rIns="0" bIns="0" anchor="ctr"/>
          <a:lstStyle xmlns:a="http://schemas.openxmlformats.org/drawingml/2006/main">
            <a:lvl1pPr algn="l">
              <a:lnSpc>
                <a:spcPct val="100000"/>
              </a:lnSpc>
              <a:buNone/>
              <a:defRPr sz="1600" b="1" i="0">
                <a:solidFill>
                  <a:schemeClr val="tx1"/>
                </a:solidFill>
                <a:latin typeface="Oracle Sans Tab"/>
                <a:ea typeface="Oracle Sans Tab"/>
                <a:cs typeface="Oracle Sans Tab"/>
              </a:defRPr>
            </a:lvl1pPr>
          </a:lstStyle>
          <a:p xmlns:a="http://schemas.openxmlformats.org/drawingml/2006/main">
            <a:pPr>
              <a:buNone/>
            </a:pPr>
            <a:r>
              <a:t>Subhead goes here</a:t>
            </a:r>
          </a:p>
        </p:txBody>
      </p:sp>
      <p:sp>
        <p:nvSpPr>
          <p:cNvPr id="27" name="Column 2 body">
            <a:extLst xmlns:a="http://schemas.openxmlformats.org/drawingml/2006/main">
              <a:ext uri="{FF2B5EF4-FFF2-40B4-BE49-F238E27FC236}">
                <a16:creationId xmlns:a16="http://schemas.microsoft.com/office/drawing/2014/main" id="{8C5083C1-91B0-590A-D3D4-4F47F054BC41}"/>
              </a:ext>
            </a:extLst>
          </p:cNvPr>
          <p:cNvSpPr>
            <a:spLocks xmlns:a="http://schemas.openxmlformats.org/drawingml/2006/main" noGrp="1"/>
          </p:cNvSpPr>
          <p:nvPr>
            <p:ph type="body" idx="44" hasCustomPrompt="1"/>
          </p:nvPr>
        </p:nvSpPr>
        <p:spPr>
          <a:xfrm xmlns:a="http://schemas.openxmlformats.org/drawingml/2006/main">
            <a:off x="3555999" y="4377376"/>
            <a:ext cx="2146985" cy="1244947"/>
          </a:xfrm>
          <a:prstGeom xmlns:a="http://schemas.openxmlformats.org/drawingml/2006/main" prst="rect">
            <a:avLst/>
          </a:prstGeom>
          <a:noFill xmlns:a="http://schemas.openxmlformats.org/drawingml/2006/main"/>
        </p:spPr>
        <p:txBody>
          <a:bodyPr xmlns:a="http://schemas.openxmlformats.org/drawingml/2006/main" lIns="0" tIns="0" rIns="0" bIns="0"/>
          <a:lstStyle xmlns:a="http://schemas.openxmlformats.org/drawingml/2006/main">
            <a:lvl1pPr algn="l">
              <a:lnSpc>
                <a:spcPct val="100000"/>
              </a:lnSpc>
              <a:buNone/>
              <a:defRPr sz="1600" b="0" i="0">
                <a:solidFill>
                  <a:schemeClr val="tx2"/>
                </a:solidFill>
                <a:latin typeface="Oracle Sans Tab"/>
                <a:ea typeface="Oracle Sans Tab"/>
                <a:cs typeface="Oracle Sans Tab"/>
              </a:defRPr>
            </a:lvl1pPr>
          </a:lstStyle>
          <a:p xmlns:a="http://schemas.openxmlformats.org/drawingml/2006/main">
            <a:pPr>
              <a:buNone/>
            </a:pPr>
            <a:r>
              <a:t>Lorem ipsum </a:t>
            </a:r>
            <a:r>
              <a:t>dolor</a:t>
            </a:r>
            <a:r>
              <a:t> sit </a:t>
            </a:r>
            <a:r>
              <a:t>amet</a:t>
            </a:r>
            <a:r>
              <a:t>, </a:t>
            </a:r>
            <a:r>
              <a:t>consectetur</a:t>
            </a:r>
            <a:r>
              <a:t> </a:t>
            </a:r>
            <a:r>
              <a:t>adipiscing</a:t>
            </a:r>
            <a:r>
              <a:t> </a:t>
            </a:r>
            <a:r>
              <a:t>elit</a:t>
            </a:r>
          </a:p>
        </p:txBody>
      </p:sp>
      <p:sp>
        <p:nvSpPr>
          <p:cNvPr id="28" name="Divider 2">
            <a:extLst xmlns:a="http://schemas.openxmlformats.org/drawingml/2006/main">
              <a:ext uri="{FF2B5EF4-FFF2-40B4-BE49-F238E27FC236}">
                <a16:creationId xmlns:a16="http://schemas.microsoft.com/office/drawing/2014/main" id="{B51832DF-B68B-4532-A932-F4B912690EE5}"/>
              </a:ext>
            </a:extLst>
          </p:cNvPr>
          <p:cNvSpPr>
            <a:spLocks xmlns:a="http://schemas.openxmlformats.org/drawingml/2006/main" noGrp="1"/>
          </p:cNvSpPr>
          <p:nvPr/>
        </p:nvSpPr>
        <p:spPr>
          <a:xfrm xmlns:a="http://schemas.openxmlformats.org/drawingml/2006/main">
            <a:off x="6059996" y="1588179"/>
            <a:ext cx="0" cy="4378421"/>
          </a:xfrm>
          <a:prstGeom xmlns:a="http://schemas.openxmlformats.org/drawingml/2006/main" prst="line">
            <a:avLst/>
          </a:prstGeom>
          <a:ln xmlns:a="http://schemas.openxmlformats.org/drawingml/2006/main" w="12700">
            <a:solidFill>
              <a:srgbClr val="8B8580">
                <a:alpha val="50000"/>
              </a:srgbClr>
            </a:solidFill>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
        <p:nvSpPr>
          <p:cNvPr id="29" name="Icon 3">
            <a:extLst xmlns:a="http://schemas.openxmlformats.org/drawingml/2006/main">
              <a:ext uri="{FF2B5EF4-FFF2-40B4-BE49-F238E27FC236}">
                <a16:creationId xmlns:a16="http://schemas.microsoft.com/office/drawing/2014/main" id="{7EE9209C-55AF-784B-DB4D-42B6F5641729}"/>
              </a:ext>
            </a:extLst>
          </p:cNvPr>
          <p:cNvSpPr>
            <a:spLocks xmlns:a="http://schemas.openxmlformats.org/drawingml/2006/main" noGrp="1"/>
          </p:cNvSpPr>
          <p:nvPr>
            <p:ph type="pic" idx="45" hasCustomPrompt="1"/>
          </p:nvPr>
        </p:nvSpPr>
        <p:spPr>
          <a:xfrm xmlns:a="http://schemas.openxmlformats.org/drawingml/2006/main">
            <a:off x="6397301" y="1909175"/>
            <a:ext cx="1621625" cy="1525144"/>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a:buNone/>
              <a:defRPr sz="1200" b="0" i="0">
                <a:latin typeface="Oracle Sans Tab Light"/>
                <a:ea typeface="Oracle Sans Tab Light"/>
                <a:cs typeface="Oracle Sans Tab Light"/>
              </a:defRPr>
            </a:lvl1pPr>
          </a:lstStyle>
          <a:p xmlns:a="http://schemas.openxmlformats.org/drawingml/2006/main">
            <a:r>
              <a:t>Click to insert icon</a:t>
            </a:r>
          </a:p>
        </p:txBody>
      </p:sp>
      <p:sp>
        <p:nvSpPr>
          <p:cNvPr id="30" name="Column 3 header">
            <a:extLst xmlns:a="http://schemas.openxmlformats.org/drawingml/2006/main">
              <a:ext uri="{FF2B5EF4-FFF2-40B4-BE49-F238E27FC236}">
                <a16:creationId xmlns:a16="http://schemas.microsoft.com/office/drawing/2014/main" id="{CC2AE930-51E3-48D8-9C76-AD88C016BFFF}"/>
              </a:ext>
            </a:extLst>
          </p:cNvPr>
          <p:cNvSpPr>
            <a:spLocks xmlns:a="http://schemas.openxmlformats.org/drawingml/2006/main" noGrp="1"/>
          </p:cNvSpPr>
          <p:nvPr>
            <p:ph type="body" idx="46" hasCustomPrompt="1"/>
          </p:nvPr>
        </p:nvSpPr>
        <p:spPr>
          <a:xfrm xmlns:a="http://schemas.openxmlformats.org/drawingml/2006/main">
            <a:off x="6400799" y="3983730"/>
            <a:ext cx="2146985" cy="323885"/>
          </a:xfrm>
          <a:prstGeom xmlns:a="http://schemas.openxmlformats.org/drawingml/2006/main" prst="rect">
            <a:avLst/>
          </a:prstGeom>
          <a:noFill xmlns:a="http://schemas.openxmlformats.org/drawingml/2006/main"/>
        </p:spPr>
        <p:txBody>
          <a:bodyPr xmlns:a="http://schemas.openxmlformats.org/drawingml/2006/main" lIns="0" tIns="0" rIns="0" bIns="0" anchor="ctr"/>
          <a:lstStyle xmlns:a="http://schemas.openxmlformats.org/drawingml/2006/main">
            <a:lvl1pPr algn="l">
              <a:lnSpc>
                <a:spcPct val="100000"/>
              </a:lnSpc>
              <a:buNone/>
              <a:defRPr sz="1600" b="1" i="0">
                <a:solidFill>
                  <a:schemeClr val="tx1"/>
                </a:solidFill>
                <a:latin typeface="Oracle Sans Tab"/>
                <a:ea typeface="Oracle Sans Tab"/>
                <a:cs typeface="Oracle Sans Tab"/>
              </a:defRPr>
            </a:lvl1pPr>
          </a:lstStyle>
          <a:p xmlns:a="http://schemas.openxmlformats.org/drawingml/2006/main">
            <a:pPr>
              <a:buNone/>
            </a:pPr>
            <a:r>
              <a:t>Subhead goes here</a:t>
            </a:r>
          </a:p>
        </p:txBody>
      </p:sp>
      <p:sp>
        <p:nvSpPr>
          <p:cNvPr id="31" name="Column 3 body">
            <a:extLst xmlns:a="http://schemas.openxmlformats.org/drawingml/2006/main">
              <a:ext uri="{FF2B5EF4-FFF2-40B4-BE49-F238E27FC236}">
                <a16:creationId xmlns:a16="http://schemas.microsoft.com/office/drawing/2014/main" id="{625601CC-C6AD-511C-CE3E-73A412076FBC}"/>
              </a:ext>
            </a:extLst>
          </p:cNvPr>
          <p:cNvSpPr>
            <a:spLocks xmlns:a="http://schemas.openxmlformats.org/drawingml/2006/main" noGrp="1"/>
          </p:cNvSpPr>
          <p:nvPr>
            <p:ph type="body" idx="47" hasCustomPrompt="1"/>
          </p:nvPr>
        </p:nvSpPr>
        <p:spPr>
          <a:xfrm xmlns:a="http://schemas.openxmlformats.org/drawingml/2006/main">
            <a:off x="6400799" y="4377376"/>
            <a:ext cx="2146985" cy="1244947"/>
          </a:xfrm>
          <a:prstGeom xmlns:a="http://schemas.openxmlformats.org/drawingml/2006/main" prst="rect">
            <a:avLst/>
          </a:prstGeom>
          <a:noFill xmlns:a="http://schemas.openxmlformats.org/drawingml/2006/main"/>
        </p:spPr>
        <p:txBody>
          <a:bodyPr xmlns:a="http://schemas.openxmlformats.org/drawingml/2006/main" lIns="0" tIns="0" rIns="0" bIns="0"/>
          <a:lstStyle xmlns:a="http://schemas.openxmlformats.org/drawingml/2006/main">
            <a:lvl1pPr algn="l">
              <a:lnSpc>
                <a:spcPct val="100000"/>
              </a:lnSpc>
              <a:buNone/>
              <a:defRPr sz="1600" b="0" i="0">
                <a:solidFill>
                  <a:schemeClr val="tx2"/>
                </a:solidFill>
                <a:latin typeface="Oracle Sans Tab"/>
                <a:ea typeface="Oracle Sans Tab"/>
                <a:cs typeface="Oracle Sans Tab"/>
              </a:defRPr>
            </a:lvl1pPr>
          </a:lstStyle>
          <a:p xmlns:a="http://schemas.openxmlformats.org/drawingml/2006/main">
            <a:pPr>
              <a:buNone/>
            </a:pPr>
            <a:r>
              <a:t>Lorem ipsum </a:t>
            </a:r>
            <a:r>
              <a:t>dolor</a:t>
            </a:r>
            <a:r>
              <a:t> sit </a:t>
            </a:r>
            <a:r>
              <a:t>amet</a:t>
            </a:r>
            <a:r>
              <a:t>, </a:t>
            </a:r>
            <a:r>
              <a:t>consectetur</a:t>
            </a:r>
            <a:r>
              <a:t> </a:t>
            </a:r>
            <a:r>
              <a:t>adipiscing</a:t>
            </a:r>
            <a:r>
              <a:t> </a:t>
            </a:r>
            <a:r>
              <a:t>elit</a:t>
            </a:r>
          </a:p>
        </p:txBody>
      </p:sp>
      <p:sp>
        <p:nvSpPr>
          <p:cNvPr id="32" name="Divider 3">
            <a:extLst xmlns:a="http://schemas.openxmlformats.org/drawingml/2006/main">
              <a:ext uri="{FF2B5EF4-FFF2-40B4-BE49-F238E27FC236}">
                <a16:creationId xmlns:a16="http://schemas.microsoft.com/office/drawing/2014/main" id="{C41884B1-49C4-46A6-8D59-341D48BB292C}"/>
              </a:ext>
            </a:extLst>
          </p:cNvPr>
          <p:cNvSpPr>
            <a:spLocks xmlns:a="http://schemas.openxmlformats.org/drawingml/2006/main" noGrp="1"/>
          </p:cNvSpPr>
          <p:nvPr/>
        </p:nvSpPr>
        <p:spPr>
          <a:xfrm xmlns:a="http://schemas.openxmlformats.org/drawingml/2006/main">
            <a:off x="8904312" y="1588179"/>
            <a:ext cx="0" cy="4378421"/>
          </a:xfrm>
          <a:prstGeom xmlns:a="http://schemas.openxmlformats.org/drawingml/2006/main" prst="line">
            <a:avLst/>
          </a:prstGeom>
          <a:ln xmlns:a="http://schemas.openxmlformats.org/drawingml/2006/main" w="12700">
            <a:solidFill>
              <a:srgbClr val="8B8580">
                <a:alpha val="50000"/>
              </a:srgbClr>
            </a:solidFill>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
        <p:nvSpPr>
          <p:cNvPr id="33" name="Icon 4">
            <a:extLst xmlns:a="http://schemas.openxmlformats.org/drawingml/2006/main">
              <a:ext uri="{FF2B5EF4-FFF2-40B4-BE49-F238E27FC236}">
                <a16:creationId xmlns:a16="http://schemas.microsoft.com/office/drawing/2014/main" id="{1D5109BD-DD12-1F75-C31F-D6C059B1A8E2}"/>
              </a:ext>
            </a:extLst>
          </p:cNvPr>
          <p:cNvSpPr>
            <a:spLocks xmlns:a="http://schemas.openxmlformats.org/drawingml/2006/main" noGrp="1"/>
          </p:cNvSpPr>
          <p:nvPr>
            <p:ph type="pic" idx="48" hasCustomPrompt="1"/>
          </p:nvPr>
        </p:nvSpPr>
        <p:spPr>
          <a:xfrm xmlns:a="http://schemas.openxmlformats.org/drawingml/2006/main">
            <a:off x="9235439" y="1895271"/>
            <a:ext cx="1621625" cy="1525144"/>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a:buNone/>
              <a:defRPr sz="1200" b="0" i="0">
                <a:latin typeface="Oracle Sans Tab Light"/>
                <a:ea typeface="Oracle Sans Tab Light"/>
                <a:cs typeface="Oracle Sans Tab Light"/>
              </a:defRPr>
            </a:lvl1pPr>
          </a:lstStyle>
          <a:p xmlns:a="http://schemas.openxmlformats.org/drawingml/2006/main">
            <a:r>
              <a:t>Click to insert icon</a:t>
            </a:r>
          </a:p>
        </p:txBody>
      </p:sp>
      <p:sp>
        <p:nvSpPr>
          <p:cNvPr id="34" name="Column 4 header">
            <a:extLst xmlns:a="http://schemas.openxmlformats.org/drawingml/2006/main">
              <a:ext uri="{FF2B5EF4-FFF2-40B4-BE49-F238E27FC236}">
                <a16:creationId xmlns:a16="http://schemas.microsoft.com/office/drawing/2014/main" id="{E473564E-FA78-F033-3F28-5FD25256A1FE}"/>
              </a:ext>
            </a:extLst>
          </p:cNvPr>
          <p:cNvSpPr>
            <a:spLocks xmlns:a="http://schemas.openxmlformats.org/drawingml/2006/main" noGrp="1"/>
          </p:cNvSpPr>
          <p:nvPr>
            <p:ph type="body" idx="49" hasCustomPrompt="1"/>
          </p:nvPr>
        </p:nvSpPr>
        <p:spPr>
          <a:xfrm xmlns:a="http://schemas.openxmlformats.org/drawingml/2006/main">
            <a:off x="9235439" y="3983730"/>
            <a:ext cx="2146985" cy="323885"/>
          </a:xfrm>
          <a:prstGeom xmlns:a="http://schemas.openxmlformats.org/drawingml/2006/main" prst="rect">
            <a:avLst/>
          </a:prstGeom>
          <a:noFill xmlns:a="http://schemas.openxmlformats.org/drawingml/2006/main"/>
        </p:spPr>
        <p:txBody>
          <a:bodyPr xmlns:a="http://schemas.openxmlformats.org/drawingml/2006/main" lIns="0" tIns="0" rIns="0" bIns="0" anchor="ctr"/>
          <a:lstStyle xmlns:a="http://schemas.openxmlformats.org/drawingml/2006/main">
            <a:lvl1pPr algn="l">
              <a:lnSpc>
                <a:spcPct val="100000"/>
              </a:lnSpc>
              <a:buNone/>
              <a:defRPr sz="1600" b="1" i="0">
                <a:solidFill>
                  <a:schemeClr val="tx1"/>
                </a:solidFill>
                <a:latin typeface="Oracle Sans Tab"/>
                <a:ea typeface="Oracle Sans Tab"/>
                <a:cs typeface="Oracle Sans Tab"/>
              </a:defRPr>
            </a:lvl1pPr>
          </a:lstStyle>
          <a:p xmlns:a="http://schemas.openxmlformats.org/drawingml/2006/main">
            <a:pPr>
              <a:buNone/>
            </a:pPr>
            <a:r>
              <a:t>Subhead goes here</a:t>
            </a:r>
          </a:p>
        </p:txBody>
      </p:sp>
      <p:sp>
        <p:nvSpPr>
          <p:cNvPr id="35" name="Column 4 body">
            <a:extLst xmlns:a="http://schemas.openxmlformats.org/drawingml/2006/main">
              <a:ext uri="{FF2B5EF4-FFF2-40B4-BE49-F238E27FC236}">
                <a16:creationId xmlns:a16="http://schemas.microsoft.com/office/drawing/2014/main" id="{BDE27B49-6B98-F470-0364-79D3D53A8652}"/>
              </a:ext>
            </a:extLst>
          </p:cNvPr>
          <p:cNvSpPr>
            <a:spLocks xmlns:a="http://schemas.openxmlformats.org/drawingml/2006/main" noGrp="1"/>
          </p:cNvSpPr>
          <p:nvPr>
            <p:ph type="body" idx="50" hasCustomPrompt="1"/>
          </p:nvPr>
        </p:nvSpPr>
        <p:spPr>
          <a:xfrm xmlns:a="http://schemas.openxmlformats.org/drawingml/2006/main">
            <a:off x="9235439" y="4377376"/>
            <a:ext cx="2146985" cy="1244947"/>
          </a:xfrm>
          <a:prstGeom xmlns:a="http://schemas.openxmlformats.org/drawingml/2006/main" prst="rect">
            <a:avLst/>
          </a:prstGeom>
          <a:noFill xmlns:a="http://schemas.openxmlformats.org/drawingml/2006/main"/>
        </p:spPr>
        <p:txBody>
          <a:bodyPr xmlns:a="http://schemas.openxmlformats.org/drawingml/2006/main" lIns="0" tIns="0" rIns="0" bIns="0"/>
          <a:lstStyle xmlns:a="http://schemas.openxmlformats.org/drawingml/2006/main">
            <a:lvl1pPr algn="l">
              <a:lnSpc>
                <a:spcPct val="100000"/>
              </a:lnSpc>
              <a:buNone/>
              <a:defRPr sz="1600" b="0" i="0">
                <a:solidFill>
                  <a:schemeClr val="tx2"/>
                </a:solidFill>
                <a:latin typeface="Oracle Sans Tab"/>
                <a:ea typeface="Oracle Sans Tab"/>
                <a:cs typeface="Oracle Sans Tab"/>
              </a:defRPr>
            </a:lvl1pPr>
          </a:lstStyle>
          <a:p xmlns:a="http://schemas.openxmlformats.org/drawingml/2006/main">
            <a:pPr>
              <a:buNone/>
            </a:pPr>
            <a:r>
              <a:t>Lorem ipsum </a:t>
            </a:r>
            <a:r>
              <a:t>dolor</a:t>
            </a:r>
            <a:r>
              <a:t> sit </a:t>
            </a:r>
            <a:r>
              <a:t>amet</a:t>
            </a:r>
            <a:r>
              <a:t>, </a:t>
            </a:r>
            <a:r>
              <a:t>consectetur</a:t>
            </a:r>
            <a:r>
              <a:t> </a:t>
            </a:r>
            <a:r>
              <a:t>adipiscing</a:t>
            </a:r>
            <a:r>
              <a:t> </a:t>
            </a:r>
            <a:r>
              <a:t>elit</a:t>
            </a:r>
          </a:p>
        </p:txBody>
      </p:sp>
      <p:sp>
        <p:nvSpPr>
          <p:cNvPr id="5" name="Date Placeholder 4">
            <a:extLst xmlns:a="http://schemas.openxmlformats.org/drawingml/2006/main">
              <a:ext uri="{FF2B5EF4-FFF2-40B4-BE49-F238E27FC236}">
                <a16:creationId xmlns:a16="http://schemas.microsoft.com/office/drawing/2014/main" id="{28EF21DE-CB29-8C2B-EAAD-1B2015C22860}"/>
              </a:ext>
            </a:extLst>
          </p:cNvPr>
          <p:cNvSpPr>
            <a:spLocks xmlns:a="http://schemas.openxmlformats.org/drawingml/2006/main" noGrp="1"/>
          </p:cNvSpPr>
          <p:nvPr>
            <p:ph type="dt" idx="51"/>
          </p:nvPr>
        </p:nvSpPr>
        <p:spPr/>
        <p:txBody>
          <a:bodyPr xmlns:a="http://schemas.openxmlformats.org/drawingml/2006/main"/>
          <a:lstStyle xmlns:a="http://schemas.openxmlformats.org/drawingml/2006/main"/>
          <a:p xmlns:a="http://schemas.openxmlformats.org/drawingml/2006/main">
            <a:r>
              <a:t>[Date]</a:t>
            </a:r>
          </a:p>
        </p:txBody>
      </p:sp>
      <p:sp>
        <p:nvSpPr>
          <p:cNvPr id="7" name="Footer Placeholder 6">
            <a:extLst xmlns:a="http://schemas.openxmlformats.org/drawingml/2006/main">
              <a:ext uri="{FF2B5EF4-FFF2-40B4-BE49-F238E27FC236}">
                <a16:creationId xmlns:a16="http://schemas.microsoft.com/office/drawing/2014/main" id="{C8EF4494-1E3B-DAB6-3CF2-C94C5E174823}"/>
              </a:ext>
            </a:extLst>
          </p:cNvPr>
          <p:cNvSpPr>
            <a:spLocks xmlns:a="http://schemas.openxmlformats.org/drawingml/2006/main" noGrp="1"/>
          </p:cNvSpPr>
          <p:nvPr>
            <p:ph type="ftr" idx="52"/>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8" name="Slide Number Placeholder 7">
            <a:extLst xmlns:a="http://schemas.openxmlformats.org/drawingml/2006/main">
              <a:ext uri="{FF2B5EF4-FFF2-40B4-BE49-F238E27FC236}">
                <a16:creationId xmlns:a16="http://schemas.microsoft.com/office/drawing/2014/main" id="{93CBF38A-7902-B108-066C-AF22413DD4F6}"/>
              </a:ext>
            </a:extLst>
          </p:cNvPr>
          <p:cNvSpPr>
            <a:spLocks xmlns:a="http://schemas.openxmlformats.org/drawingml/2006/main" noGrp="1"/>
          </p:cNvSpPr>
          <p:nvPr>
            <p:ph type="sldNum" idx="53"/>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87.xml><?xml version="1.0" encoding="utf-8"?>
<p:sldLayout xmlns:p="http://schemas.openxmlformats.org/presentationml/2006/main" preserve="1" userDrawn="1">
  <p:cSld name="Dark - Blank">
    <p:bg>
      <p:bgRef idx="1001">
        <a:schemeClr xmlns:a="http://schemas.openxmlformats.org/drawingml/2006/main" val="bg2"/>
      </p:bgRef>
    </p:bg>
    <p:spTree>
      <p:nvGrpSpPr>
        <p:cNvPr id="1" name=""/>
        <p:cNvGrpSpPr/>
        <p:nvPr/>
      </p:nvGrpSpPr>
      <p:grpSpPr>
        <a:xfrm xmlns:a="http://schemas.openxmlformats.org/drawingml/2006/main"/>
      </p:grpSpPr>
      <p:sp>
        <p:nvSpPr>
          <p:cNvPr id="2" name="Date Placeholder 1">
            <a:extLst xmlns:a="http://schemas.openxmlformats.org/drawingml/2006/main">
              <a:ext uri="{FF2B5EF4-FFF2-40B4-BE49-F238E27FC236}">
                <a16:creationId xmlns:a16="http://schemas.microsoft.com/office/drawing/2014/main" id="{EF1BB944-DF5D-C2A8-1520-CD298FC1A65D}"/>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r>
              <a:t>[Date]</a:t>
            </a:r>
          </a:p>
        </p:txBody>
      </p:sp>
      <p:sp>
        <p:nvSpPr>
          <p:cNvPr id="6" name="Footer Placeholder 5">
            <a:extLst xmlns:a="http://schemas.openxmlformats.org/drawingml/2006/main">
              <a:ext uri="{FF2B5EF4-FFF2-40B4-BE49-F238E27FC236}">
                <a16:creationId xmlns:a16="http://schemas.microsoft.com/office/drawing/2014/main" id="{531F8B96-16F8-F77E-9ED1-480F88810359}"/>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7" name="Slide Number Placeholder 6">
            <a:extLst xmlns:a="http://schemas.openxmlformats.org/drawingml/2006/main">
              <a:ext uri="{FF2B5EF4-FFF2-40B4-BE49-F238E27FC236}">
                <a16:creationId xmlns:a16="http://schemas.microsoft.com/office/drawing/2014/main" id="{E605D2A2-0476-4A69-7D8D-ED9E43EC1622}"/>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88.xml><?xml version="1.0" encoding="utf-8"?>
<p:sldLayout xmlns:p="http://schemas.openxmlformats.org/presentationml/2006/main" preserve="1" userDrawn="1">
  <p:cSld name="Light - Blank">
    <p:bg>
      <p:bgRef idx="1001">
        <a:schemeClr xmlns:a="http://schemas.openxmlformats.org/drawingml/2006/main" val="bg2"/>
      </p:bgRef>
    </p:bg>
    <p:spTree>
      <p:nvGrpSpPr>
        <p:cNvPr id="1" name=""/>
        <p:cNvGrpSpPr/>
        <p:nvPr/>
      </p:nvGrpSpPr>
      <p:grpSpPr>
        <a:xfrm xmlns:a="http://schemas.openxmlformats.org/drawingml/2006/main"/>
      </p:grpSpPr>
      <p:sp>
        <p:nvSpPr>
          <p:cNvPr id="8" name="Date Placeholder 7">
            <a:extLst xmlns:a="http://schemas.openxmlformats.org/drawingml/2006/main">
              <a:ext uri="{FF2B5EF4-FFF2-40B4-BE49-F238E27FC236}">
                <a16:creationId xmlns:a16="http://schemas.microsoft.com/office/drawing/2014/main" id="{D69C2D63-8B76-8C5E-04C4-5095B77ED992}"/>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r>
              <a:t>[Date]</a:t>
            </a:r>
          </a:p>
        </p:txBody>
      </p:sp>
      <p:sp>
        <p:nvSpPr>
          <p:cNvPr id="9" name="Footer Placeholder 8">
            <a:extLst xmlns:a="http://schemas.openxmlformats.org/drawingml/2006/main">
              <a:ext uri="{FF2B5EF4-FFF2-40B4-BE49-F238E27FC236}">
                <a16:creationId xmlns:a16="http://schemas.microsoft.com/office/drawing/2014/main" id="{B29095CA-A22E-945B-626D-3E91B4688E9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10" name="Slide Number Placeholder 9">
            <a:extLst xmlns:a="http://schemas.openxmlformats.org/drawingml/2006/main">
              <a:ext uri="{FF2B5EF4-FFF2-40B4-BE49-F238E27FC236}">
                <a16:creationId xmlns:a16="http://schemas.microsoft.com/office/drawing/2014/main" id="{DF313FC2-57B7-37B5-5DA7-1A4A07AF4A28}"/>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89.xml><?xml version="1.0" encoding="utf-8"?>
<p:sldLayout xmlns:p="http://schemas.openxmlformats.org/presentationml/2006/main" preserve="1" userDrawn="1">
  <p:cSld name="Dark - Split content with line">
    <p:bg>
      <p:bgRef idx="1001">
        <a:schemeClr xmlns:a="http://schemas.openxmlformats.org/drawingml/2006/main" val="bg2"/>
      </p:bgRef>
    </p:bg>
    <p:spTree>
      <p:nvGrpSpPr>
        <p:cNvPr id="1" name=""/>
        <p:cNvGrpSpPr/>
        <p:nvPr/>
      </p:nvGrpSpPr>
      <p:grpSpPr>
        <a:xfrm xmlns:a="http://schemas.openxmlformats.org/drawingml/2006/main"/>
      </p:grpSpPr>
      <p:sp>
        <p:nvSpPr>
          <p:cNvPr id="3" name="Title 12">
            <a:extLst xmlns:a="http://schemas.openxmlformats.org/drawingml/2006/main">
              <a:ext uri="{FF2B5EF4-FFF2-40B4-BE49-F238E27FC236}">
                <a16:creationId xmlns:a16="http://schemas.microsoft.com/office/drawing/2014/main" id="{6B0DF820-DA27-4A53-F431-314E40C10345}"/>
              </a:ext>
            </a:extLst>
          </p:cNvPr>
          <p:cNvSpPr>
            <a:spLocks xmlns:a="http://schemas.openxmlformats.org/drawingml/2006/main" noGrp="1"/>
          </p:cNvSpPr>
          <p:nvPr>
            <p:ph type="title" idx="0" hasCustomPrompt="1"/>
          </p:nvPr>
        </p:nvSpPr>
        <p:spPr>
          <a:xfrm xmlns:a="http://schemas.openxmlformats.org/drawingml/2006/main">
            <a:off x="768875" y="3017520"/>
            <a:ext cx="3132585" cy="822960"/>
          </a:xfrm>
        </p:spPr>
        <p:txBody>
          <a:bodyPr xmlns:a="http://schemas.openxmlformats.org/drawingml/2006/main" anchor="ctr"/>
          <a:lstStyle xmlns:a="http://schemas.openxmlformats.org/drawingml/2006/main">
            <a:lvl1pPr>
              <a:lnSpc>
                <a:spcPct val="100000"/>
              </a:lnSpc>
              <a:buNone/>
              <a:defRPr sz="3200" b="1" i="0">
                <a:latin typeface="Oracle Sans Tab"/>
                <a:ea typeface="Oracle Sans Tab"/>
                <a:cs typeface="Oracle Sans Tab"/>
              </a:defRPr>
            </a:lvl1pPr>
          </a:lstStyle>
          <a:p xmlns:a="http://schemas.openxmlformats.org/drawingml/2006/main">
            <a:r>
              <a:t>Title</a:t>
            </a:r>
          </a:p>
        </p:txBody>
      </p:sp>
      <p:sp>
        <p:nvSpPr>
          <p:cNvPr id="5" name="Subtitle">
            <a:extLst xmlns:a="http://schemas.openxmlformats.org/drawingml/2006/main">
              <a:ext uri="{FF2B5EF4-FFF2-40B4-BE49-F238E27FC236}">
                <a16:creationId xmlns:a16="http://schemas.microsoft.com/office/drawing/2014/main" id="{72D292EF-93B3-0F2E-7BED-9B5FDD1F1B94}"/>
              </a:ext>
            </a:extLst>
          </p:cNvPr>
          <p:cNvSpPr>
            <a:spLocks xmlns:a="http://schemas.openxmlformats.org/drawingml/2006/main" noGrp="1"/>
          </p:cNvSpPr>
          <p:nvPr>
            <p:ph type="body" idx="11" hasCustomPrompt="1"/>
          </p:nvPr>
        </p:nvSpPr>
        <p:spPr>
          <a:xfrm xmlns:a="http://schemas.openxmlformats.org/drawingml/2006/main">
            <a:off x="4708865" y="2630927"/>
            <a:ext cx="6728946" cy="1596145"/>
          </a:xfrm>
          <a:prstGeom xmlns:a="http://schemas.openxmlformats.org/drawingml/2006/main" prst="rect">
            <a:avLst/>
          </a:prstGeom>
        </p:spPr>
        <p:txBody>
          <a:bodyPr xmlns:a="http://schemas.openxmlformats.org/drawingml/2006/main" lIns="0" anchor="ctr">
            <a:noAutofit/>
          </a:bodyPr>
          <a:lstStyle xmlns:a="http://schemas.openxmlformats.org/drawingml/2006/main">
            <a:lvl1pPr marL="0" indent="0">
              <a:lnSpc>
                <a:spcPct val="100000"/>
              </a:lnSpc>
              <a:spcAft>
                <a:spcPts val="0"/>
              </a:spcAft>
              <a:buNone/>
              <a:defRPr sz="2400" b="0" i="0">
                <a:latin typeface="Oracle Sans Tab"/>
                <a:ea typeface="Oracle Sans Tab"/>
                <a:cs typeface="Oracle Sans Tab"/>
              </a:defRPr>
            </a:lvl1pPr>
          </a:lstStyle>
          <a:p xmlns:a="http://schemas.openxmlformats.org/drawingml/2006/main">
            <a:pPr>
              <a:buNone/>
            </a:pPr>
            <a:r>
              <a:t>Subtitle</a:t>
            </a:r>
          </a:p>
        </p:txBody>
      </p:sp>
      <p:sp>
        <p:nvSpPr>
          <p:cNvPr id="9" name="Straight Connector 8">
            <a:extLst xmlns:a="http://schemas.openxmlformats.org/drawingml/2006/main">
              <a:ext uri="{FF2B5EF4-FFF2-40B4-BE49-F238E27FC236}">
                <a16:creationId xmlns:a16="http://schemas.microsoft.com/office/drawing/2014/main" id="{7EAC1802-B1B3-4188-8A5E-51A89FE7E24D}"/>
              </a:ext>
            </a:extLst>
          </p:cNvPr>
          <p:cNvSpPr>
            <a:spLocks xmlns:a="http://schemas.openxmlformats.org/drawingml/2006/main" noGrp="1"/>
          </p:cNvSpPr>
          <p:nvPr/>
        </p:nvSpPr>
        <p:spPr>
          <a:xfrm xmlns:a="http://schemas.openxmlformats.org/drawingml/2006/main">
            <a:off x="4076567" y="1600210"/>
            <a:ext cx="0" cy="3657580"/>
          </a:xfrm>
          <a:prstGeom xmlns:a="http://schemas.openxmlformats.org/drawingml/2006/main" prst="line">
            <a:avLst/>
          </a:prstGeom>
          <a:ln xmlns:a="http://schemas.openxmlformats.org/drawingml/2006/main" w="12700">
            <a:solidFill>
              <a:srgbClr val="8B8580"/>
            </a:solidFill>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
        <p:nvSpPr>
          <p:cNvPr id="4" name="Date Placeholder 3">
            <a:extLst xmlns:a="http://schemas.openxmlformats.org/drawingml/2006/main">
              <a:ext uri="{FF2B5EF4-FFF2-40B4-BE49-F238E27FC236}">
                <a16:creationId xmlns:a16="http://schemas.microsoft.com/office/drawing/2014/main" id="{42EA9C13-5D0F-4DC2-1D2E-CA43604F9020}"/>
              </a:ext>
            </a:extLst>
          </p:cNvPr>
          <p:cNvSpPr>
            <a:spLocks xmlns:a="http://schemas.openxmlformats.org/drawingml/2006/main" noGrp="1"/>
          </p:cNvSpPr>
          <p:nvPr>
            <p:ph type="dt" idx="12"/>
          </p:nvPr>
        </p:nvSpPr>
        <p:spPr/>
        <p:txBody>
          <a:bodyPr xmlns:a="http://schemas.openxmlformats.org/drawingml/2006/main"/>
          <a:lstStyle xmlns:a="http://schemas.openxmlformats.org/drawingml/2006/main"/>
          <a:p xmlns:a="http://schemas.openxmlformats.org/drawingml/2006/main">
            <a:r>
              <a:t>[Date]</a:t>
            </a:r>
          </a:p>
        </p:txBody>
      </p:sp>
      <p:sp>
        <p:nvSpPr>
          <p:cNvPr id="8" name="Footer Placeholder 7">
            <a:extLst xmlns:a="http://schemas.openxmlformats.org/drawingml/2006/main">
              <a:ext uri="{FF2B5EF4-FFF2-40B4-BE49-F238E27FC236}">
                <a16:creationId xmlns:a16="http://schemas.microsoft.com/office/drawing/2014/main" id="{CE04F2EE-785B-7706-BD3B-03704C48F8F1}"/>
              </a:ext>
            </a:extLst>
          </p:cNvPr>
          <p:cNvSpPr>
            <a:spLocks xmlns:a="http://schemas.openxmlformats.org/drawingml/2006/main" noGrp="1"/>
          </p:cNvSpPr>
          <p:nvPr>
            <p:ph type="ftr" idx="13"/>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10" name="Slide Number Placeholder 9">
            <a:extLst xmlns:a="http://schemas.openxmlformats.org/drawingml/2006/main">
              <a:ext uri="{FF2B5EF4-FFF2-40B4-BE49-F238E27FC236}">
                <a16:creationId xmlns:a16="http://schemas.microsoft.com/office/drawing/2014/main" id="{C02053F7-3C90-7631-D1FF-B94A813D6D1E}"/>
              </a:ext>
            </a:extLst>
          </p:cNvPr>
          <p:cNvSpPr>
            <a:spLocks xmlns:a="http://schemas.openxmlformats.org/drawingml/2006/main" noGrp="1"/>
          </p:cNvSpPr>
          <p:nvPr>
            <p:ph type="sldNum" idx="14"/>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90.xml><?xml version="1.0" encoding="utf-8"?>
<p:sldLayout xmlns:p="http://schemas.openxmlformats.org/presentationml/2006/main" preserve="1" userDrawn="1">
  <p:cSld name="Light - Split content with line">
    <p:bg>
      <p:bgRef idx="1001">
        <a:schemeClr xmlns:a="http://schemas.openxmlformats.org/drawingml/2006/main" val="bg2"/>
      </p:bgRef>
    </p:bg>
    <p:spTree>
      <p:nvGrpSpPr>
        <p:cNvPr id="1" name=""/>
        <p:cNvGrpSpPr/>
        <p:nvPr/>
      </p:nvGrpSpPr>
      <p:grpSpPr>
        <a:xfrm xmlns:a="http://schemas.openxmlformats.org/drawingml/2006/main"/>
      </p:grpSpPr>
      <p:sp>
        <p:nvSpPr>
          <p:cNvPr id="9" name="Title 12">
            <a:extLst xmlns:a="http://schemas.openxmlformats.org/drawingml/2006/main">
              <a:ext uri="{FF2B5EF4-FFF2-40B4-BE49-F238E27FC236}">
                <a16:creationId xmlns:a16="http://schemas.microsoft.com/office/drawing/2014/main" id="{C2D0AE67-1167-2B52-146F-5E0AA0D86441}"/>
              </a:ext>
            </a:extLst>
          </p:cNvPr>
          <p:cNvSpPr>
            <a:spLocks xmlns:a="http://schemas.openxmlformats.org/drawingml/2006/main" noGrp="1"/>
          </p:cNvSpPr>
          <p:nvPr>
            <p:ph type="title" idx="0" hasCustomPrompt="1"/>
          </p:nvPr>
        </p:nvSpPr>
        <p:spPr>
          <a:xfrm xmlns:a="http://schemas.openxmlformats.org/drawingml/2006/main">
            <a:off x="768875" y="3017520"/>
            <a:ext cx="3132585" cy="822960"/>
          </a:xfrm>
        </p:spPr>
        <p:txBody>
          <a:bodyPr xmlns:a="http://schemas.openxmlformats.org/drawingml/2006/main" anchor="ctr"/>
          <a:lstStyle xmlns:a="http://schemas.openxmlformats.org/drawingml/2006/main">
            <a:lvl1pPr>
              <a:lnSpc>
                <a:spcPct val="100000"/>
              </a:lnSpc>
              <a:buNone/>
              <a:defRPr sz="3200" b="1" i="0">
                <a:latin typeface="Oracle Sans Tab"/>
                <a:ea typeface="Oracle Sans Tab"/>
                <a:cs typeface="Oracle Sans Tab"/>
              </a:defRPr>
            </a:lvl1pPr>
          </a:lstStyle>
          <a:p xmlns:a="http://schemas.openxmlformats.org/drawingml/2006/main">
            <a:r>
              <a:t>Title</a:t>
            </a:r>
          </a:p>
        </p:txBody>
      </p:sp>
      <p:sp>
        <p:nvSpPr>
          <p:cNvPr id="8" name="Subtitle">
            <a:extLst xmlns:a="http://schemas.openxmlformats.org/drawingml/2006/main">
              <a:ext uri="{FF2B5EF4-FFF2-40B4-BE49-F238E27FC236}">
                <a16:creationId xmlns:a16="http://schemas.microsoft.com/office/drawing/2014/main" id="{C8ADFC4F-C961-366D-5252-9B4CC4102CB3}"/>
              </a:ext>
            </a:extLst>
          </p:cNvPr>
          <p:cNvSpPr>
            <a:spLocks xmlns:a="http://schemas.openxmlformats.org/drawingml/2006/main" noGrp="1"/>
          </p:cNvSpPr>
          <p:nvPr>
            <p:ph type="body" idx="11" hasCustomPrompt="1"/>
          </p:nvPr>
        </p:nvSpPr>
        <p:spPr>
          <a:xfrm xmlns:a="http://schemas.openxmlformats.org/drawingml/2006/main">
            <a:off x="4708865" y="2630927"/>
            <a:ext cx="6728946" cy="1596145"/>
          </a:xfrm>
          <a:prstGeom xmlns:a="http://schemas.openxmlformats.org/drawingml/2006/main" prst="rect">
            <a:avLst/>
          </a:prstGeom>
        </p:spPr>
        <p:txBody>
          <a:bodyPr xmlns:a="http://schemas.openxmlformats.org/drawingml/2006/main" lIns="0" anchor="ctr">
            <a:noAutofit/>
          </a:bodyPr>
          <a:lstStyle xmlns:a="http://schemas.openxmlformats.org/drawingml/2006/main">
            <a:lvl1pPr marL="0" indent="0">
              <a:lnSpc>
                <a:spcPct val="100000"/>
              </a:lnSpc>
              <a:spcAft>
                <a:spcPts val="0"/>
              </a:spcAft>
              <a:buNone/>
              <a:defRPr sz="2400" b="0" i="0">
                <a:latin typeface="Oracle Sans Tab"/>
                <a:ea typeface="Oracle Sans Tab"/>
                <a:cs typeface="Oracle Sans Tab"/>
              </a:defRPr>
            </a:lvl1pPr>
          </a:lstStyle>
          <a:p xmlns:a="http://schemas.openxmlformats.org/drawingml/2006/main">
            <a:pPr>
              <a:buNone/>
            </a:pPr>
            <a:r>
              <a:t>Subtitle</a:t>
            </a:r>
          </a:p>
        </p:txBody>
      </p:sp>
      <p:sp>
        <p:nvSpPr>
          <p:cNvPr id="4" name="Straight Connector 3">
            <a:extLst xmlns:a="http://schemas.openxmlformats.org/drawingml/2006/main">
              <a:ext uri="{FF2B5EF4-FFF2-40B4-BE49-F238E27FC236}">
                <a16:creationId xmlns:a16="http://schemas.microsoft.com/office/drawing/2014/main" id="{EC11F8B8-0506-4FE0-8E52-F0681A846B0A}"/>
              </a:ext>
            </a:extLst>
          </p:cNvPr>
          <p:cNvSpPr>
            <a:spLocks xmlns:a="http://schemas.openxmlformats.org/drawingml/2006/main" noGrp="1"/>
          </p:cNvSpPr>
          <p:nvPr/>
        </p:nvSpPr>
        <p:spPr>
          <a:xfrm xmlns:a="http://schemas.openxmlformats.org/drawingml/2006/main">
            <a:off x="4076567" y="1600210"/>
            <a:ext cx="0" cy="3657580"/>
          </a:xfrm>
          <a:prstGeom xmlns:a="http://schemas.openxmlformats.org/drawingml/2006/main" prst="line">
            <a:avLst/>
          </a:prstGeom>
          <a:ln xmlns:a="http://schemas.openxmlformats.org/drawingml/2006/main" w="19050">
            <a:solidFill>
              <a:srgbClr val="8B8580"/>
            </a:solidFill>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
        <p:nvSpPr>
          <p:cNvPr id="11" name="Date Placeholder 10">
            <a:extLst xmlns:a="http://schemas.openxmlformats.org/drawingml/2006/main">
              <a:ext uri="{FF2B5EF4-FFF2-40B4-BE49-F238E27FC236}">
                <a16:creationId xmlns:a16="http://schemas.microsoft.com/office/drawing/2014/main" id="{CD336210-9EAC-569D-52B3-0D2572F1BEB3}"/>
              </a:ext>
            </a:extLst>
          </p:cNvPr>
          <p:cNvSpPr>
            <a:spLocks xmlns:a="http://schemas.openxmlformats.org/drawingml/2006/main" noGrp="1"/>
          </p:cNvSpPr>
          <p:nvPr>
            <p:ph type="dt" idx="12"/>
          </p:nvPr>
        </p:nvSpPr>
        <p:spPr/>
        <p:txBody>
          <a:bodyPr xmlns:a="http://schemas.openxmlformats.org/drawingml/2006/main"/>
          <a:lstStyle xmlns:a="http://schemas.openxmlformats.org/drawingml/2006/main"/>
          <a:p xmlns:a="http://schemas.openxmlformats.org/drawingml/2006/main">
            <a:r>
              <a:t>[Date]</a:t>
            </a:r>
          </a:p>
        </p:txBody>
      </p:sp>
      <p:sp>
        <p:nvSpPr>
          <p:cNvPr id="12" name="Footer Placeholder 11">
            <a:extLst xmlns:a="http://schemas.openxmlformats.org/drawingml/2006/main">
              <a:ext uri="{FF2B5EF4-FFF2-40B4-BE49-F238E27FC236}">
                <a16:creationId xmlns:a16="http://schemas.microsoft.com/office/drawing/2014/main" id="{D8D7B047-34FC-AB0A-5362-BD6A632A3493}"/>
              </a:ext>
            </a:extLst>
          </p:cNvPr>
          <p:cNvSpPr>
            <a:spLocks xmlns:a="http://schemas.openxmlformats.org/drawingml/2006/main" noGrp="1"/>
          </p:cNvSpPr>
          <p:nvPr>
            <p:ph type="ftr" idx="13"/>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13" name="Slide Number Placeholder 12">
            <a:extLst xmlns:a="http://schemas.openxmlformats.org/drawingml/2006/main">
              <a:ext uri="{FF2B5EF4-FFF2-40B4-BE49-F238E27FC236}">
                <a16:creationId xmlns:a16="http://schemas.microsoft.com/office/drawing/2014/main" id="{7AB0EE62-B6BF-2A12-06E1-7756802A0219}"/>
              </a:ext>
            </a:extLst>
          </p:cNvPr>
          <p:cNvSpPr>
            <a:spLocks xmlns:a="http://schemas.openxmlformats.org/drawingml/2006/main" noGrp="1"/>
          </p:cNvSpPr>
          <p:nvPr>
            <p:ph type="sldNum" idx="14"/>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91.xml><?xml version="1.0" encoding="utf-8"?>
<p:sldLayout xmlns:p="http://schemas.openxmlformats.org/presentationml/2006/main" preserve="1" userDrawn="1">
  <p:cSld name="Photo Collage + Content Dark">
    <p:bg>
      <p:bgRef idx="1001">
        <a:schemeClr xmlns:a="http://schemas.openxmlformats.org/drawingml/2006/main" val="bg2"/>
      </p:bgRef>
    </p:bg>
    <p:spTree>
      <p:nvGrpSpPr>
        <p:cNvPr id="1" name=""/>
        <p:cNvGrpSpPr/>
        <p:nvPr/>
      </p:nvGrpSpPr>
      <p:grpSpPr>
        <a:xfrm xmlns:a="http://schemas.openxmlformats.org/drawingml/2006/main"/>
      </p:grpSpPr>
      <p:sp>
        <p:nvSpPr>
          <p:cNvPr id="4" name="Title 1">
            <a:extLst xmlns:a="http://schemas.openxmlformats.org/drawingml/2006/main">
              <a:ext uri="{FF2B5EF4-FFF2-40B4-BE49-F238E27FC236}">
                <a16:creationId xmlns:a16="http://schemas.microsoft.com/office/drawing/2014/main" id="{AE9CD95A-1265-2999-4C85-664DC8CE8978}"/>
              </a:ext>
            </a:extLst>
          </p:cNvPr>
          <p:cNvSpPr>
            <a:spLocks xmlns:a="http://schemas.openxmlformats.org/drawingml/2006/main" noGrp="1"/>
          </p:cNvSpPr>
          <p:nvPr>
            <p:ph type="title" idx="0" hasCustomPrompt="1"/>
          </p:nvPr>
        </p:nvSpPr>
        <p:spPr>
          <a:xfrm xmlns:a="http://schemas.openxmlformats.org/drawingml/2006/main">
            <a:off x="768875" y="182403"/>
            <a:ext cx="4961369" cy="822960"/>
          </a:xfrm>
        </p:spPr>
        <p:txBody>
          <a:bodyPr xmlns:a="http://schemas.openxmlformats.org/drawingml/2006/main"/>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r>
              <a:t>Title</a:t>
            </a:r>
          </a:p>
        </p:txBody>
      </p:sp>
      <p:sp>
        <p:nvSpPr>
          <p:cNvPr id="3" name="Text Placeholder 2">
            <a:extLst xmlns:a="http://schemas.openxmlformats.org/drawingml/2006/main">
              <a:ext uri="{FF2B5EF4-FFF2-40B4-BE49-F238E27FC236}">
                <a16:creationId xmlns:a16="http://schemas.microsoft.com/office/drawing/2014/main" id="{A12F5E0A-F774-0941-0246-D4704DBA0B25}"/>
              </a:ext>
            </a:extLst>
          </p:cNvPr>
          <p:cNvSpPr>
            <a:spLocks xmlns:a="http://schemas.openxmlformats.org/drawingml/2006/main" noGrp="1"/>
          </p:cNvSpPr>
          <p:nvPr>
            <p:ph type="body" idx="29"/>
          </p:nvPr>
        </p:nvSpPr>
        <p:spPr>
          <a:xfrm xmlns:a="http://schemas.openxmlformats.org/drawingml/2006/main">
            <a:off x="792537" y="1751671"/>
            <a:ext cx="4899101" cy="1410405"/>
          </a:xfrm>
          <a:prstGeom xmlns:a="http://schemas.openxmlformats.org/drawingml/2006/main" prst="rect">
            <a:avLst/>
          </a:prstGeom>
        </p:spPr>
        <p:txBody>
          <a:bodyPr xmlns:a="http://schemas.openxmlformats.org/drawingml/2006/main"/>
          <a:lstStyle xmlns:a="http://schemas.openxmlformats.org/drawingml/2006/main">
            <a:lvl1pPr marL="0" indent="0" algn="l">
              <a:lnSpc>
                <a:spcPct val="100000"/>
              </a:lnSpc>
              <a:spcBef>
                <a:spcPts val="1000"/>
              </a:spcBef>
              <a:spcAft>
                <a:spcPts val="0"/>
              </a:spcAft>
              <a:buNone/>
              <a:defRPr sz="1600" b="1" i="0">
                <a:solidFill>
                  <a:schemeClr val="tx1"/>
                </a:solidFill>
                <a:latin typeface="Oracle Sans Tab"/>
                <a:ea typeface="Oracle Sans Tab"/>
                <a:cs typeface="Oracle Sans Tab"/>
              </a:defRPr>
            </a:lvl1pPr>
            <a:lvl2pPr marL="0" indent="0" algn="l">
              <a:lnSpc>
                <a:spcPct val="100000"/>
              </a:lnSpc>
              <a:spcBef>
                <a:spcPts val="500"/>
              </a:spcBef>
              <a:spcAft>
                <a:spcPts val="0"/>
              </a:spcAft>
              <a:buNone/>
              <a:defRPr sz="1600" b="0" i="0">
                <a:solidFill>
                  <a:schemeClr val="tx1"/>
                </a:solidFill>
                <a:latin typeface="Oracle Sans Tab"/>
                <a:ea typeface="Oracle Sans Tab"/>
                <a:cs typeface="Oracle Sans Tab"/>
              </a:defRPr>
            </a:lvl2pPr>
            <a:lvl3pPr marL="119833" indent="0" algn="l">
              <a:lnSpc>
                <a:spcPct val="100000"/>
              </a:lnSpc>
              <a:spcBef>
                <a:spcPts val="500"/>
              </a:spcBef>
              <a:spcAft>
                <a:spcPts val="0"/>
              </a:spcAft>
              <a:buNone/>
              <a:defRPr sz="1600" b="0" i="0">
                <a:solidFill>
                  <a:schemeClr val="tx1"/>
                </a:solidFill>
                <a:latin typeface="Oracle Sans Tab"/>
                <a:ea typeface="Oracle Sans Tab"/>
                <a:cs typeface="Oracle Sans Tab"/>
              </a:defRPr>
            </a:lvl3pPr>
          </a:lstStyle>
          <a:p xmlns:a="http://schemas.openxmlformats.org/drawingml/2006/main">
            <a:pPr marL="342831" indent="-342831" algn="l">
              <a:lnSpc>
                <a:spcPct val="110000"/>
              </a:lnSpc>
              <a:spcBef>
                <a:spcPts val="300"/>
              </a:spcBef>
              <a:buNone/>
            </a:pPr>
            <a:r>
              <a:t>Click to edit Master text styles</a:t>
            </a:r>
          </a:p>
          <a:p xmlns:a="http://schemas.openxmlformats.org/drawingml/2006/main">
            <a:pPr marL="342831" indent="-342831" algn="l">
              <a:lnSpc>
                <a:spcPct val="110000"/>
              </a:lnSpc>
              <a:spcBef>
                <a:spcPts val="300"/>
              </a:spcBef>
              <a:buNone/>
            </a:pPr>
            <a:r>
              <a:t>Second level</a:t>
            </a:r>
          </a:p>
          <a:p xmlns:a="http://schemas.openxmlformats.org/drawingml/2006/main">
            <a:pPr marL="342831" indent="-342831" algn="l">
              <a:lnSpc>
                <a:spcPct val="110000"/>
              </a:lnSpc>
              <a:spcBef>
                <a:spcPts val="300"/>
              </a:spcBef>
              <a:buNone/>
            </a:pPr>
            <a:r>
              <a:t>Third level</a:t>
            </a:r>
          </a:p>
        </p:txBody>
      </p:sp>
      <p:sp>
        <p:nvSpPr>
          <p:cNvPr id="10" name="Text Placeholder 2">
            <a:extLst xmlns:a="http://schemas.openxmlformats.org/drawingml/2006/main">
              <a:ext uri="{FF2B5EF4-FFF2-40B4-BE49-F238E27FC236}">
                <a16:creationId xmlns:a16="http://schemas.microsoft.com/office/drawing/2014/main" id="{FB6C8AB0-7757-DF1D-9CCE-4510B7276134}"/>
              </a:ext>
            </a:extLst>
          </p:cNvPr>
          <p:cNvSpPr>
            <a:spLocks xmlns:a="http://schemas.openxmlformats.org/drawingml/2006/main" noGrp="1"/>
          </p:cNvSpPr>
          <p:nvPr>
            <p:ph type="body" idx="38"/>
          </p:nvPr>
        </p:nvSpPr>
        <p:spPr>
          <a:xfrm xmlns:a="http://schemas.openxmlformats.org/drawingml/2006/main">
            <a:off x="792537" y="3378765"/>
            <a:ext cx="4899101" cy="1410405"/>
          </a:xfrm>
          <a:prstGeom xmlns:a="http://schemas.openxmlformats.org/drawingml/2006/main" prst="rect">
            <a:avLst/>
          </a:prstGeom>
        </p:spPr>
        <p:txBody>
          <a:bodyPr xmlns:a="http://schemas.openxmlformats.org/drawingml/2006/main"/>
          <a:lstStyle xmlns:a="http://schemas.openxmlformats.org/drawingml/2006/main">
            <a:lvl1pPr marL="0" indent="0" algn="l">
              <a:lnSpc>
                <a:spcPct val="100000"/>
              </a:lnSpc>
              <a:spcBef>
                <a:spcPts val="1000"/>
              </a:spcBef>
              <a:spcAft>
                <a:spcPts val="0"/>
              </a:spcAft>
              <a:buNone/>
              <a:defRPr sz="1600" b="1" i="0">
                <a:solidFill>
                  <a:schemeClr val="tx1"/>
                </a:solidFill>
                <a:latin typeface="Oracle Sans Tab"/>
                <a:ea typeface="Oracle Sans Tab"/>
                <a:cs typeface="Oracle Sans Tab"/>
              </a:defRPr>
            </a:lvl1pPr>
            <a:lvl2pPr marL="0" indent="0" algn="l">
              <a:lnSpc>
                <a:spcPct val="100000"/>
              </a:lnSpc>
              <a:spcBef>
                <a:spcPts val="500"/>
              </a:spcBef>
              <a:spcAft>
                <a:spcPts val="0"/>
              </a:spcAft>
              <a:buNone/>
              <a:defRPr sz="1600" b="0" i="0">
                <a:solidFill>
                  <a:schemeClr val="tx1"/>
                </a:solidFill>
                <a:latin typeface="Oracle Sans Tab"/>
                <a:ea typeface="Oracle Sans Tab"/>
                <a:cs typeface="Oracle Sans Tab"/>
              </a:defRPr>
            </a:lvl2pPr>
            <a:lvl3pPr marL="119833" indent="0" algn="l">
              <a:lnSpc>
                <a:spcPct val="100000"/>
              </a:lnSpc>
              <a:spcBef>
                <a:spcPts val="500"/>
              </a:spcBef>
              <a:spcAft>
                <a:spcPts val="0"/>
              </a:spcAft>
              <a:buNone/>
              <a:defRPr sz="1600" b="0" i="0">
                <a:solidFill>
                  <a:schemeClr val="tx1"/>
                </a:solidFill>
                <a:latin typeface="Oracle Sans Tab"/>
                <a:ea typeface="Oracle Sans Tab"/>
                <a:cs typeface="Oracle Sans Tab"/>
              </a:defRPr>
            </a:lvl3pPr>
          </a:lstStyle>
          <a:p xmlns:a="http://schemas.openxmlformats.org/drawingml/2006/main">
            <a:pPr marL="342831" indent="-342831" algn="l">
              <a:lnSpc>
                <a:spcPct val="110000"/>
              </a:lnSpc>
              <a:spcBef>
                <a:spcPts val="300"/>
              </a:spcBef>
              <a:buNone/>
            </a:pPr>
            <a:r>
              <a:t>Click to edit Master text styles</a:t>
            </a:r>
          </a:p>
          <a:p xmlns:a="http://schemas.openxmlformats.org/drawingml/2006/main">
            <a:pPr marL="342831" indent="-342831" algn="l">
              <a:lnSpc>
                <a:spcPct val="110000"/>
              </a:lnSpc>
              <a:spcBef>
                <a:spcPts val="300"/>
              </a:spcBef>
              <a:buNone/>
            </a:pPr>
            <a:r>
              <a:t>Second level</a:t>
            </a:r>
          </a:p>
          <a:p xmlns:a="http://schemas.openxmlformats.org/drawingml/2006/main">
            <a:pPr marL="342831" indent="-342831" algn="l">
              <a:lnSpc>
                <a:spcPct val="110000"/>
              </a:lnSpc>
              <a:spcBef>
                <a:spcPts val="300"/>
              </a:spcBef>
              <a:buNone/>
            </a:pPr>
            <a:r>
              <a:t>Third level</a:t>
            </a:r>
          </a:p>
        </p:txBody>
      </p:sp>
      <p:sp>
        <p:nvSpPr>
          <p:cNvPr id="8" name="Text Placeholder 2">
            <a:extLst xmlns:a="http://schemas.openxmlformats.org/drawingml/2006/main">
              <a:ext uri="{FF2B5EF4-FFF2-40B4-BE49-F238E27FC236}">
                <a16:creationId xmlns:a16="http://schemas.microsoft.com/office/drawing/2014/main" id="{5EF42849-DE58-A637-B663-CB6753E7BB76}"/>
              </a:ext>
            </a:extLst>
          </p:cNvPr>
          <p:cNvSpPr>
            <a:spLocks xmlns:a="http://schemas.openxmlformats.org/drawingml/2006/main" noGrp="1"/>
          </p:cNvSpPr>
          <p:nvPr>
            <p:ph type="body" idx="37"/>
          </p:nvPr>
        </p:nvSpPr>
        <p:spPr>
          <a:xfrm xmlns:a="http://schemas.openxmlformats.org/drawingml/2006/main">
            <a:off x="792537" y="5005861"/>
            <a:ext cx="4899101" cy="1128240"/>
          </a:xfrm>
          <a:prstGeom xmlns:a="http://schemas.openxmlformats.org/drawingml/2006/main" prst="rect">
            <a:avLst/>
          </a:prstGeom>
        </p:spPr>
        <p:txBody>
          <a:bodyPr xmlns:a="http://schemas.openxmlformats.org/drawingml/2006/main"/>
          <a:lstStyle xmlns:a="http://schemas.openxmlformats.org/drawingml/2006/main">
            <a:lvl1pPr marL="0" indent="0" algn="l">
              <a:lnSpc>
                <a:spcPct val="100000"/>
              </a:lnSpc>
              <a:spcBef>
                <a:spcPts val="1000"/>
              </a:spcBef>
              <a:spcAft>
                <a:spcPts val="0"/>
              </a:spcAft>
              <a:buNone/>
              <a:defRPr sz="1600" b="1" i="0">
                <a:solidFill>
                  <a:schemeClr val="tx1"/>
                </a:solidFill>
                <a:latin typeface="Oracle Sans Tab"/>
                <a:ea typeface="Oracle Sans Tab"/>
                <a:cs typeface="Oracle Sans Tab"/>
              </a:defRPr>
            </a:lvl1pPr>
            <a:lvl2pPr marL="0" indent="0" algn="l">
              <a:lnSpc>
                <a:spcPct val="100000"/>
              </a:lnSpc>
              <a:spcBef>
                <a:spcPts val="500"/>
              </a:spcBef>
              <a:spcAft>
                <a:spcPts val="0"/>
              </a:spcAft>
              <a:buNone/>
              <a:defRPr sz="1600" b="0" i="0">
                <a:solidFill>
                  <a:schemeClr val="tx1"/>
                </a:solidFill>
                <a:latin typeface="Oracle Sans Tab"/>
                <a:ea typeface="Oracle Sans Tab"/>
                <a:cs typeface="Oracle Sans Tab"/>
              </a:defRPr>
            </a:lvl2pPr>
            <a:lvl3pPr marL="119833" indent="0" algn="l">
              <a:lnSpc>
                <a:spcPct val="100000"/>
              </a:lnSpc>
              <a:spcBef>
                <a:spcPts val="500"/>
              </a:spcBef>
              <a:spcAft>
                <a:spcPts val="0"/>
              </a:spcAft>
              <a:buNone/>
              <a:defRPr sz="1600" b="0" i="0">
                <a:solidFill>
                  <a:schemeClr val="tx1"/>
                </a:solidFill>
                <a:latin typeface="Oracle Sans Tab"/>
                <a:ea typeface="Oracle Sans Tab"/>
                <a:cs typeface="Oracle Sans Tab"/>
              </a:defRPr>
            </a:lvl3pPr>
          </a:lstStyle>
          <a:p xmlns:a="http://schemas.openxmlformats.org/drawingml/2006/main">
            <a:pPr marL="342831" indent="-342831" algn="l">
              <a:lnSpc>
                <a:spcPct val="110000"/>
              </a:lnSpc>
              <a:spcBef>
                <a:spcPts val="300"/>
              </a:spcBef>
              <a:buNone/>
            </a:pPr>
            <a:r>
              <a:t>Click to edit Master text styles</a:t>
            </a:r>
          </a:p>
          <a:p xmlns:a="http://schemas.openxmlformats.org/drawingml/2006/main">
            <a:pPr marL="342831" indent="-342831" algn="l">
              <a:lnSpc>
                <a:spcPct val="110000"/>
              </a:lnSpc>
              <a:spcBef>
                <a:spcPts val="300"/>
              </a:spcBef>
              <a:buNone/>
            </a:pPr>
            <a:r>
              <a:t>Second level</a:t>
            </a:r>
          </a:p>
          <a:p xmlns:a="http://schemas.openxmlformats.org/drawingml/2006/main">
            <a:pPr marL="342831" indent="-342831" algn="l">
              <a:lnSpc>
                <a:spcPct val="110000"/>
              </a:lnSpc>
              <a:spcBef>
                <a:spcPts val="300"/>
              </a:spcBef>
              <a:buNone/>
            </a:pPr>
            <a:r>
              <a:t>Third level</a:t>
            </a:r>
          </a:p>
        </p:txBody>
      </p:sp>
      <p:sp>
        <p:nvSpPr>
          <p:cNvPr id="20" name="Picture Placeholder 17">
            <a:extLst xmlns:a="http://schemas.openxmlformats.org/drawingml/2006/main">
              <a:ext uri="{FF2B5EF4-FFF2-40B4-BE49-F238E27FC236}">
                <a16:creationId xmlns:a16="http://schemas.microsoft.com/office/drawing/2014/main" id="{445E1E13-5767-FE9A-C855-C6FD3055FC6A}"/>
              </a:ext>
            </a:extLst>
          </p:cNvPr>
          <p:cNvSpPr>
            <a:spLocks xmlns:a="http://schemas.openxmlformats.org/drawingml/2006/main" noGrp="1"/>
          </p:cNvSpPr>
          <p:nvPr>
            <p:ph type="pic" idx="36" hasCustomPrompt="1"/>
          </p:nvPr>
        </p:nvSpPr>
        <p:spPr>
          <a:xfrm xmlns:a="http://schemas.openxmlformats.org/drawingml/2006/main">
            <a:off x="6095603" y="5457103"/>
            <a:ext cx="2885888" cy="1400897"/>
          </a:xfrm>
          <a:prstGeom xmlns:a="http://schemas.openxmlformats.org/drawingml/2006/main" prst="rect">
            <a:avLst/>
          </a:prstGeom>
        </p:spPr>
        <p:txBody>
          <a:bodyPr xmlns:a="http://schemas.openxmlformats.org/drawingml/2006/main" anchor="ctr"/>
          <a:lstStyle xmlns:a="http://schemas.openxmlformats.org/drawingml/2006/main">
            <a:lvl1pPr marL="0" indent="0" algn="ctr">
              <a:buNone/>
              <a:defRPr>
                <a:solidFill>
                  <a:schemeClr val="tx1"/>
                </a:solidFill>
              </a:defRPr>
            </a:lvl1pPr>
          </a:lstStyle>
          <a:p xmlns:a="http://schemas.openxmlformats.org/drawingml/2006/main">
            <a:r>
              <a:t>Click to add photo or illustration</a:t>
            </a:r>
          </a:p>
          <a:p xmlns:a="http://schemas.openxmlformats.org/drawingml/2006/main"/>
          <a:p xmlns:a="http://schemas.openxmlformats.org/drawingml/2006/main"/>
        </p:txBody>
      </p:sp>
      <p:sp>
        <p:nvSpPr>
          <p:cNvPr id="19" name="Picture Placeholder 17">
            <a:extLst xmlns:a="http://schemas.openxmlformats.org/drawingml/2006/main">
              <a:ext uri="{FF2B5EF4-FFF2-40B4-BE49-F238E27FC236}">
                <a16:creationId xmlns:a16="http://schemas.microsoft.com/office/drawing/2014/main" id="{128E96FD-9D3F-692F-EB8E-C1CA80E5D55D}"/>
              </a:ext>
            </a:extLst>
          </p:cNvPr>
          <p:cNvSpPr>
            <a:spLocks xmlns:a="http://schemas.openxmlformats.org/drawingml/2006/main" noGrp="1"/>
          </p:cNvSpPr>
          <p:nvPr>
            <p:ph type="pic" idx="35" hasCustomPrompt="1"/>
          </p:nvPr>
        </p:nvSpPr>
        <p:spPr>
          <a:xfrm xmlns:a="http://schemas.openxmlformats.org/drawingml/2006/main">
            <a:off x="6095603" y="2726373"/>
            <a:ext cx="2885888" cy="2662069"/>
          </a:xfrm>
          <a:prstGeom xmlns:a="http://schemas.openxmlformats.org/drawingml/2006/main" prst="rect">
            <a:avLst/>
          </a:prstGeom>
        </p:spPr>
        <p:txBody>
          <a:bodyPr xmlns:a="http://schemas.openxmlformats.org/drawingml/2006/main" anchor="ctr"/>
          <a:lstStyle xmlns:a="http://schemas.openxmlformats.org/drawingml/2006/main">
            <a:lvl1pPr marL="0" indent="0" algn="ctr">
              <a:buNone/>
              <a:defRPr>
                <a:solidFill>
                  <a:schemeClr val="tx1"/>
                </a:solidFill>
              </a:defRPr>
            </a:lvl1pPr>
          </a:lstStyle>
          <a:p xmlns:a="http://schemas.openxmlformats.org/drawingml/2006/main">
            <a:r>
              <a:t>Click to add photo or illustration</a:t>
            </a:r>
          </a:p>
          <a:p xmlns:a="http://schemas.openxmlformats.org/drawingml/2006/main"/>
          <a:p xmlns:a="http://schemas.openxmlformats.org/drawingml/2006/main"/>
          <a:p xmlns:a="http://schemas.openxmlformats.org/drawingml/2006/main"/>
        </p:txBody>
      </p:sp>
      <p:sp>
        <p:nvSpPr>
          <p:cNvPr id="18" name="Picture Placeholder 17">
            <a:extLst xmlns:a="http://schemas.openxmlformats.org/drawingml/2006/main">
              <a:ext uri="{FF2B5EF4-FFF2-40B4-BE49-F238E27FC236}">
                <a16:creationId xmlns:a16="http://schemas.microsoft.com/office/drawing/2014/main" id="{17CD157F-D3C9-1E3B-56AC-86F51CBDA2C5}"/>
              </a:ext>
            </a:extLst>
          </p:cNvPr>
          <p:cNvSpPr>
            <a:spLocks xmlns:a="http://schemas.openxmlformats.org/drawingml/2006/main" noGrp="1"/>
          </p:cNvSpPr>
          <p:nvPr>
            <p:ph type="pic" idx="34" hasCustomPrompt="1"/>
          </p:nvPr>
        </p:nvSpPr>
        <p:spPr>
          <a:xfrm xmlns:a="http://schemas.openxmlformats.org/drawingml/2006/main">
            <a:off x="6095603" y="-1"/>
            <a:ext cx="2885888" cy="2662069"/>
          </a:xfrm>
          <a:prstGeom xmlns:a="http://schemas.openxmlformats.org/drawingml/2006/main" prst="rect">
            <a:avLst/>
          </a:prstGeom>
        </p:spPr>
        <p:txBody>
          <a:bodyPr xmlns:a="http://schemas.openxmlformats.org/drawingml/2006/main" anchor="ctr"/>
          <a:lstStyle xmlns:a="http://schemas.openxmlformats.org/drawingml/2006/main">
            <a:lvl1pPr marL="0" indent="0" algn="ctr">
              <a:buNone/>
              <a:defRPr>
                <a:solidFill>
                  <a:schemeClr val="tx1"/>
                </a:solidFill>
              </a:defRPr>
            </a:lvl1pPr>
          </a:lstStyle>
          <a:p xmlns:a="http://schemas.openxmlformats.org/drawingml/2006/main">
            <a:r>
              <a:t>Click to add photo or illustration</a:t>
            </a:r>
          </a:p>
          <a:p xmlns:a="http://schemas.openxmlformats.org/drawingml/2006/main"/>
          <a:p xmlns:a="http://schemas.openxmlformats.org/drawingml/2006/main"/>
          <a:p xmlns:a="http://schemas.openxmlformats.org/drawingml/2006/main"/>
        </p:txBody>
      </p:sp>
      <p:sp>
        <p:nvSpPr>
          <p:cNvPr id="11" name="Picture Placeholder 10">
            <a:extLst xmlns:a="http://schemas.openxmlformats.org/drawingml/2006/main">
              <a:ext uri="{FF2B5EF4-FFF2-40B4-BE49-F238E27FC236}">
                <a16:creationId xmlns:a16="http://schemas.microsoft.com/office/drawing/2014/main" id="{D9A0A2C7-B129-2C84-4EC5-9BE7DAA226FD}"/>
              </a:ext>
            </a:extLst>
          </p:cNvPr>
          <p:cNvSpPr>
            <a:spLocks xmlns:a="http://schemas.openxmlformats.org/drawingml/2006/main" noGrp="1"/>
          </p:cNvSpPr>
          <p:nvPr>
            <p:ph type="pic" idx="33" hasCustomPrompt="1"/>
          </p:nvPr>
        </p:nvSpPr>
        <p:spPr>
          <a:xfrm xmlns:a="http://schemas.openxmlformats.org/drawingml/2006/main">
            <a:off x="9049339" y="4122738"/>
            <a:ext cx="3142661" cy="2735263"/>
          </a:xfrm>
          <a:prstGeom xmlns:a="http://schemas.openxmlformats.org/drawingml/2006/main" prst="rect">
            <a:avLst/>
          </a:prstGeom>
        </p:spPr>
        <p:txBody>
          <a:bodyPr xmlns:a="http://schemas.openxmlformats.org/drawingml/2006/main" anchor="ctr"/>
          <a:lstStyle xmlns:a="http://schemas.openxmlformats.org/drawingml/2006/main">
            <a:lvl1pPr marL="0" indent="0" algn="ctr">
              <a:buNone/>
              <a:defRPr>
                <a:solidFill>
                  <a:schemeClr val="tx1"/>
                </a:solidFill>
              </a:defRPr>
            </a:lvl1pPr>
          </a:lstStyle>
          <a:p xmlns:a="http://schemas.openxmlformats.org/drawingml/2006/main">
            <a:r>
              <a:t>Click to add photo or illustration</a:t>
            </a:r>
          </a:p>
          <a:p xmlns:a="http://schemas.openxmlformats.org/drawingml/2006/main"/>
          <a:p xmlns:a="http://schemas.openxmlformats.org/drawingml/2006/main"/>
        </p:txBody>
      </p:sp>
      <p:sp>
        <p:nvSpPr>
          <p:cNvPr id="9" name="Picture Placeholder 8">
            <a:extLst xmlns:a="http://schemas.openxmlformats.org/drawingml/2006/main">
              <a:ext uri="{FF2B5EF4-FFF2-40B4-BE49-F238E27FC236}">
                <a16:creationId xmlns:a16="http://schemas.microsoft.com/office/drawing/2014/main" id="{1E2386B7-272F-BDAB-2DCD-298558469EDB}"/>
              </a:ext>
            </a:extLst>
          </p:cNvPr>
          <p:cNvSpPr>
            <a:spLocks xmlns:a="http://schemas.openxmlformats.org/drawingml/2006/main" noGrp="1"/>
          </p:cNvSpPr>
          <p:nvPr>
            <p:ph type="pic" idx="32" hasCustomPrompt="1"/>
          </p:nvPr>
        </p:nvSpPr>
        <p:spPr>
          <a:xfrm xmlns:a="http://schemas.openxmlformats.org/drawingml/2006/main">
            <a:off x="9049131" y="0"/>
            <a:ext cx="3142870" cy="4060563"/>
          </a:xfrm>
          <a:prstGeom xmlns:a="http://schemas.openxmlformats.org/drawingml/2006/main" prst="rect">
            <a:avLst/>
          </a:prstGeom>
        </p:spPr>
        <p:txBody>
          <a:bodyPr xmlns:a="http://schemas.openxmlformats.org/drawingml/2006/main" anchor="ctr"/>
          <a:lstStyle xmlns:a="http://schemas.openxmlformats.org/drawingml/2006/main">
            <a:lvl1pPr marL="0" indent="0" algn="ctr">
              <a:buNone/>
              <a:defRPr>
                <a:solidFill>
                  <a:schemeClr val="tx1"/>
                </a:solidFill>
              </a:defRPr>
            </a:lvl1pPr>
          </a:lstStyle>
          <a:p xmlns:a="http://schemas.openxmlformats.org/drawingml/2006/main">
            <a:r>
              <a:t>Click to add photo or illustration</a:t>
            </a:r>
          </a:p>
          <a:p xmlns:a="http://schemas.openxmlformats.org/drawingml/2006/main"/>
          <a:p xmlns:a="http://schemas.openxmlformats.org/drawingml/2006/main"/>
          <a:p xmlns:a="http://schemas.openxmlformats.org/drawingml/2006/main"/>
        </p:txBody>
      </p:sp>
      <p:sp>
        <p:nvSpPr>
          <p:cNvPr id="5" name="Date Placeholder 4">
            <a:extLst xmlns:a="http://schemas.openxmlformats.org/drawingml/2006/main">
              <a:ext uri="{FF2B5EF4-FFF2-40B4-BE49-F238E27FC236}">
                <a16:creationId xmlns:a16="http://schemas.microsoft.com/office/drawing/2014/main" id="{7B7E745A-6997-3DE4-6F47-E0D0F4B831B0}"/>
              </a:ext>
            </a:extLst>
          </p:cNvPr>
          <p:cNvSpPr>
            <a:spLocks xmlns:a="http://schemas.openxmlformats.org/drawingml/2006/main" noGrp="1"/>
          </p:cNvSpPr>
          <p:nvPr>
            <p:ph type="dt" idx="39"/>
          </p:nvPr>
        </p:nvSpPr>
        <p:spPr/>
        <p:txBody>
          <a:bodyPr xmlns:a="http://schemas.openxmlformats.org/drawingml/2006/main"/>
          <a:lstStyle xmlns:a="http://schemas.openxmlformats.org/drawingml/2006/main"/>
          <a:p xmlns:a="http://schemas.openxmlformats.org/drawingml/2006/main">
            <a:r>
              <a:t>[Date]</a:t>
            </a:r>
          </a:p>
        </p:txBody>
      </p:sp>
      <p:sp>
        <p:nvSpPr>
          <p:cNvPr id="7" name="Footer Placeholder 6">
            <a:extLst xmlns:a="http://schemas.openxmlformats.org/drawingml/2006/main">
              <a:ext uri="{FF2B5EF4-FFF2-40B4-BE49-F238E27FC236}">
                <a16:creationId xmlns:a16="http://schemas.microsoft.com/office/drawing/2014/main" id="{560A62D5-101D-BAE1-898D-EA0DD92451B1}"/>
              </a:ext>
            </a:extLst>
          </p:cNvPr>
          <p:cNvSpPr>
            <a:spLocks xmlns:a="http://schemas.openxmlformats.org/drawingml/2006/main" noGrp="1"/>
          </p:cNvSpPr>
          <p:nvPr>
            <p:ph type="ftr" idx="40"/>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13" name="Slide Number Placeholder 12">
            <a:extLst xmlns:a="http://schemas.openxmlformats.org/drawingml/2006/main">
              <a:ext uri="{FF2B5EF4-FFF2-40B4-BE49-F238E27FC236}">
                <a16:creationId xmlns:a16="http://schemas.microsoft.com/office/drawing/2014/main" id="{28C6ABE0-A95F-8D6F-247C-6E7E86986A2F}"/>
              </a:ext>
            </a:extLst>
          </p:cNvPr>
          <p:cNvSpPr>
            <a:spLocks xmlns:a="http://schemas.openxmlformats.org/drawingml/2006/main" noGrp="1"/>
          </p:cNvSpPr>
          <p:nvPr>
            <p:ph type="sldNum" idx="41"/>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92.xml><?xml version="1.0" encoding="utf-8"?>
<p:sldLayout xmlns:p="http://schemas.openxmlformats.org/presentationml/2006/main" preserve="1" userDrawn="1">
  <p:cSld name="Photo Collage + Content Light">
    <p:bg>
      <p:bgRef idx="1001">
        <a:schemeClr xmlns:a="http://schemas.openxmlformats.org/drawingml/2006/main" val="bg2"/>
      </p:bgRef>
    </p:bg>
    <p:spTree>
      <p:nvGrpSpPr>
        <p:cNvPr id="1" name=""/>
        <p:cNvGrpSpPr/>
        <p:nvPr/>
      </p:nvGrpSpPr>
      <p:grpSpPr>
        <a:xfrm xmlns:a="http://schemas.openxmlformats.org/drawingml/2006/main"/>
      </p:grpSpPr>
      <p:sp>
        <p:nvSpPr>
          <p:cNvPr id="4" name="Title 1">
            <a:extLst xmlns:a="http://schemas.openxmlformats.org/drawingml/2006/main">
              <a:ext uri="{FF2B5EF4-FFF2-40B4-BE49-F238E27FC236}">
                <a16:creationId xmlns:a16="http://schemas.microsoft.com/office/drawing/2014/main" id="{AE9CD95A-1265-2999-4C85-664DC8CE8978}"/>
              </a:ext>
            </a:extLst>
          </p:cNvPr>
          <p:cNvSpPr>
            <a:spLocks xmlns:a="http://schemas.openxmlformats.org/drawingml/2006/main" noGrp="1"/>
          </p:cNvSpPr>
          <p:nvPr>
            <p:ph type="title" idx="0" hasCustomPrompt="1"/>
          </p:nvPr>
        </p:nvSpPr>
        <p:spPr>
          <a:xfrm xmlns:a="http://schemas.openxmlformats.org/drawingml/2006/main">
            <a:off x="768875" y="182403"/>
            <a:ext cx="4961369" cy="822960"/>
          </a:xfrm>
        </p:spPr>
        <p:txBody>
          <a:bodyPr xmlns:a="http://schemas.openxmlformats.org/drawingml/2006/main"/>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r>
              <a:t>Title</a:t>
            </a:r>
          </a:p>
        </p:txBody>
      </p:sp>
      <p:sp>
        <p:nvSpPr>
          <p:cNvPr id="3" name="Text Placeholder 2">
            <a:extLst xmlns:a="http://schemas.openxmlformats.org/drawingml/2006/main">
              <a:ext uri="{FF2B5EF4-FFF2-40B4-BE49-F238E27FC236}">
                <a16:creationId xmlns:a16="http://schemas.microsoft.com/office/drawing/2014/main" id="{A12F5E0A-F774-0941-0246-D4704DBA0B25}"/>
              </a:ext>
            </a:extLst>
          </p:cNvPr>
          <p:cNvSpPr>
            <a:spLocks xmlns:a="http://schemas.openxmlformats.org/drawingml/2006/main" noGrp="1"/>
          </p:cNvSpPr>
          <p:nvPr>
            <p:ph type="body" idx="29"/>
          </p:nvPr>
        </p:nvSpPr>
        <p:spPr>
          <a:xfrm xmlns:a="http://schemas.openxmlformats.org/drawingml/2006/main">
            <a:off x="792537" y="1751671"/>
            <a:ext cx="4899101" cy="1410405"/>
          </a:xfrm>
          <a:prstGeom xmlns:a="http://schemas.openxmlformats.org/drawingml/2006/main" prst="rect">
            <a:avLst/>
          </a:prstGeom>
        </p:spPr>
        <p:txBody>
          <a:bodyPr xmlns:a="http://schemas.openxmlformats.org/drawingml/2006/main"/>
          <a:lstStyle xmlns:a="http://schemas.openxmlformats.org/drawingml/2006/main">
            <a:lvl1pPr marL="0" indent="0" algn="l">
              <a:lnSpc>
                <a:spcPct val="100000"/>
              </a:lnSpc>
              <a:spcBef>
                <a:spcPts val="1000"/>
              </a:spcBef>
              <a:spcAft>
                <a:spcPts val="0"/>
              </a:spcAft>
              <a:buNone/>
              <a:defRPr sz="1600" b="1" i="0">
                <a:solidFill>
                  <a:schemeClr val="tx1"/>
                </a:solidFill>
                <a:latin typeface="Oracle Sans Tab"/>
                <a:ea typeface="Oracle Sans Tab"/>
                <a:cs typeface="Oracle Sans Tab"/>
              </a:defRPr>
            </a:lvl1pPr>
            <a:lvl2pPr marL="0" indent="0" algn="l">
              <a:lnSpc>
                <a:spcPct val="100000"/>
              </a:lnSpc>
              <a:spcBef>
                <a:spcPts val="500"/>
              </a:spcBef>
              <a:spcAft>
                <a:spcPts val="0"/>
              </a:spcAft>
              <a:buNone/>
              <a:defRPr sz="1600" b="0" i="0">
                <a:solidFill>
                  <a:schemeClr val="tx1"/>
                </a:solidFill>
                <a:latin typeface="Oracle Sans Tab"/>
                <a:ea typeface="Oracle Sans Tab"/>
                <a:cs typeface="Oracle Sans Tab"/>
              </a:defRPr>
            </a:lvl2pPr>
            <a:lvl3pPr marL="119833" indent="0" algn="l">
              <a:lnSpc>
                <a:spcPct val="100000"/>
              </a:lnSpc>
              <a:spcBef>
                <a:spcPts val="500"/>
              </a:spcBef>
              <a:spcAft>
                <a:spcPts val="0"/>
              </a:spcAft>
              <a:buNone/>
              <a:defRPr sz="1600" b="0" i="0">
                <a:solidFill>
                  <a:schemeClr val="tx1"/>
                </a:solidFill>
                <a:latin typeface="Oracle Sans Tab"/>
                <a:ea typeface="Oracle Sans Tab"/>
                <a:cs typeface="Oracle Sans Tab"/>
              </a:defRPr>
            </a:lvl3pPr>
          </a:lstStyle>
          <a:p xmlns:a="http://schemas.openxmlformats.org/drawingml/2006/main">
            <a:pPr marL="342831" indent="-342831" algn="l">
              <a:lnSpc>
                <a:spcPct val="110000"/>
              </a:lnSpc>
              <a:spcBef>
                <a:spcPts val="300"/>
              </a:spcBef>
              <a:buNone/>
            </a:pPr>
            <a:r>
              <a:t>Click to edit Master text styles</a:t>
            </a:r>
          </a:p>
          <a:p xmlns:a="http://schemas.openxmlformats.org/drawingml/2006/main">
            <a:pPr marL="342831" indent="-342831" algn="l">
              <a:lnSpc>
                <a:spcPct val="110000"/>
              </a:lnSpc>
              <a:spcBef>
                <a:spcPts val="300"/>
              </a:spcBef>
              <a:buNone/>
            </a:pPr>
            <a:r>
              <a:t>Second level</a:t>
            </a:r>
          </a:p>
          <a:p xmlns:a="http://schemas.openxmlformats.org/drawingml/2006/main">
            <a:pPr marL="342831" indent="-342831" algn="l">
              <a:lnSpc>
                <a:spcPct val="110000"/>
              </a:lnSpc>
              <a:spcBef>
                <a:spcPts val="300"/>
              </a:spcBef>
              <a:buNone/>
            </a:pPr>
            <a:r>
              <a:t>Third level</a:t>
            </a:r>
          </a:p>
        </p:txBody>
      </p:sp>
      <p:sp>
        <p:nvSpPr>
          <p:cNvPr id="10" name="Text Placeholder 2">
            <a:extLst xmlns:a="http://schemas.openxmlformats.org/drawingml/2006/main">
              <a:ext uri="{FF2B5EF4-FFF2-40B4-BE49-F238E27FC236}">
                <a16:creationId xmlns:a16="http://schemas.microsoft.com/office/drawing/2014/main" id="{FB6C8AB0-7757-DF1D-9CCE-4510B7276134}"/>
              </a:ext>
            </a:extLst>
          </p:cNvPr>
          <p:cNvSpPr>
            <a:spLocks xmlns:a="http://schemas.openxmlformats.org/drawingml/2006/main" noGrp="1"/>
          </p:cNvSpPr>
          <p:nvPr>
            <p:ph type="body" idx="38"/>
          </p:nvPr>
        </p:nvSpPr>
        <p:spPr>
          <a:xfrm xmlns:a="http://schemas.openxmlformats.org/drawingml/2006/main">
            <a:off x="792537" y="3378765"/>
            <a:ext cx="4899101" cy="1410405"/>
          </a:xfrm>
          <a:prstGeom xmlns:a="http://schemas.openxmlformats.org/drawingml/2006/main" prst="rect">
            <a:avLst/>
          </a:prstGeom>
        </p:spPr>
        <p:txBody>
          <a:bodyPr xmlns:a="http://schemas.openxmlformats.org/drawingml/2006/main"/>
          <a:lstStyle xmlns:a="http://schemas.openxmlformats.org/drawingml/2006/main">
            <a:lvl1pPr marL="0" indent="0" algn="l">
              <a:lnSpc>
                <a:spcPct val="100000"/>
              </a:lnSpc>
              <a:spcBef>
                <a:spcPts val="1000"/>
              </a:spcBef>
              <a:spcAft>
                <a:spcPts val="0"/>
              </a:spcAft>
              <a:buNone/>
              <a:defRPr sz="1600" b="1" i="0">
                <a:solidFill>
                  <a:schemeClr val="tx1"/>
                </a:solidFill>
                <a:latin typeface="Oracle Sans Tab"/>
                <a:ea typeface="Oracle Sans Tab"/>
                <a:cs typeface="Oracle Sans Tab"/>
              </a:defRPr>
            </a:lvl1pPr>
            <a:lvl2pPr marL="0" indent="0" algn="l">
              <a:lnSpc>
                <a:spcPct val="100000"/>
              </a:lnSpc>
              <a:spcBef>
                <a:spcPts val="500"/>
              </a:spcBef>
              <a:spcAft>
                <a:spcPts val="0"/>
              </a:spcAft>
              <a:buNone/>
              <a:defRPr sz="1600" b="0" i="0">
                <a:solidFill>
                  <a:schemeClr val="tx1"/>
                </a:solidFill>
                <a:latin typeface="Oracle Sans Tab"/>
                <a:ea typeface="Oracle Sans Tab"/>
                <a:cs typeface="Oracle Sans Tab"/>
              </a:defRPr>
            </a:lvl2pPr>
            <a:lvl3pPr marL="119833" indent="0" algn="l">
              <a:lnSpc>
                <a:spcPct val="100000"/>
              </a:lnSpc>
              <a:spcBef>
                <a:spcPts val="500"/>
              </a:spcBef>
              <a:spcAft>
                <a:spcPts val="0"/>
              </a:spcAft>
              <a:buNone/>
              <a:defRPr sz="1600" b="0" i="0">
                <a:solidFill>
                  <a:schemeClr val="tx1"/>
                </a:solidFill>
                <a:latin typeface="Oracle Sans Tab"/>
                <a:ea typeface="Oracle Sans Tab"/>
                <a:cs typeface="Oracle Sans Tab"/>
              </a:defRPr>
            </a:lvl3pPr>
          </a:lstStyle>
          <a:p xmlns:a="http://schemas.openxmlformats.org/drawingml/2006/main">
            <a:pPr marL="342831" indent="-342831" algn="l">
              <a:lnSpc>
                <a:spcPct val="110000"/>
              </a:lnSpc>
              <a:spcBef>
                <a:spcPts val="300"/>
              </a:spcBef>
              <a:buNone/>
            </a:pPr>
            <a:r>
              <a:t>Click to edit Master text styles</a:t>
            </a:r>
          </a:p>
          <a:p xmlns:a="http://schemas.openxmlformats.org/drawingml/2006/main">
            <a:pPr marL="342831" indent="-342831" algn="l">
              <a:lnSpc>
                <a:spcPct val="110000"/>
              </a:lnSpc>
              <a:spcBef>
                <a:spcPts val="300"/>
              </a:spcBef>
              <a:buNone/>
            </a:pPr>
            <a:r>
              <a:t>Second level</a:t>
            </a:r>
          </a:p>
          <a:p xmlns:a="http://schemas.openxmlformats.org/drawingml/2006/main">
            <a:pPr marL="342831" indent="-342831" algn="l">
              <a:lnSpc>
                <a:spcPct val="110000"/>
              </a:lnSpc>
              <a:spcBef>
                <a:spcPts val="300"/>
              </a:spcBef>
              <a:buNone/>
            </a:pPr>
            <a:r>
              <a:t>Third level</a:t>
            </a:r>
          </a:p>
        </p:txBody>
      </p:sp>
      <p:sp>
        <p:nvSpPr>
          <p:cNvPr id="8" name="Text Placeholder 2">
            <a:extLst xmlns:a="http://schemas.openxmlformats.org/drawingml/2006/main">
              <a:ext uri="{FF2B5EF4-FFF2-40B4-BE49-F238E27FC236}">
                <a16:creationId xmlns:a16="http://schemas.microsoft.com/office/drawing/2014/main" id="{5EF42849-DE58-A637-B663-CB6753E7BB76}"/>
              </a:ext>
            </a:extLst>
          </p:cNvPr>
          <p:cNvSpPr>
            <a:spLocks xmlns:a="http://schemas.openxmlformats.org/drawingml/2006/main" noGrp="1"/>
          </p:cNvSpPr>
          <p:nvPr>
            <p:ph type="body" idx="37"/>
          </p:nvPr>
        </p:nvSpPr>
        <p:spPr>
          <a:xfrm xmlns:a="http://schemas.openxmlformats.org/drawingml/2006/main">
            <a:off x="792537" y="5005861"/>
            <a:ext cx="4899101" cy="1128240"/>
          </a:xfrm>
          <a:prstGeom xmlns:a="http://schemas.openxmlformats.org/drawingml/2006/main" prst="rect">
            <a:avLst/>
          </a:prstGeom>
        </p:spPr>
        <p:txBody>
          <a:bodyPr xmlns:a="http://schemas.openxmlformats.org/drawingml/2006/main"/>
          <a:lstStyle xmlns:a="http://schemas.openxmlformats.org/drawingml/2006/main">
            <a:lvl1pPr marL="0" indent="0" algn="l">
              <a:lnSpc>
                <a:spcPct val="100000"/>
              </a:lnSpc>
              <a:spcBef>
                <a:spcPts val="1000"/>
              </a:spcBef>
              <a:spcAft>
                <a:spcPts val="0"/>
              </a:spcAft>
              <a:buNone/>
              <a:defRPr sz="1600" b="1" i="0">
                <a:solidFill>
                  <a:schemeClr val="tx1"/>
                </a:solidFill>
                <a:latin typeface="Oracle Sans Tab"/>
                <a:ea typeface="Oracle Sans Tab"/>
                <a:cs typeface="Oracle Sans Tab"/>
              </a:defRPr>
            </a:lvl1pPr>
            <a:lvl2pPr marL="0" indent="0" algn="l">
              <a:lnSpc>
                <a:spcPct val="100000"/>
              </a:lnSpc>
              <a:spcBef>
                <a:spcPts val="500"/>
              </a:spcBef>
              <a:spcAft>
                <a:spcPts val="0"/>
              </a:spcAft>
              <a:buNone/>
              <a:defRPr sz="1600" b="0" i="0">
                <a:solidFill>
                  <a:schemeClr val="tx1"/>
                </a:solidFill>
                <a:latin typeface="Oracle Sans Tab"/>
                <a:ea typeface="Oracle Sans Tab"/>
                <a:cs typeface="Oracle Sans Tab"/>
              </a:defRPr>
            </a:lvl2pPr>
            <a:lvl3pPr marL="119833" indent="0" algn="l">
              <a:lnSpc>
                <a:spcPct val="100000"/>
              </a:lnSpc>
              <a:spcBef>
                <a:spcPts val="500"/>
              </a:spcBef>
              <a:spcAft>
                <a:spcPts val="0"/>
              </a:spcAft>
              <a:buNone/>
              <a:defRPr sz="1600" b="0" i="0">
                <a:solidFill>
                  <a:schemeClr val="tx1"/>
                </a:solidFill>
                <a:latin typeface="Oracle Sans Tab"/>
                <a:ea typeface="Oracle Sans Tab"/>
                <a:cs typeface="Oracle Sans Tab"/>
              </a:defRPr>
            </a:lvl3pPr>
          </a:lstStyle>
          <a:p xmlns:a="http://schemas.openxmlformats.org/drawingml/2006/main">
            <a:pPr marL="342831" indent="-342831" algn="l">
              <a:lnSpc>
                <a:spcPct val="110000"/>
              </a:lnSpc>
              <a:spcBef>
                <a:spcPts val="300"/>
              </a:spcBef>
              <a:buNone/>
            </a:pPr>
            <a:r>
              <a:t>Click to edit Master text styles</a:t>
            </a:r>
          </a:p>
          <a:p xmlns:a="http://schemas.openxmlformats.org/drawingml/2006/main">
            <a:pPr marL="342831" indent="-342831" algn="l">
              <a:lnSpc>
                <a:spcPct val="110000"/>
              </a:lnSpc>
              <a:spcBef>
                <a:spcPts val="300"/>
              </a:spcBef>
              <a:buNone/>
            </a:pPr>
            <a:r>
              <a:t>Second level</a:t>
            </a:r>
          </a:p>
          <a:p xmlns:a="http://schemas.openxmlformats.org/drawingml/2006/main">
            <a:pPr marL="342831" indent="-342831" algn="l">
              <a:lnSpc>
                <a:spcPct val="110000"/>
              </a:lnSpc>
              <a:spcBef>
                <a:spcPts val="300"/>
              </a:spcBef>
              <a:buNone/>
            </a:pPr>
            <a:r>
              <a:t>Third level</a:t>
            </a:r>
          </a:p>
        </p:txBody>
      </p:sp>
      <p:sp>
        <p:nvSpPr>
          <p:cNvPr id="20" name="Picture Placeholder 17">
            <a:extLst xmlns:a="http://schemas.openxmlformats.org/drawingml/2006/main">
              <a:ext uri="{FF2B5EF4-FFF2-40B4-BE49-F238E27FC236}">
                <a16:creationId xmlns:a16="http://schemas.microsoft.com/office/drawing/2014/main" id="{445E1E13-5767-FE9A-C855-C6FD3055FC6A}"/>
              </a:ext>
            </a:extLst>
          </p:cNvPr>
          <p:cNvSpPr>
            <a:spLocks xmlns:a="http://schemas.openxmlformats.org/drawingml/2006/main" noGrp="1"/>
          </p:cNvSpPr>
          <p:nvPr>
            <p:ph type="pic" idx="36" hasCustomPrompt="1"/>
          </p:nvPr>
        </p:nvSpPr>
        <p:spPr>
          <a:xfrm xmlns:a="http://schemas.openxmlformats.org/drawingml/2006/main">
            <a:off x="6095603" y="5457103"/>
            <a:ext cx="2885888" cy="1400897"/>
          </a:xfrm>
          <a:prstGeom xmlns:a="http://schemas.openxmlformats.org/drawingml/2006/main" prst="rect">
            <a:avLst/>
          </a:prstGeom>
        </p:spPr>
        <p:txBody>
          <a:bodyPr xmlns:a="http://schemas.openxmlformats.org/drawingml/2006/main" anchor="ctr"/>
          <a:lstStyle xmlns:a="http://schemas.openxmlformats.org/drawingml/2006/main">
            <a:lvl1pPr marL="0" indent="0" algn="ctr">
              <a:buNone/>
              <a:defRPr>
                <a:solidFill>
                  <a:schemeClr val="tx1"/>
                </a:solidFill>
              </a:defRPr>
            </a:lvl1pPr>
          </a:lstStyle>
          <a:p xmlns:a="http://schemas.openxmlformats.org/drawingml/2006/main">
            <a:r>
              <a:t>Click to add photo or illustration</a:t>
            </a:r>
          </a:p>
          <a:p xmlns:a="http://schemas.openxmlformats.org/drawingml/2006/main"/>
          <a:p xmlns:a="http://schemas.openxmlformats.org/drawingml/2006/main"/>
        </p:txBody>
      </p:sp>
      <p:sp>
        <p:nvSpPr>
          <p:cNvPr id="19" name="Picture Placeholder 17">
            <a:extLst xmlns:a="http://schemas.openxmlformats.org/drawingml/2006/main">
              <a:ext uri="{FF2B5EF4-FFF2-40B4-BE49-F238E27FC236}">
                <a16:creationId xmlns:a16="http://schemas.microsoft.com/office/drawing/2014/main" id="{128E96FD-9D3F-692F-EB8E-C1CA80E5D55D}"/>
              </a:ext>
            </a:extLst>
          </p:cNvPr>
          <p:cNvSpPr>
            <a:spLocks xmlns:a="http://schemas.openxmlformats.org/drawingml/2006/main" noGrp="1"/>
          </p:cNvSpPr>
          <p:nvPr>
            <p:ph type="pic" idx="35" hasCustomPrompt="1"/>
          </p:nvPr>
        </p:nvSpPr>
        <p:spPr>
          <a:xfrm xmlns:a="http://schemas.openxmlformats.org/drawingml/2006/main">
            <a:off x="6095603" y="2726373"/>
            <a:ext cx="2885888" cy="2662069"/>
          </a:xfrm>
          <a:prstGeom xmlns:a="http://schemas.openxmlformats.org/drawingml/2006/main" prst="rect">
            <a:avLst/>
          </a:prstGeom>
        </p:spPr>
        <p:txBody>
          <a:bodyPr xmlns:a="http://schemas.openxmlformats.org/drawingml/2006/main" anchor="ctr"/>
          <a:lstStyle xmlns:a="http://schemas.openxmlformats.org/drawingml/2006/main">
            <a:lvl1pPr marL="0" indent="0" algn="ctr">
              <a:buNone/>
              <a:defRPr>
                <a:solidFill>
                  <a:schemeClr val="tx1"/>
                </a:solidFill>
              </a:defRPr>
            </a:lvl1pPr>
          </a:lstStyle>
          <a:p xmlns:a="http://schemas.openxmlformats.org/drawingml/2006/main">
            <a:r>
              <a:t>Click to add photo or illustration</a:t>
            </a:r>
          </a:p>
          <a:p xmlns:a="http://schemas.openxmlformats.org/drawingml/2006/main"/>
          <a:p xmlns:a="http://schemas.openxmlformats.org/drawingml/2006/main"/>
          <a:p xmlns:a="http://schemas.openxmlformats.org/drawingml/2006/main"/>
        </p:txBody>
      </p:sp>
      <p:sp>
        <p:nvSpPr>
          <p:cNvPr id="18" name="Picture Placeholder 17">
            <a:extLst xmlns:a="http://schemas.openxmlformats.org/drawingml/2006/main">
              <a:ext uri="{FF2B5EF4-FFF2-40B4-BE49-F238E27FC236}">
                <a16:creationId xmlns:a16="http://schemas.microsoft.com/office/drawing/2014/main" id="{17CD157F-D3C9-1E3B-56AC-86F51CBDA2C5}"/>
              </a:ext>
            </a:extLst>
          </p:cNvPr>
          <p:cNvSpPr>
            <a:spLocks xmlns:a="http://schemas.openxmlformats.org/drawingml/2006/main" noGrp="1"/>
          </p:cNvSpPr>
          <p:nvPr>
            <p:ph type="pic" idx="34" hasCustomPrompt="1"/>
          </p:nvPr>
        </p:nvSpPr>
        <p:spPr>
          <a:xfrm xmlns:a="http://schemas.openxmlformats.org/drawingml/2006/main">
            <a:off x="6095603" y="-1"/>
            <a:ext cx="2885888" cy="2662069"/>
          </a:xfrm>
          <a:prstGeom xmlns:a="http://schemas.openxmlformats.org/drawingml/2006/main" prst="rect">
            <a:avLst/>
          </a:prstGeom>
        </p:spPr>
        <p:txBody>
          <a:bodyPr xmlns:a="http://schemas.openxmlformats.org/drawingml/2006/main" anchor="ctr"/>
          <a:lstStyle xmlns:a="http://schemas.openxmlformats.org/drawingml/2006/main">
            <a:lvl1pPr marL="0" indent="0" algn="ctr">
              <a:buNone/>
              <a:defRPr>
                <a:solidFill>
                  <a:schemeClr val="tx1"/>
                </a:solidFill>
              </a:defRPr>
            </a:lvl1pPr>
          </a:lstStyle>
          <a:p xmlns:a="http://schemas.openxmlformats.org/drawingml/2006/main">
            <a:r>
              <a:t>Click to add photo or illustration</a:t>
            </a:r>
          </a:p>
          <a:p xmlns:a="http://schemas.openxmlformats.org/drawingml/2006/main"/>
          <a:p xmlns:a="http://schemas.openxmlformats.org/drawingml/2006/main"/>
          <a:p xmlns:a="http://schemas.openxmlformats.org/drawingml/2006/main"/>
        </p:txBody>
      </p:sp>
      <p:sp>
        <p:nvSpPr>
          <p:cNvPr id="11" name="Picture Placeholder 10">
            <a:extLst xmlns:a="http://schemas.openxmlformats.org/drawingml/2006/main">
              <a:ext uri="{FF2B5EF4-FFF2-40B4-BE49-F238E27FC236}">
                <a16:creationId xmlns:a16="http://schemas.microsoft.com/office/drawing/2014/main" id="{D9A0A2C7-B129-2C84-4EC5-9BE7DAA226FD}"/>
              </a:ext>
            </a:extLst>
          </p:cNvPr>
          <p:cNvSpPr>
            <a:spLocks xmlns:a="http://schemas.openxmlformats.org/drawingml/2006/main" noGrp="1"/>
          </p:cNvSpPr>
          <p:nvPr>
            <p:ph type="pic" idx="33" hasCustomPrompt="1"/>
          </p:nvPr>
        </p:nvSpPr>
        <p:spPr>
          <a:xfrm xmlns:a="http://schemas.openxmlformats.org/drawingml/2006/main">
            <a:off x="9049339" y="4122738"/>
            <a:ext cx="3142661" cy="2735263"/>
          </a:xfrm>
          <a:prstGeom xmlns:a="http://schemas.openxmlformats.org/drawingml/2006/main" prst="rect">
            <a:avLst/>
          </a:prstGeom>
        </p:spPr>
        <p:txBody>
          <a:bodyPr xmlns:a="http://schemas.openxmlformats.org/drawingml/2006/main" anchor="ctr"/>
          <a:lstStyle xmlns:a="http://schemas.openxmlformats.org/drawingml/2006/main">
            <a:lvl1pPr marL="0" indent="0" algn="ctr">
              <a:buNone/>
              <a:defRPr>
                <a:solidFill>
                  <a:schemeClr val="tx1"/>
                </a:solidFill>
              </a:defRPr>
            </a:lvl1pPr>
          </a:lstStyle>
          <a:p xmlns:a="http://schemas.openxmlformats.org/drawingml/2006/main">
            <a:r>
              <a:t>Click to add photo or illustration</a:t>
            </a:r>
          </a:p>
          <a:p xmlns:a="http://schemas.openxmlformats.org/drawingml/2006/main"/>
          <a:p xmlns:a="http://schemas.openxmlformats.org/drawingml/2006/main"/>
        </p:txBody>
      </p:sp>
      <p:sp>
        <p:nvSpPr>
          <p:cNvPr id="9" name="Picture Placeholder 8">
            <a:extLst xmlns:a="http://schemas.openxmlformats.org/drawingml/2006/main">
              <a:ext uri="{FF2B5EF4-FFF2-40B4-BE49-F238E27FC236}">
                <a16:creationId xmlns:a16="http://schemas.microsoft.com/office/drawing/2014/main" id="{1E2386B7-272F-BDAB-2DCD-298558469EDB}"/>
              </a:ext>
            </a:extLst>
          </p:cNvPr>
          <p:cNvSpPr>
            <a:spLocks xmlns:a="http://schemas.openxmlformats.org/drawingml/2006/main" noGrp="1"/>
          </p:cNvSpPr>
          <p:nvPr>
            <p:ph type="pic" idx="32" hasCustomPrompt="1"/>
          </p:nvPr>
        </p:nvSpPr>
        <p:spPr>
          <a:xfrm xmlns:a="http://schemas.openxmlformats.org/drawingml/2006/main">
            <a:off x="9049131" y="0"/>
            <a:ext cx="3142870" cy="4060563"/>
          </a:xfrm>
          <a:prstGeom xmlns:a="http://schemas.openxmlformats.org/drawingml/2006/main" prst="rect">
            <a:avLst/>
          </a:prstGeom>
        </p:spPr>
        <p:txBody>
          <a:bodyPr xmlns:a="http://schemas.openxmlformats.org/drawingml/2006/main" anchor="ctr"/>
          <a:lstStyle xmlns:a="http://schemas.openxmlformats.org/drawingml/2006/main">
            <a:lvl1pPr marL="0" indent="0" algn="ctr">
              <a:buNone/>
              <a:defRPr>
                <a:solidFill>
                  <a:schemeClr val="tx1"/>
                </a:solidFill>
              </a:defRPr>
            </a:lvl1pPr>
          </a:lstStyle>
          <a:p xmlns:a="http://schemas.openxmlformats.org/drawingml/2006/main">
            <a:r>
              <a:t>Click to add photo or illustration</a:t>
            </a:r>
          </a:p>
          <a:p xmlns:a="http://schemas.openxmlformats.org/drawingml/2006/main"/>
          <a:p xmlns:a="http://schemas.openxmlformats.org/drawingml/2006/main"/>
        </p:txBody>
      </p:sp>
      <p:sp>
        <p:nvSpPr>
          <p:cNvPr id="14" name="Date Placeholder 13">
            <a:extLst xmlns:a="http://schemas.openxmlformats.org/drawingml/2006/main">
              <a:ext uri="{FF2B5EF4-FFF2-40B4-BE49-F238E27FC236}">
                <a16:creationId xmlns:a16="http://schemas.microsoft.com/office/drawing/2014/main" id="{107556E0-066D-73A9-8483-EF073B1B4B65}"/>
              </a:ext>
            </a:extLst>
          </p:cNvPr>
          <p:cNvSpPr>
            <a:spLocks xmlns:a="http://schemas.openxmlformats.org/drawingml/2006/main" noGrp="1"/>
          </p:cNvSpPr>
          <p:nvPr>
            <p:ph type="dt" idx="39"/>
          </p:nvPr>
        </p:nvSpPr>
        <p:spPr/>
        <p:txBody>
          <a:bodyPr xmlns:a="http://schemas.openxmlformats.org/drawingml/2006/main"/>
          <a:lstStyle xmlns:a="http://schemas.openxmlformats.org/drawingml/2006/main"/>
          <a:p xmlns:a="http://schemas.openxmlformats.org/drawingml/2006/main">
            <a:r>
              <a:t>[Date]</a:t>
            </a:r>
          </a:p>
        </p:txBody>
      </p:sp>
      <p:sp>
        <p:nvSpPr>
          <p:cNvPr id="15" name="Footer Placeholder 14">
            <a:extLst xmlns:a="http://schemas.openxmlformats.org/drawingml/2006/main">
              <a:ext uri="{FF2B5EF4-FFF2-40B4-BE49-F238E27FC236}">
                <a16:creationId xmlns:a16="http://schemas.microsoft.com/office/drawing/2014/main" id="{27A0161D-D4E3-6AD3-F5D9-BE3D00BA47EB}"/>
              </a:ext>
            </a:extLst>
          </p:cNvPr>
          <p:cNvSpPr>
            <a:spLocks xmlns:a="http://schemas.openxmlformats.org/drawingml/2006/main" noGrp="1"/>
          </p:cNvSpPr>
          <p:nvPr>
            <p:ph type="ftr" idx="40"/>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16" name="Slide Number Placeholder 15">
            <a:extLst xmlns:a="http://schemas.openxmlformats.org/drawingml/2006/main">
              <a:ext uri="{FF2B5EF4-FFF2-40B4-BE49-F238E27FC236}">
                <a16:creationId xmlns:a16="http://schemas.microsoft.com/office/drawing/2014/main" id="{A5A5B1E8-874F-8377-4EBB-238E85FFADA8}"/>
              </a:ext>
            </a:extLst>
          </p:cNvPr>
          <p:cNvSpPr>
            <a:spLocks xmlns:a="http://schemas.openxmlformats.org/drawingml/2006/main" noGrp="1"/>
          </p:cNvSpPr>
          <p:nvPr>
            <p:ph type="sldNum" idx="41"/>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93.xml><?xml version="1.0" encoding="utf-8"?>
<p:sldLayout xmlns:p="http://schemas.openxmlformats.org/presentationml/2006/main" preserve="1" userDrawn="1">
  <p:cSld name="PHOTO_Full Slide">
    <p:bg>
      <p:bgRef idx="1001">
        <a:schemeClr xmlns:a="http://schemas.openxmlformats.org/drawingml/2006/main" val="bg2"/>
      </p:bgRef>
    </p:bg>
    <p:spTree>
      <p:nvGrpSpPr>
        <p:cNvPr id="1" name=""/>
        <p:cNvGrpSpPr/>
        <p:nvPr/>
      </p:nvGrpSpPr>
      <p:grpSpPr>
        <a:xfrm xmlns:a="http://schemas.openxmlformats.org/drawingml/2006/main"/>
      </p:grpSpPr>
      <p:sp>
        <p:nvSpPr>
          <p:cNvPr id="2" name="Picture Placeholder 1">
            <a:extLst xmlns:a="http://schemas.openxmlformats.org/drawingml/2006/main">
              <a:ext uri="{FF2B5EF4-FFF2-40B4-BE49-F238E27FC236}">
                <a16:creationId xmlns:a16="http://schemas.microsoft.com/office/drawing/2014/main" id="{5170667F-B06C-96EB-B8A5-00675DC62804}"/>
              </a:ext>
            </a:extLst>
          </p:cNvPr>
          <p:cNvSpPr>
            <a:spLocks xmlns:a="http://schemas.openxmlformats.org/drawingml/2006/main" noGrp="1"/>
          </p:cNvSpPr>
          <p:nvPr>
            <p:ph type="pic" idx="13" hasCustomPrompt="1"/>
          </p:nvPr>
        </p:nvSpPr>
        <p:spPr>
          <a:xfrm xmlns:a="http://schemas.openxmlformats.org/drawingml/2006/main">
            <a:off x="0" y="0"/>
            <a:ext cx="12192000" cy="6858000"/>
          </a:xfrm>
        </p:spPr>
        <p:txBody>
          <a:bodyPr xmlns:a="http://schemas.openxmlformats.org/drawingml/2006/main" anchor="ctr"/>
          <a:lstStyle xmlns:a="http://schemas.openxmlformats.org/drawingml/2006/main">
            <a:lvl1pPr algn="ctr">
              <a:buNone/>
              <a:defRPr/>
            </a:lvl1pPr>
          </a:lstStyle>
          <a:p xmlns:a="http://schemas.openxmlformats.org/drawingml/2006/main">
            <a:pPr marL="0" indent="0" algn="ctr">
              <a:lnSpc>
                <a:spcPct val="95000"/>
              </a:lnSpc>
              <a:spcBef>
                <a:spcPts val="600"/>
              </a:spcBef>
              <a:spcAft>
                <a:spcPts val="0"/>
              </a:spcAft>
              <a:buNone/>
            </a:pPr>
            <a:r>
              <a:t>Click to add photo or illustration</a:t>
            </a:r>
          </a:p>
          <a:p xmlns:a="http://schemas.openxmlformats.org/drawingml/2006/main"/>
          <a:p xmlns:a="http://schemas.openxmlformats.org/drawingml/2006/main"/>
        </p:txBody>
      </p:sp>
    </p:spTree>
  </p:cSld>
</p:sldLayout>
</file>

<file path=ppt/slideLayouts/slideLayout94.xml><?xml version="1.0" encoding="utf-8"?>
<p:sldLayout xmlns:p="http://schemas.openxmlformats.org/presentationml/2006/main" preserve="1" userDrawn="1">
  <p:cSld name="Dark 2 Images and Content">
    <p:bg>
      <p:bgRef idx="1001">
        <a:schemeClr xmlns:a="http://schemas.openxmlformats.org/drawingml/2006/main" val="bg2"/>
      </p:bgRef>
    </p:bg>
    <p:spTree>
      <p:nvGrpSpPr>
        <p:cNvPr id="1" name=""/>
        <p:cNvGrpSpPr/>
        <p:nvPr/>
      </p:nvGrpSpPr>
      <p:grpSpPr>
        <a:xfrm xmlns:a="http://schemas.openxmlformats.org/drawingml/2006/main"/>
      </p:grpSpPr>
      <p:sp>
        <p:nvSpPr>
          <p:cNvPr id="7" name="Title 1">
            <a:extLst xmlns:a="http://schemas.openxmlformats.org/drawingml/2006/main">
              <a:ext uri="{FF2B5EF4-FFF2-40B4-BE49-F238E27FC236}">
                <a16:creationId xmlns:a16="http://schemas.microsoft.com/office/drawing/2014/main" id="{A536DA1B-D096-01B8-6B79-C6DBB456A7CA}"/>
              </a:ext>
            </a:extLst>
          </p:cNvPr>
          <p:cNvSpPr>
            <a:spLocks xmlns:a="http://schemas.openxmlformats.org/drawingml/2006/main" noGrp="1"/>
          </p:cNvSpPr>
          <p:nvPr>
            <p:ph type="title" idx="0" hasCustomPrompt="1"/>
          </p:nvPr>
        </p:nvSpPr>
        <p:spPr>
          <a:xfrm xmlns:a="http://schemas.openxmlformats.org/drawingml/2006/main">
            <a:off x="768875" y="182403"/>
            <a:ext cx="10671048" cy="822960"/>
          </a:xfrm>
        </p:spPr>
        <p:txBody>
          <a:bodyPr xmlns:a="http://schemas.openxmlformats.org/drawingml/2006/main"/>
          <a:lstStyle xmlns:a="http://schemas.openxmlformats.org/drawingml/2006/main">
            <a:lvl1pPr>
              <a:lnSpc>
                <a:spcPct val="100000"/>
              </a:lnSpc>
              <a:buNone/>
              <a:defRPr b="1" i="0">
                <a:solidFill>
                  <a:schemeClr val="tx1"/>
                </a:solidFill>
                <a:latin typeface="Oracle Sans Tab"/>
                <a:ea typeface="Oracle Sans Tab"/>
                <a:cs typeface="Oracle Sans Tab"/>
              </a:defRPr>
            </a:lvl1pPr>
          </a:lstStyle>
          <a:p xmlns:a="http://schemas.openxmlformats.org/drawingml/2006/main">
            <a:r>
              <a:t>Title</a:t>
            </a:r>
          </a:p>
        </p:txBody>
      </p:sp>
      <p:sp>
        <p:nvSpPr>
          <p:cNvPr id="6" name="Picture Placeholder 12">
            <a:extLst xmlns:a="http://schemas.openxmlformats.org/drawingml/2006/main">
              <a:ext uri="{FF2B5EF4-FFF2-40B4-BE49-F238E27FC236}">
                <a16:creationId xmlns:a16="http://schemas.microsoft.com/office/drawing/2014/main" id="{5C4A9BEF-054B-38A2-DDC6-DD7D3B185912}"/>
              </a:ext>
            </a:extLst>
          </p:cNvPr>
          <p:cNvSpPr>
            <a:spLocks xmlns:a="http://schemas.openxmlformats.org/drawingml/2006/main" noGrp="1"/>
          </p:cNvSpPr>
          <p:nvPr>
            <p:ph type="pic" idx="26" hasCustomPrompt="1"/>
          </p:nvPr>
        </p:nvSpPr>
        <p:spPr>
          <a:xfrm xmlns:a="http://schemas.openxmlformats.org/drawingml/2006/main">
            <a:off x="795712" y="1616572"/>
            <a:ext cx="4924591" cy="2662745"/>
          </a:xfrm>
          <a:prstGeom xmlns:a="http://schemas.openxmlformats.org/drawingml/2006/main" prst="rect">
            <a:avLst/>
          </a:prstGeom>
          <a:solidFill xmlns:a="http://schemas.openxmlformats.org/drawingml/2006/main">
            <a:schemeClr val="bg1">
              <a:alpha val="10000"/>
            </a:schemeClr>
          </a:solidFill>
        </p:spPr>
        <p:txBody>
          <a:bodyPr xmlns:a="http://schemas.openxmlformats.org/drawingml/2006/main" vert="horz" lIns="91440" tIns="45720" rIns="91440" bIns="45720" anchor="ctr">
            <a:normAutofit/>
          </a:bodyPr>
          <a:lstStyle xmlns:a="http://schemas.openxmlformats.org/drawingml/2006/main">
            <a:lvl1pPr>
              <a:buNone/>
              <a:defRPr>
                <a:solidFill>
                  <a:schemeClr val="tx1"/>
                </a:solidFill>
              </a:defRPr>
            </a:lvl1pPr>
          </a:lstStyle>
          <a:p xmlns:a="http://schemas.openxmlformats.org/drawingml/2006/main">
            <a:pPr algn="ctr">
              <a:buNone/>
            </a:pPr>
            <a:r>
              <a:t>Click to add photo or illustration</a:t>
            </a:r>
          </a:p>
          <a:p xmlns:a="http://schemas.openxmlformats.org/drawingml/2006/main">
            <a:pPr algn="ctr">
              <a:buNone/>
            </a:pPr>
          </a:p>
          <a:p xmlns:a="http://schemas.openxmlformats.org/drawingml/2006/main">
            <a:pPr algn="ctr">
              <a:buNone/>
            </a:pPr>
          </a:p>
        </p:txBody>
      </p:sp>
      <p:sp>
        <p:nvSpPr>
          <p:cNvPr id="4" name="Text Placeholder 5">
            <a:extLst xmlns:a="http://schemas.openxmlformats.org/drawingml/2006/main">
              <a:ext uri="{FF2B5EF4-FFF2-40B4-BE49-F238E27FC236}">
                <a16:creationId xmlns:a16="http://schemas.microsoft.com/office/drawing/2014/main" id="{5359DD48-7CB8-3699-CA89-9D72DAA6B0BF}"/>
              </a:ext>
            </a:extLst>
          </p:cNvPr>
          <p:cNvSpPr>
            <a:spLocks xmlns:a="http://schemas.openxmlformats.org/drawingml/2006/main" noGrp="1"/>
          </p:cNvSpPr>
          <p:nvPr>
            <p:ph type="body" idx="29"/>
          </p:nvPr>
        </p:nvSpPr>
        <p:spPr>
          <a:xfrm xmlns:a="http://schemas.openxmlformats.org/drawingml/2006/main">
            <a:off x="792538" y="4434829"/>
            <a:ext cx="4950147" cy="1291432"/>
          </a:xfrm>
        </p:spPr>
        <p:txBody>
          <a:bodyPr xmlns:a="http://schemas.openxmlformats.org/drawingml/2006/main"/>
          <a:lstStyle xmlns:a="http://schemas.openxmlformats.org/drawingml/2006/main">
            <a:lvl1pPr>
              <a:lnSpc>
                <a:spcPct val="100000"/>
              </a:lnSpc>
              <a:buNone/>
              <a:defRPr sz="1600" b="0" i="0">
                <a:solidFill>
                  <a:schemeClr val="tx1"/>
                </a:solidFill>
                <a:latin typeface="Oracle Sans Tab"/>
                <a:ea typeface="Oracle Sans Tab"/>
                <a:cs typeface="Oracle Sans Tab"/>
              </a:defRPr>
            </a:lvl1pPr>
            <a:lvl2pPr>
              <a:lnSpc>
                <a:spcPct val="100000"/>
              </a:lnSpc>
              <a:buNone/>
              <a:defRPr sz="1600" b="0" i="0">
                <a:solidFill>
                  <a:schemeClr val="tx1"/>
                </a:solidFill>
                <a:latin typeface="Oracle Sans Tab"/>
                <a:ea typeface="Oracle Sans Tab"/>
                <a:cs typeface="Oracle Sans Tab"/>
              </a:defRPr>
            </a:lvl2pPr>
            <a:lvl3pPr>
              <a:lnSpc>
                <a:spcPct val="100000"/>
              </a:lnSpc>
              <a:buNone/>
              <a:defRPr sz="1600" b="0" i="0">
                <a:solidFill>
                  <a:schemeClr val="tx1"/>
                </a:solidFill>
                <a:latin typeface="Oracle Sans Tab"/>
                <a:ea typeface="Oracle Sans Tab"/>
                <a:cs typeface="Oracle Sans Tab"/>
              </a:defRPr>
            </a:lvl3pPr>
          </a:lstStyle>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p:txBody>
      </p:sp>
      <p:sp>
        <p:nvSpPr>
          <p:cNvPr id="9" name="Picture Placeholder 12">
            <a:extLst xmlns:a="http://schemas.openxmlformats.org/drawingml/2006/main">
              <a:ext uri="{FF2B5EF4-FFF2-40B4-BE49-F238E27FC236}">
                <a16:creationId xmlns:a16="http://schemas.microsoft.com/office/drawing/2014/main" id="{32FA574C-02E7-4456-3CFF-3AD988229D69}"/>
              </a:ext>
            </a:extLst>
          </p:cNvPr>
          <p:cNvSpPr>
            <a:spLocks xmlns:a="http://schemas.openxmlformats.org/drawingml/2006/main" noGrp="1"/>
          </p:cNvSpPr>
          <p:nvPr>
            <p:ph type="pic" idx="27" hasCustomPrompt="1"/>
          </p:nvPr>
        </p:nvSpPr>
        <p:spPr>
          <a:xfrm xmlns:a="http://schemas.openxmlformats.org/drawingml/2006/main">
            <a:off x="6411475" y="1601343"/>
            <a:ext cx="4924591" cy="2662745"/>
          </a:xfrm>
          <a:prstGeom xmlns:a="http://schemas.openxmlformats.org/drawingml/2006/main" prst="rect">
            <a:avLst/>
          </a:prstGeom>
          <a:solidFill xmlns:a="http://schemas.openxmlformats.org/drawingml/2006/main">
            <a:schemeClr val="bg1">
              <a:alpha val="10000"/>
            </a:schemeClr>
          </a:solidFill>
        </p:spPr>
        <p:txBody>
          <a:bodyPr xmlns:a="http://schemas.openxmlformats.org/drawingml/2006/main" vert="horz" lIns="91440" tIns="45720" rIns="91440" bIns="45720" anchor="ctr">
            <a:normAutofit/>
          </a:bodyPr>
          <a:lstStyle xmlns:a="http://schemas.openxmlformats.org/drawingml/2006/main">
            <a:lvl1pPr>
              <a:buNone/>
              <a:defRPr>
                <a:solidFill>
                  <a:schemeClr val="tx1"/>
                </a:solidFill>
              </a:defRPr>
            </a:lvl1pPr>
          </a:lstStyle>
          <a:p xmlns:a="http://schemas.openxmlformats.org/drawingml/2006/main">
            <a:pPr algn="ctr">
              <a:buNone/>
            </a:pPr>
            <a:r>
              <a:t>Click to add photo or illustration</a:t>
            </a:r>
          </a:p>
          <a:p xmlns:a="http://schemas.openxmlformats.org/drawingml/2006/main">
            <a:pPr algn="ctr">
              <a:buNone/>
            </a:pPr>
          </a:p>
          <a:p xmlns:a="http://schemas.openxmlformats.org/drawingml/2006/main">
            <a:pPr algn="ctr">
              <a:buNone/>
            </a:pPr>
          </a:p>
          <a:p xmlns:a="http://schemas.openxmlformats.org/drawingml/2006/main">
            <a:pPr algn="ctr">
              <a:buNone/>
            </a:pPr>
          </a:p>
        </p:txBody>
      </p:sp>
      <p:sp>
        <p:nvSpPr>
          <p:cNvPr id="5" name="Text Placeholder 7">
            <a:extLst xmlns:a="http://schemas.openxmlformats.org/drawingml/2006/main">
              <a:ext uri="{FF2B5EF4-FFF2-40B4-BE49-F238E27FC236}">
                <a16:creationId xmlns:a16="http://schemas.microsoft.com/office/drawing/2014/main" id="{346E39F9-D43F-04FC-3023-F53553A4056D}"/>
              </a:ext>
            </a:extLst>
          </p:cNvPr>
          <p:cNvSpPr>
            <a:spLocks xmlns:a="http://schemas.openxmlformats.org/drawingml/2006/main" noGrp="1"/>
          </p:cNvSpPr>
          <p:nvPr>
            <p:ph type="body" idx="30"/>
          </p:nvPr>
        </p:nvSpPr>
        <p:spPr>
          <a:xfrm xmlns:a="http://schemas.openxmlformats.org/drawingml/2006/main">
            <a:off x="6448844" y="4419602"/>
            <a:ext cx="4924747" cy="1280319"/>
          </a:xfrm>
        </p:spPr>
        <p:txBody>
          <a:bodyPr xmlns:a="http://schemas.openxmlformats.org/drawingml/2006/main"/>
          <a:lstStyle xmlns:a="http://schemas.openxmlformats.org/drawingml/2006/main">
            <a:lvl1pPr>
              <a:lnSpc>
                <a:spcPct val="100000"/>
              </a:lnSpc>
              <a:buNone/>
              <a:defRPr sz="1600" b="0" i="0">
                <a:solidFill>
                  <a:schemeClr val="tx1"/>
                </a:solidFill>
                <a:latin typeface="Oracle Sans Tab"/>
                <a:ea typeface="Oracle Sans Tab"/>
                <a:cs typeface="Oracle Sans Tab"/>
              </a:defRPr>
            </a:lvl1pPr>
            <a:lvl2pPr>
              <a:lnSpc>
                <a:spcPct val="100000"/>
              </a:lnSpc>
              <a:buNone/>
              <a:defRPr sz="1600" b="0" i="0">
                <a:solidFill>
                  <a:schemeClr val="tx1"/>
                </a:solidFill>
                <a:latin typeface="Oracle Sans Tab"/>
                <a:ea typeface="Oracle Sans Tab"/>
                <a:cs typeface="Oracle Sans Tab"/>
              </a:defRPr>
            </a:lvl2pPr>
            <a:lvl3pPr>
              <a:lnSpc>
                <a:spcPct val="100000"/>
              </a:lnSpc>
              <a:buNone/>
              <a:defRPr sz="1600" b="0" i="0">
                <a:solidFill>
                  <a:schemeClr val="tx1"/>
                </a:solidFill>
                <a:latin typeface="Oracle Sans Tab"/>
                <a:ea typeface="Oracle Sans Tab"/>
                <a:cs typeface="Oracle Sans Tab"/>
              </a:defRPr>
            </a:lvl3pPr>
          </a:lstStyle>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p:txBody>
      </p:sp>
      <p:sp>
        <p:nvSpPr>
          <p:cNvPr id="2" name="Date Placeholder 1">
            <a:extLst xmlns:a="http://schemas.openxmlformats.org/drawingml/2006/main">
              <a:ext uri="{FF2B5EF4-FFF2-40B4-BE49-F238E27FC236}">
                <a16:creationId xmlns:a16="http://schemas.microsoft.com/office/drawing/2014/main" id="{FBB3D38A-DAD7-AD1C-E0A9-BB3DD3E5B7D9}"/>
              </a:ext>
            </a:extLst>
          </p:cNvPr>
          <p:cNvSpPr>
            <a:spLocks xmlns:a="http://schemas.openxmlformats.org/drawingml/2006/main" noGrp="1"/>
          </p:cNvSpPr>
          <p:nvPr>
            <p:ph type="dt" idx="31"/>
          </p:nvPr>
        </p:nvSpPr>
        <p:spPr/>
        <p:txBody>
          <a:bodyPr xmlns:a="http://schemas.openxmlformats.org/drawingml/2006/main"/>
          <a:lstStyle xmlns:a="http://schemas.openxmlformats.org/drawingml/2006/main"/>
          <a:p xmlns:a="http://schemas.openxmlformats.org/drawingml/2006/main">
            <a:r>
              <a:t>[Date]</a:t>
            </a:r>
          </a:p>
        </p:txBody>
      </p:sp>
      <p:sp>
        <p:nvSpPr>
          <p:cNvPr id="3" name="Footer Placeholder 2">
            <a:extLst xmlns:a="http://schemas.openxmlformats.org/drawingml/2006/main">
              <a:ext uri="{FF2B5EF4-FFF2-40B4-BE49-F238E27FC236}">
                <a16:creationId xmlns:a16="http://schemas.microsoft.com/office/drawing/2014/main" id="{DFC3B700-B448-3544-7EE5-E687C5E2B456}"/>
              </a:ext>
            </a:extLst>
          </p:cNvPr>
          <p:cNvSpPr>
            <a:spLocks xmlns:a="http://schemas.openxmlformats.org/drawingml/2006/main" noGrp="1"/>
          </p:cNvSpPr>
          <p:nvPr>
            <p:ph type="ftr" idx="32"/>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12" name="Slide Number Placeholder 11">
            <a:extLst xmlns:a="http://schemas.openxmlformats.org/drawingml/2006/main">
              <a:ext uri="{FF2B5EF4-FFF2-40B4-BE49-F238E27FC236}">
                <a16:creationId xmlns:a16="http://schemas.microsoft.com/office/drawing/2014/main" id="{7BE10385-BBEB-DFD5-33DC-C86F7D3B3AFB}"/>
              </a:ext>
            </a:extLst>
          </p:cNvPr>
          <p:cNvSpPr>
            <a:spLocks xmlns:a="http://schemas.openxmlformats.org/drawingml/2006/main" noGrp="1"/>
          </p:cNvSpPr>
          <p:nvPr>
            <p:ph type="sldNum" idx="33"/>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95.xml><?xml version="1.0" encoding="utf-8"?>
<p:sldLayout xmlns:p="http://schemas.openxmlformats.org/presentationml/2006/main" preserve="1" userDrawn="1">
  <p:cSld name="Light 2 Images and Content">
    <p:bg>
      <p:bgRef idx="1001">
        <a:schemeClr xmlns:a="http://schemas.openxmlformats.org/drawingml/2006/main" val="bg2"/>
      </p:bgRef>
    </p:bg>
    <p:spTree>
      <p:nvGrpSpPr>
        <p:cNvPr id="1" name=""/>
        <p:cNvGrpSpPr/>
        <p:nvPr/>
      </p:nvGrpSpPr>
      <p:grpSpPr>
        <a:xfrm xmlns:a="http://schemas.openxmlformats.org/drawingml/2006/main"/>
      </p:grpSpPr>
      <p:sp>
        <p:nvSpPr>
          <p:cNvPr id="7" name="Title 1">
            <a:extLst xmlns:a="http://schemas.openxmlformats.org/drawingml/2006/main">
              <a:ext uri="{FF2B5EF4-FFF2-40B4-BE49-F238E27FC236}">
                <a16:creationId xmlns:a16="http://schemas.microsoft.com/office/drawing/2014/main" id="{CFD4E609-9037-8285-A36E-039E71F8B03C}"/>
              </a:ext>
            </a:extLst>
          </p:cNvPr>
          <p:cNvSpPr>
            <a:spLocks xmlns:a="http://schemas.openxmlformats.org/drawingml/2006/main" noGrp="1"/>
          </p:cNvSpPr>
          <p:nvPr>
            <p:ph type="title" idx="0" hasCustomPrompt="1"/>
          </p:nvPr>
        </p:nvSpPr>
        <p:spPr>
          <a:xfrm xmlns:a="http://schemas.openxmlformats.org/drawingml/2006/main">
            <a:off x="768875" y="182403"/>
            <a:ext cx="10671048" cy="822960"/>
          </a:xfrm>
        </p:spPr>
        <p:txBody>
          <a:bodyPr xmlns:a="http://schemas.openxmlformats.org/drawingml/2006/main"/>
          <a:lstStyle xmlns:a="http://schemas.openxmlformats.org/drawingml/2006/main">
            <a:lvl1pPr>
              <a:lnSpc>
                <a:spcPct val="100000"/>
              </a:lnSpc>
              <a:buNone/>
              <a:defRPr b="1" i="0">
                <a:latin typeface="Oracle Sans Tab"/>
                <a:ea typeface="Oracle Sans Tab"/>
                <a:cs typeface="Oracle Sans Tab"/>
              </a:defRPr>
            </a:lvl1pPr>
          </a:lstStyle>
          <a:p xmlns:a="http://schemas.openxmlformats.org/drawingml/2006/main">
            <a:r>
              <a:t>Title</a:t>
            </a:r>
          </a:p>
        </p:txBody>
      </p:sp>
      <p:sp>
        <p:nvSpPr>
          <p:cNvPr id="12" name="Picture Placeholder 12">
            <a:extLst xmlns:a="http://schemas.openxmlformats.org/drawingml/2006/main">
              <a:ext uri="{FF2B5EF4-FFF2-40B4-BE49-F238E27FC236}">
                <a16:creationId xmlns:a16="http://schemas.microsoft.com/office/drawing/2014/main" id="{90ACCFB3-5B0B-D6E2-D2BA-F70E9C22E3F7}"/>
              </a:ext>
            </a:extLst>
          </p:cNvPr>
          <p:cNvSpPr>
            <a:spLocks xmlns:a="http://schemas.openxmlformats.org/drawingml/2006/main" noGrp="1"/>
          </p:cNvSpPr>
          <p:nvPr>
            <p:ph type="pic" idx="26" hasCustomPrompt="1"/>
          </p:nvPr>
        </p:nvSpPr>
        <p:spPr>
          <a:xfrm xmlns:a="http://schemas.openxmlformats.org/drawingml/2006/main">
            <a:off x="795712" y="1616572"/>
            <a:ext cx="4924591" cy="2662745"/>
          </a:xfrm>
          <a:prstGeom xmlns:a="http://schemas.openxmlformats.org/drawingml/2006/main" prst="rect">
            <a:avLst/>
          </a:prstGeom>
          <a:solidFill xmlns:a="http://schemas.openxmlformats.org/drawingml/2006/main">
            <a:schemeClr val="bg1">
              <a:alpha val="10000"/>
            </a:schemeClr>
          </a:solidFill>
        </p:spPr>
        <p:txBody>
          <a:bodyPr xmlns:a="http://schemas.openxmlformats.org/drawingml/2006/main" vert="horz" lIns="91440" tIns="45720" rIns="91440" bIns="45720" anchor="ctr">
            <a:normAutofit/>
          </a:bodyPr>
          <a:lstStyle xmlns:a="http://schemas.openxmlformats.org/drawingml/2006/main">
            <a:lvl1pPr algn="ctr">
              <a:buNone/>
              <a:defRPr>
                <a:solidFill>
                  <a:schemeClr val="tx1"/>
                </a:solidFill>
              </a:defRPr>
            </a:lvl1pPr>
          </a:lstStyle>
          <a:p xmlns:a="http://schemas.openxmlformats.org/drawingml/2006/main">
            <a:r>
              <a:t>Click to add photo or illustration</a:t>
            </a:r>
          </a:p>
          <a:p xmlns:a="http://schemas.openxmlformats.org/drawingml/2006/main"/>
          <a:p xmlns:a="http://schemas.openxmlformats.org/drawingml/2006/main"/>
        </p:txBody>
      </p:sp>
      <p:sp>
        <p:nvSpPr>
          <p:cNvPr id="8" name="Text Placeholder 5">
            <a:extLst xmlns:a="http://schemas.openxmlformats.org/drawingml/2006/main">
              <a:ext uri="{FF2B5EF4-FFF2-40B4-BE49-F238E27FC236}">
                <a16:creationId xmlns:a16="http://schemas.microsoft.com/office/drawing/2014/main" id="{AE8171D6-A364-A377-FFE9-3F53F16263EA}"/>
              </a:ext>
            </a:extLst>
          </p:cNvPr>
          <p:cNvSpPr>
            <a:spLocks xmlns:a="http://schemas.openxmlformats.org/drawingml/2006/main" noGrp="1"/>
          </p:cNvSpPr>
          <p:nvPr>
            <p:ph type="body" idx="29"/>
          </p:nvPr>
        </p:nvSpPr>
        <p:spPr>
          <a:xfrm xmlns:a="http://schemas.openxmlformats.org/drawingml/2006/main">
            <a:off x="792538" y="4434829"/>
            <a:ext cx="4950147" cy="1291432"/>
          </a:xfrm>
        </p:spPr>
        <p:txBody>
          <a:bodyPr xmlns:a="http://schemas.openxmlformats.org/drawingml/2006/main"/>
          <a:lstStyle xmlns:a="http://schemas.openxmlformats.org/drawingml/2006/main">
            <a:lvl1pPr>
              <a:lnSpc>
                <a:spcPct val="100000"/>
              </a:lnSpc>
              <a:buNone/>
              <a:defRPr sz="1600" b="0" i="0">
                <a:latin typeface="Oracle Sans Tab"/>
                <a:ea typeface="Oracle Sans Tab"/>
                <a:cs typeface="Oracle Sans Tab"/>
              </a:defRPr>
            </a:lvl1pPr>
            <a:lvl2pPr>
              <a:lnSpc>
                <a:spcPct val="100000"/>
              </a:lnSpc>
              <a:buNone/>
              <a:defRPr sz="1600" b="0" i="0">
                <a:latin typeface="Oracle Sans Tab"/>
                <a:ea typeface="Oracle Sans Tab"/>
                <a:cs typeface="Oracle Sans Tab"/>
              </a:defRPr>
            </a:lvl2pPr>
            <a:lvl3pPr>
              <a:lnSpc>
                <a:spcPct val="100000"/>
              </a:lnSpc>
              <a:buNone/>
              <a:defRPr sz="1600" b="0" i="0">
                <a:latin typeface="Oracle Sans Tab"/>
                <a:ea typeface="Oracle Sans Tab"/>
                <a:cs typeface="Oracle Sans Tab"/>
              </a:defRPr>
            </a:lvl3pPr>
          </a:lstStyle>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p:txBody>
      </p:sp>
      <p:sp>
        <p:nvSpPr>
          <p:cNvPr id="13" name="Picture Placeholder 12">
            <a:extLst xmlns:a="http://schemas.openxmlformats.org/drawingml/2006/main">
              <a:ext uri="{FF2B5EF4-FFF2-40B4-BE49-F238E27FC236}">
                <a16:creationId xmlns:a16="http://schemas.microsoft.com/office/drawing/2014/main" id="{AE9BE660-418D-B00B-4919-F18A26E7CECF}"/>
              </a:ext>
            </a:extLst>
          </p:cNvPr>
          <p:cNvSpPr>
            <a:spLocks xmlns:a="http://schemas.openxmlformats.org/drawingml/2006/main" noGrp="1"/>
          </p:cNvSpPr>
          <p:nvPr>
            <p:ph type="pic" idx="27" hasCustomPrompt="1"/>
          </p:nvPr>
        </p:nvSpPr>
        <p:spPr>
          <a:xfrm xmlns:a="http://schemas.openxmlformats.org/drawingml/2006/main">
            <a:off x="6411475" y="1601343"/>
            <a:ext cx="4924591" cy="2662745"/>
          </a:xfrm>
          <a:prstGeom xmlns:a="http://schemas.openxmlformats.org/drawingml/2006/main" prst="rect">
            <a:avLst/>
          </a:prstGeom>
          <a:solidFill xmlns:a="http://schemas.openxmlformats.org/drawingml/2006/main">
            <a:schemeClr val="bg1">
              <a:alpha val="10000"/>
            </a:schemeClr>
          </a:solidFill>
        </p:spPr>
        <p:txBody>
          <a:bodyPr xmlns:a="http://schemas.openxmlformats.org/drawingml/2006/main" vert="horz" lIns="91440" tIns="45720" rIns="91440" bIns="45720" anchor="ctr">
            <a:normAutofit/>
          </a:bodyPr>
          <a:lstStyle xmlns:a="http://schemas.openxmlformats.org/drawingml/2006/main">
            <a:lvl1pPr algn="ctr">
              <a:buNone/>
              <a:defRPr>
                <a:solidFill>
                  <a:schemeClr val="tx1"/>
                </a:solidFill>
              </a:defRPr>
            </a:lvl1pPr>
          </a:lstStyle>
          <a:p xmlns:a="http://schemas.openxmlformats.org/drawingml/2006/main">
            <a:r>
              <a:t>Click to add photo or illustration</a:t>
            </a:r>
          </a:p>
          <a:p xmlns:a="http://schemas.openxmlformats.org/drawingml/2006/main"/>
          <a:p xmlns:a="http://schemas.openxmlformats.org/drawingml/2006/main"/>
        </p:txBody>
      </p:sp>
      <p:sp>
        <p:nvSpPr>
          <p:cNvPr id="11" name="Text Placeholder 7">
            <a:extLst xmlns:a="http://schemas.openxmlformats.org/drawingml/2006/main">
              <a:ext uri="{FF2B5EF4-FFF2-40B4-BE49-F238E27FC236}">
                <a16:creationId xmlns:a16="http://schemas.microsoft.com/office/drawing/2014/main" id="{79E2D9AD-B603-1F6B-F5F3-92A71334B474}"/>
              </a:ext>
            </a:extLst>
          </p:cNvPr>
          <p:cNvSpPr>
            <a:spLocks xmlns:a="http://schemas.openxmlformats.org/drawingml/2006/main" noGrp="1"/>
          </p:cNvSpPr>
          <p:nvPr>
            <p:ph type="body" idx="30"/>
          </p:nvPr>
        </p:nvSpPr>
        <p:spPr>
          <a:xfrm xmlns:a="http://schemas.openxmlformats.org/drawingml/2006/main">
            <a:off x="6448844" y="4419602"/>
            <a:ext cx="4924747" cy="1280319"/>
          </a:xfrm>
        </p:spPr>
        <p:txBody>
          <a:bodyPr xmlns:a="http://schemas.openxmlformats.org/drawingml/2006/main"/>
          <a:lstStyle xmlns:a="http://schemas.openxmlformats.org/drawingml/2006/main">
            <a:lvl1pPr>
              <a:lnSpc>
                <a:spcPct val="100000"/>
              </a:lnSpc>
              <a:buNone/>
              <a:defRPr sz="1600" b="0" i="0">
                <a:latin typeface="Oracle Sans Tab"/>
                <a:ea typeface="Oracle Sans Tab"/>
                <a:cs typeface="Oracle Sans Tab"/>
              </a:defRPr>
            </a:lvl1pPr>
            <a:lvl2pPr>
              <a:lnSpc>
                <a:spcPct val="100000"/>
              </a:lnSpc>
              <a:buNone/>
              <a:defRPr sz="1600" b="0" i="0">
                <a:latin typeface="Oracle Sans Tab"/>
                <a:ea typeface="Oracle Sans Tab"/>
                <a:cs typeface="Oracle Sans Tab"/>
              </a:defRPr>
            </a:lvl2pPr>
            <a:lvl3pPr>
              <a:lnSpc>
                <a:spcPct val="100000"/>
              </a:lnSpc>
              <a:buNone/>
              <a:defRPr sz="1600" b="0" i="0">
                <a:latin typeface="Oracle Sans Tab"/>
                <a:ea typeface="Oracle Sans Tab"/>
                <a:cs typeface="Oracle Sans Tab"/>
              </a:defRPr>
            </a:lvl3pPr>
          </a:lstStyle>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p:txBody>
      </p:sp>
      <p:sp>
        <p:nvSpPr>
          <p:cNvPr id="10" name="Date Placeholder 9">
            <a:extLst xmlns:a="http://schemas.openxmlformats.org/drawingml/2006/main">
              <a:ext uri="{FF2B5EF4-FFF2-40B4-BE49-F238E27FC236}">
                <a16:creationId xmlns:a16="http://schemas.microsoft.com/office/drawing/2014/main" id="{85A9492D-DB2E-E2C4-45F4-7AF271080C50}"/>
              </a:ext>
            </a:extLst>
          </p:cNvPr>
          <p:cNvSpPr>
            <a:spLocks xmlns:a="http://schemas.openxmlformats.org/drawingml/2006/main" noGrp="1"/>
          </p:cNvSpPr>
          <p:nvPr>
            <p:ph type="dt" idx="31"/>
          </p:nvPr>
        </p:nvSpPr>
        <p:spPr/>
        <p:txBody>
          <a:bodyPr xmlns:a="http://schemas.openxmlformats.org/drawingml/2006/main"/>
          <a:lstStyle xmlns:a="http://schemas.openxmlformats.org/drawingml/2006/main"/>
          <a:p xmlns:a="http://schemas.openxmlformats.org/drawingml/2006/main">
            <a:r>
              <a:t>[Date]</a:t>
            </a:r>
          </a:p>
        </p:txBody>
      </p:sp>
      <p:sp>
        <p:nvSpPr>
          <p:cNvPr id="14" name="Footer Placeholder 13">
            <a:extLst xmlns:a="http://schemas.openxmlformats.org/drawingml/2006/main">
              <a:ext uri="{FF2B5EF4-FFF2-40B4-BE49-F238E27FC236}">
                <a16:creationId xmlns:a16="http://schemas.microsoft.com/office/drawing/2014/main" id="{60B2D8D7-54AC-C6A8-3CAF-48E700878C65}"/>
              </a:ext>
            </a:extLst>
          </p:cNvPr>
          <p:cNvSpPr>
            <a:spLocks xmlns:a="http://schemas.openxmlformats.org/drawingml/2006/main" noGrp="1"/>
          </p:cNvSpPr>
          <p:nvPr>
            <p:ph type="ftr" idx="32"/>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15" name="Slide Number Placeholder 14">
            <a:extLst xmlns:a="http://schemas.openxmlformats.org/drawingml/2006/main">
              <a:ext uri="{FF2B5EF4-FFF2-40B4-BE49-F238E27FC236}">
                <a16:creationId xmlns:a16="http://schemas.microsoft.com/office/drawing/2014/main" id="{7A7EC624-0543-7018-518A-AD8209E76E08}"/>
              </a:ext>
            </a:extLst>
          </p:cNvPr>
          <p:cNvSpPr>
            <a:spLocks xmlns:a="http://schemas.openxmlformats.org/drawingml/2006/main" noGrp="1"/>
          </p:cNvSpPr>
          <p:nvPr>
            <p:ph type="sldNum" idx="33"/>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96.xml><?xml version="1.0" encoding="utf-8"?>
<p:sldLayout xmlns:p="http://schemas.openxmlformats.org/presentationml/2006/main" preserve="1" userDrawn="1">
  <p:cSld name="Dark - Bold Statement with Photo half">
    <p:bg>
      <p:bgRef idx="1001">
        <a:schemeClr xmlns:a="http://schemas.openxmlformats.org/drawingml/2006/main" val="bg2"/>
      </p:bgRef>
    </p:bg>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EBB5018F-8341-A0A7-3798-BB6D386BF6AE}"/>
              </a:ext>
            </a:extLst>
          </p:cNvPr>
          <p:cNvSpPr>
            <a:spLocks xmlns:a="http://schemas.openxmlformats.org/drawingml/2006/main" noGrp="1"/>
          </p:cNvSpPr>
          <p:nvPr>
            <p:ph type="title" idx="0"/>
          </p:nvPr>
        </p:nvSpPr>
        <p:spPr>
          <a:xfrm xmlns:a="http://schemas.openxmlformats.org/drawingml/2006/main">
            <a:off x="768875" y="3017520"/>
            <a:ext cx="4595613" cy="822960"/>
          </a:xfrm>
        </p:spPr>
        <p:txBody>
          <a:bodyPr xmlns:a="http://schemas.openxmlformats.org/drawingml/2006/main" anchor="ctr"/>
          <a:lstStyle xmlns:a="http://schemas.openxmlformats.org/drawingml/2006/main">
            <a:lvl1pPr>
              <a:lnSpc>
                <a:spcPct val="100000"/>
              </a:lnSpc>
              <a:buNone/>
              <a:defRPr b="1" i="0">
                <a:solidFill>
                  <a:schemeClr val="tx1"/>
                </a:solidFill>
                <a:latin typeface="Oracle Sans Tab"/>
                <a:ea typeface="Oracle Sans Tab"/>
                <a:cs typeface="Oracle Sans Tab"/>
              </a:defRPr>
            </a:lvl1pPr>
          </a:lstStyle>
          <a:p xmlns:a="http://schemas.openxmlformats.org/drawingml/2006/main">
            <a:r>
              <a:t>Click to edit Master title style</a:t>
            </a:r>
          </a:p>
        </p:txBody>
      </p:sp>
      <p:sp>
        <p:nvSpPr>
          <p:cNvPr id="4" name="Picture Placeholder 17">
            <a:extLst xmlns:a="http://schemas.openxmlformats.org/drawingml/2006/main">
              <a:ext uri="{FF2B5EF4-FFF2-40B4-BE49-F238E27FC236}">
                <a16:creationId xmlns:a16="http://schemas.microsoft.com/office/drawing/2014/main" id="{E05D35C0-2DAC-3332-CC0D-3198C85F0FCC}"/>
              </a:ext>
            </a:extLst>
          </p:cNvPr>
          <p:cNvSpPr>
            <a:spLocks xmlns:a="http://schemas.openxmlformats.org/drawingml/2006/main" noGrp="1"/>
          </p:cNvSpPr>
          <p:nvPr>
            <p:ph type="pic" idx="11" hasCustomPrompt="1"/>
          </p:nvPr>
        </p:nvSpPr>
        <p:spPr>
          <a:xfrm xmlns:a="http://schemas.openxmlformats.org/drawingml/2006/main">
            <a:off x="6096000" y="0"/>
            <a:ext cx="6096000" cy="6858000"/>
          </a:xfrm>
          <a:prstGeom xmlns:a="http://schemas.openxmlformats.org/drawingml/2006/main" prst="rect">
            <a:avLst/>
          </a:prstGeom>
          <a:solidFill xmlns:a="http://schemas.openxmlformats.org/drawingml/2006/main">
            <a:srgbClr val="AEA8A2"/>
          </a:solidFill>
        </p:spPr>
        <p:txBody>
          <a:bodyPr xmlns:a="http://schemas.openxmlformats.org/drawingml/2006/main" lIns="72000" tIns="72000" rIns="0" anchor="ctr"/>
          <a:lstStyle xmlns:a="http://schemas.openxmlformats.org/drawingml/2006/main">
            <a:lvl1pPr algn="ctr">
              <a:buNone/>
              <a:defRPr sz="1400" b="0" i="0">
                <a:solidFill>
                  <a:schemeClr val="tx1"/>
                </a:solidFill>
                <a:latin typeface="Oracle Sans Tab"/>
                <a:ea typeface="Oracle Sans Tab"/>
                <a:cs typeface="Oracle Sans Tab"/>
              </a:defRPr>
            </a:lvl1pPr>
          </a:lstStyle>
          <a:p xmlns:a="http://schemas.openxmlformats.org/drawingml/2006/main">
            <a:r>
              <a:t>Click to add photo or illustration</a:t>
            </a:r>
          </a:p>
          <a:p xmlns:a="http://schemas.openxmlformats.org/drawingml/2006/main"/>
          <a:p xmlns:a="http://schemas.openxmlformats.org/drawingml/2006/main"/>
          <a:p xmlns:a="http://schemas.openxmlformats.org/drawingml/2006/main"/>
        </p:txBody>
      </p:sp>
      <p:sp>
        <p:nvSpPr>
          <p:cNvPr id="3" name="Date Placeholder 2">
            <a:extLst xmlns:a="http://schemas.openxmlformats.org/drawingml/2006/main">
              <a:ext uri="{FF2B5EF4-FFF2-40B4-BE49-F238E27FC236}">
                <a16:creationId xmlns:a16="http://schemas.microsoft.com/office/drawing/2014/main" id="{2437E2F0-E1C4-80AB-069D-F3CF88470023}"/>
              </a:ext>
            </a:extLst>
          </p:cNvPr>
          <p:cNvSpPr>
            <a:spLocks xmlns:a="http://schemas.openxmlformats.org/drawingml/2006/main" noGrp="1"/>
          </p:cNvSpPr>
          <p:nvPr>
            <p:ph type="dt" idx="12"/>
          </p:nvPr>
        </p:nvSpPr>
        <p:spPr/>
        <p:txBody>
          <a:bodyPr xmlns:a="http://schemas.openxmlformats.org/drawingml/2006/main"/>
          <a:lstStyle xmlns:a="http://schemas.openxmlformats.org/drawingml/2006/main"/>
          <a:p xmlns:a="http://schemas.openxmlformats.org/drawingml/2006/main">
            <a:r>
              <a:t>[Date]</a:t>
            </a:r>
          </a:p>
        </p:txBody>
      </p:sp>
      <p:sp>
        <p:nvSpPr>
          <p:cNvPr id="5" name="Footer Placeholder 4">
            <a:extLst xmlns:a="http://schemas.openxmlformats.org/drawingml/2006/main">
              <a:ext uri="{FF2B5EF4-FFF2-40B4-BE49-F238E27FC236}">
                <a16:creationId xmlns:a16="http://schemas.microsoft.com/office/drawing/2014/main" id="{E644231C-6C52-A8F8-436C-C196A1B49D79}"/>
              </a:ext>
            </a:extLst>
          </p:cNvPr>
          <p:cNvSpPr>
            <a:spLocks xmlns:a="http://schemas.openxmlformats.org/drawingml/2006/main" noGrp="1"/>
          </p:cNvSpPr>
          <p:nvPr>
            <p:ph type="ftr" idx="13"/>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6" name="Slide Number Placeholder 5">
            <a:extLst xmlns:a="http://schemas.openxmlformats.org/drawingml/2006/main">
              <a:ext uri="{FF2B5EF4-FFF2-40B4-BE49-F238E27FC236}">
                <a16:creationId xmlns:a16="http://schemas.microsoft.com/office/drawing/2014/main" id="{5873BC7D-E793-C5E9-498E-958D043D1083}"/>
              </a:ext>
            </a:extLst>
          </p:cNvPr>
          <p:cNvSpPr>
            <a:spLocks xmlns:a="http://schemas.openxmlformats.org/drawingml/2006/main" noGrp="1"/>
          </p:cNvSpPr>
          <p:nvPr>
            <p:ph type="sldNum" idx="14"/>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97.xml><?xml version="1.0" encoding="utf-8"?>
<p:sldLayout xmlns:p="http://schemas.openxmlformats.org/presentationml/2006/main" preserve="1" userDrawn="1">
  <p:cSld name="Light - Bold Statement with Photo half">
    <p:bg>
      <p:bgRef idx="1001">
        <a:schemeClr xmlns:a="http://schemas.openxmlformats.org/drawingml/2006/main" val="bg2"/>
      </p:bgRef>
    </p:bg>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EBB5018F-8341-A0A7-3798-BB6D386BF6AE}"/>
              </a:ext>
            </a:extLst>
          </p:cNvPr>
          <p:cNvSpPr>
            <a:spLocks xmlns:a="http://schemas.openxmlformats.org/drawingml/2006/main" noGrp="1"/>
          </p:cNvSpPr>
          <p:nvPr>
            <p:ph type="title" idx="0"/>
          </p:nvPr>
        </p:nvSpPr>
        <p:spPr>
          <a:xfrm xmlns:a="http://schemas.openxmlformats.org/drawingml/2006/main">
            <a:off x="768875" y="3017520"/>
            <a:ext cx="4595613" cy="822960"/>
          </a:xfrm>
        </p:spPr>
        <p:txBody>
          <a:bodyPr xmlns:a="http://schemas.openxmlformats.org/drawingml/2006/main" anchor="ctr"/>
          <a:lstStyle xmlns:a="http://schemas.openxmlformats.org/drawingml/2006/main">
            <a:lvl1pPr>
              <a:lnSpc>
                <a:spcPct val="100000"/>
              </a:lnSpc>
              <a:buNone/>
              <a:defRPr b="1" i="0">
                <a:solidFill>
                  <a:schemeClr val="tx1"/>
                </a:solidFill>
                <a:latin typeface="Oracle Sans Tab"/>
                <a:ea typeface="Oracle Sans Tab"/>
                <a:cs typeface="Oracle Sans Tab"/>
              </a:defRPr>
            </a:lvl1pPr>
          </a:lstStyle>
          <a:p xmlns:a="http://schemas.openxmlformats.org/drawingml/2006/main">
            <a:r>
              <a:t>Click to edit Master title style</a:t>
            </a:r>
          </a:p>
        </p:txBody>
      </p:sp>
      <p:sp>
        <p:nvSpPr>
          <p:cNvPr id="4" name="Picture Placeholder 17">
            <a:extLst xmlns:a="http://schemas.openxmlformats.org/drawingml/2006/main">
              <a:ext uri="{FF2B5EF4-FFF2-40B4-BE49-F238E27FC236}">
                <a16:creationId xmlns:a16="http://schemas.microsoft.com/office/drawing/2014/main" id="{E05D35C0-2DAC-3332-CC0D-3198C85F0FCC}"/>
              </a:ext>
            </a:extLst>
          </p:cNvPr>
          <p:cNvSpPr>
            <a:spLocks xmlns:a="http://schemas.openxmlformats.org/drawingml/2006/main" noGrp="1"/>
          </p:cNvSpPr>
          <p:nvPr>
            <p:ph type="pic" idx="11" hasCustomPrompt="1"/>
          </p:nvPr>
        </p:nvSpPr>
        <p:spPr>
          <a:xfrm xmlns:a="http://schemas.openxmlformats.org/drawingml/2006/main">
            <a:off x="6096000" y="0"/>
            <a:ext cx="6096000" cy="6858000"/>
          </a:xfrm>
          <a:prstGeom xmlns:a="http://schemas.openxmlformats.org/drawingml/2006/main" prst="rect">
            <a:avLst/>
          </a:prstGeom>
          <a:solidFill xmlns:a="http://schemas.openxmlformats.org/drawingml/2006/main">
            <a:srgbClr val="AEA8A2"/>
          </a:solidFill>
        </p:spPr>
        <p:txBody>
          <a:bodyPr xmlns:a="http://schemas.openxmlformats.org/drawingml/2006/main" lIns="72000" tIns="72000" rIns="0" anchor="ctr"/>
          <a:lstStyle xmlns:a="http://schemas.openxmlformats.org/drawingml/2006/main">
            <a:lvl1pPr algn="ctr">
              <a:buNone/>
              <a:defRPr sz="1400" b="0" i="0">
                <a:solidFill>
                  <a:schemeClr val="tx1"/>
                </a:solidFill>
                <a:latin typeface="Oracle Sans Tab"/>
                <a:ea typeface="Oracle Sans Tab"/>
                <a:cs typeface="Oracle Sans Tab"/>
              </a:defRPr>
            </a:lvl1pPr>
          </a:lstStyle>
          <a:p xmlns:a="http://schemas.openxmlformats.org/drawingml/2006/main">
            <a:r>
              <a:t>Click to add photo or illustration</a:t>
            </a:r>
          </a:p>
          <a:p xmlns:a="http://schemas.openxmlformats.org/drawingml/2006/main"/>
          <a:p xmlns:a="http://schemas.openxmlformats.org/drawingml/2006/main"/>
          <a:p xmlns:a="http://schemas.openxmlformats.org/drawingml/2006/main"/>
        </p:txBody>
      </p:sp>
      <p:sp>
        <p:nvSpPr>
          <p:cNvPr id="10" name="Date Placeholder 9">
            <a:extLst xmlns:a="http://schemas.openxmlformats.org/drawingml/2006/main">
              <a:ext uri="{FF2B5EF4-FFF2-40B4-BE49-F238E27FC236}">
                <a16:creationId xmlns:a16="http://schemas.microsoft.com/office/drawing/2014/main" id="{1ED0D83E-A6A8-EC2E-9AEE-F041B959B081}"/>
              </a:ext>
            </a:extLst>
          </p:cNvPr>
          <p:cNvSpPr>
            <a:spLocks xmlns:a="http://schemas.openxmlformats.org/drawingml/2006/main" noGrp="1"/>
          </p:cNvSpPr>
          <p:nvPr>
            <p:ph type="dt" idx="12"/>
          </p:nvPr>
        </p:nvSpPr>
        <p:spPr/>
        <p:txBody>
          <a:bodyPr xmlns:a="http://schemas.openxmlformats.org/drawingml/2006/main"/>
          <a:lstStyle xmlns:a="http://schemas.openxmlformats.org/drawingml/2006/main"/>
          <a:p xmlns:a="http://schemas.openxmlformats.org/drawingml/2006/main">
            <a:r>
              <a:t>[Date]</a:t>
            </a:r>
          </a:p>
        </p:txBody>
      </p:sp>
      <p:sp>
        <p:nvSpPr>
          <p:cNvPr id="11" name="Footer Placeholder 10">
            <a:extLst xmlns:a="http://schemas.openxmlformats.org/drawingml/2006/main">
              <a:ext uri="{FF2B5EF4-FFF2-40B4-BE49-F238E27FC236}">
                <a16:creationId xmlns:a16="http://schemas.microsoft.com/office/drawing/2014/main" id="{EAEE9C20-A393-1346-C445-9646AC2057BE}"/>
              </a:ext>
            </a:extLst>
          </p:cNvPr>
          <p:cNvSpPr>
            <a:spLocks xmlns:a="http://schemas.openxmlformats.org/drawingml/2006/main" noGrp="1"/>
          </p:cNvSpPr>
          <p:nvPr>
            <p:ph type="ftr" idx="13"/>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12" name="Slide Number Placeholder 11">
            <a:extLst xmlns:a="http://schemas.openxmlformats.org/drawingml/2006/main">
              <a:ext uri="{FF2B5EF4-FFF2-40B4-BE49-F238E27FC236}">
                <a16:creationId xmlns:a16="http://schemas.microsoft.com/office/drawing/2014/main" id="{5277FAB9-5274-B753-E85F-8C7371638824}"/>
              </a:ext>
            </a:extLst>
          </p:cNvPr>
          <p:cNvSpPr>
            <a:spLocks xmlns:a="http://schemas.openxmlformats.org/drawingml/2006/main" noGrp="1"/>
          </p:cNvSpPr>
          <p:nvPr>
            <p:ph type="sldNum" idx="14"/>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98.xml><?xml version="1.0" encoding="utf-8"?>
<p:sldLayout xmlns:p="http://schemas.openxmlformats.org/presentationml/2006/main" preserve="1" userDrawn="1">
  <p:cSld name="Dark - Screenshot">
    <p:bg>
      <p:bgRef idx="1001">
        <a:schemeClr xmlns:a="http://schemas.openxmlformats.org/drawingml/2006/main" val="bg2"/>
      </p:bgRef>
    </p:bg>
    <p:spTree>
      <p:nvGrpSpPr>
        <p:cNvPr id="1" name=""/>
        <p:cNvGrpSpPr/>
        <p:nvPr/>
      </p:nvGrpSpPr>
      <p:grpSpPr>
        <a:xfrm xmlns:a="http://schemas.openxmlformats.org/drawingml/2006/main"/>
      </p:grpSpPr>
      <p:sp>
        <p:nvSpPr>
          <p:cNvPr id="3" name="Title 2">
            <a:extLst xmlns:a="http://schemas.openxmlformats.org/drawingml/2006/main">
              <a:ext uri="{FF2B5EF4-FFF2-40B4-BE49-F238E27FC236}">
                <a16:creationId xmlns:a16="http://schemas.microsoft.com/office/drawing/2014/main" id="{740F3D2B-DD8D-3718-AE06-7C8DDB64D815}"/>
              </a:ext>
            </a:extLst>
          </p:cNvPr>
          <p:cNvSpPr>
            <a:spLocks xmlns:a="http://schemas.openxmlformats.org/drawingml/2006/main" noGrp="1"/>
          </p:cNvSpPr>
          <p:nvPr>
            <p:ph type="title" idx="0"/>
          </p:nvPr>
        </p:nvSpPr>
        <p:spPr>
          <a:xfrm xmlns:a="http://schemas.openxmlformats.org/drawingml/2006/main">
            <a:off x="762000" y="2471026"/>
            <a:ext cx="3762466" cy="822960"/>
          </a:xfrm>
        </p:spPr>
        <p:txBody>
          <a:bodyPr xmlns:a="http://schemas.openxmlformats.org/drawingml/2006/main"/>
          <a:lstStyle xmlns:a="http://schemas.openxmlformats.org/drawingml/2006/main">
            <a:lvl1pPr>
              <a:buNone/>
              <a:defRPr b="1" i="0">
                <a:latin typeface="Oracle Sans Tab"/>
                <a:ea typeface="Oracle Sans Tab"/>
                <a:cs typeface="Oracle Sans Tab"/>
              </a:defRPr>
            </a:lvl1pPr>
          </a:lstStyle>
          <a:p xmlns:a="http://schemas.openxmlformats.org/drawingml/2006/main">
            <a:r>
              <a:t>Click to edit Master title style</a:t>
            </a:r>
          </a:p>
        </p:txBody>
      </p:sp>
      <p:sp>
        <p:nvSpPr>
          <p:cNvPr id="10" name="Text Placeholder 21">
            <a:extLst xmlns:a="http://schemas.openxmlformats.org/drawingml/2006/main">
              <a:ext uri="{FF2B5EF4-FFF2-40B4-BE49-F238E27FC236}">
                <a16:creationId xmlns:a16="http://schemas.microsoft.com/office/drawing/2014/main" id="{ADDF4B14-485E-2D9E-8017-8DBD76E5E0CC}"/>
              </a:ext>
            </a:extLst>
          </p:cNvPr>
          <p:cNvSpPr>
            <a:spLocks xmlns:a="http://schemas.openxmlformats.org/drawingml/2006/main" noGrp="1"/>
          </p:cNvSpPr>
          <p:nvPr>
            <p:ph type="body" idx="24" hasCustomPrompt="1"/>
          </p:nvPr>
        </p:nvSpPr>
        <p:spPr>
          <a:xfrm xmlns:a="http://schemas.openxmlformats.org/drawingml/2006/main">
            <a:off x="762000" y="3564014"/>
            <a:ext cx="3762466" cy="1228119"/>
          </a:xfrm>
          <a:prstGeom xmlns:a="http://schemas.openxmlformats.org/drawingml/2006/main" prst="rect">
            <a:avLst/>
          </a:prstGeom>
          <a:noFill xmlns:a="http://schemas.openxmlformats.org/drawingml/2006/main"/>
        </p:spPr>
        <p:txBody>
          <a:bodyPr xmlns:a="http://schemas.openxmlformats.org/drawingml/2006/main" lIns="0" tIns="0" rIns="0" bIns="0"/>
          <a:lstStyle xmlns:a="http://schemas.openxmlformats.org/drawingml/2006/main">
            <a:lvl1pPr algn="l">
              <a:lnSpc>
                <a:spcPct val="100000"/>
              </a:lnSpc>
              <a:spcBef>
                <a:spcPts val="0"/>
              </a:spcBef>
              <a:spcAft>
                <a:spcPts val="400"/>
              </a:spcAft>
              <a:buNone/>
              <a:defRPr sz="1400" b="0" i="0">
                <a:solidFill>
                  <a:schemeClr val="tx1"/>
                </a:solidFill>
                <a:latin typeface="Oracle Sans"/>
                <a:ea typeface="Oracle Sans"/>
                <a:cs typeface="Oracle Sans"/>
              </a:defRPr>
            </a:lvl1pPr>
          </a:lstStyle>
          <a:p xmlns:a="http://schemas.openxmlformats.org/drawingml/2006/main">
            <a:pPr>
              <a:buNone/>
            </a:pPr>
            <a:r>
              <a:t>Lorem ipsum </a:t>
            </a:r>
            <a:r>
              <a:t>dolor</a:t>
            </a:r>
            <a:r>
              <a:t> sit </a:t>
            </a:r>
            <a:r>
              <a:t>amet</a:t>
            </a:r>
            <a:r>
              <a:t>, </a:t>
            </a:r>
            <a:r>
              <a:t>consectetur</a:t>
            </a:r>
            <a:r>
              <a:t> </a:t>
            </a:r>
            <a:r>
              <a:t>adipiscing</a:t>
            </a:r>
            <a:r>
              <a:t> </a:t>
            </a:r>
            <a:r>
              <a:t>elit</a:t>
            </a:r>
            <a:r>
              <a:t>, </a:t>
            </a:r>
            <a:r>
              <a:t>sed</a:t>
            </a:r>
            <a:r>
              <a:t> do </a:t>
            </a:r>
            <a:r>
              <a:t>eiusmod</a:t>
            </a:r>
            <a:r>
              <a:t> </a:t>
            </a:r>
            <a:r>
              <a:t>tempor</a:t>
            </a:r>
            <a:r>
              <a:t> </a:t>
            </a:r>
            <a:r>
              <a:t>incididunt</a:t>
            </a:r>
            <a:r>
              <a:t> </a:t>
            </a:r>
            <a:r>
              <a:t>ut</a:t>
            </a:r>
            <a:r>
              <a:t> </a:t>
            </a:r>
            <a:r>
              <a:t>labore</a:t>
            </a:r>
            <a:r>
              <a:t> et dolore magna </a:t>
            </a:r>
            <a:r>
              <a:t>aliqua</a:t>
            </a:r>
            <a:r>
              <a:t>. </a:t>
            </a:r>
          </a:p>
        </p:txBody>
      </p:sp>
      <p:sp>
        <p:nvSpPr>
          <p:cNvPr id="6" name="Slide Number Placeholder 5">
            <a:extLst xmlns:a="http://schemas.openxmlformats.org/drawingml/2006/main">
              <a:ext uri="{FF2B5EF4-FFF2-40B4-BE49-F238E27FC236}">
                <a16:creationId xmlns:a16="http://schemas.microsoft.com/office/drawing/2014/main" id="{957B489F-6C53-0670-3CA3-C344A6796DB7}"/>
              </a:ext>
            </a:extLst>
          </p:cNvPr>
          <p:cNvSpPr>
            <a:spLocks xmlns:a="http://schemas.openxmlformats.org/drawingml/2006/main" noGrp="1"/>
          </p:cNvSpPr>
          <p:nvPr>
            <p:ph type="sldNum" idx="40"/>
          </p:nvPr>
        </p:nvSpPr>
        <p:spPr>
          <a:xfrm xmlns:a="http://schemas.openxmlformats.org/drawingml/2006/main">
            <a:off x="762000" y="6423660"/>
            <a:ext cx="365760" cy="365760"/>
          </a:xfrm>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fld id="{345D60D9-5372-5F40-9443-0F9AE5BDC3C8}" type="slidenum">
              <a:t>‹#›</a:t>
            </a:fld>
          </a:p>
        </p:txBody>
      </p:sp>
      <p:sp>
        <p:nvSpPr>
          <p:cNvPr id="14" name="Footer Placeholder 4">
            <a:extLst xmlns:a="http://schemas.openxmlformats.org/drawingml/2006/main">
              <a:ext uri="{FF2B5EF4-FFF2-40B4-BE49-F238E27FC236}">
                <a16:creationId xmlns:a16="http://schemas.microsoft.com/office/drawing/2014/main" id="{73C65335-0F11-C316-1B11-B923DAF34CA7}"/>
              </a:ext>
            </a:extLst>
          </p:cNvPr>
          <p:cNvSpPr>
            <a:spLocks xmlns:a="http://schemas.openxmlformats.org/drawingml/2006/main" noGrp="1"/>
          </p:cNvSpPr>
          <p:nvPr>
            <p:ph type="ftr" idx="39"/>
          </p:nvPr>
        </p:nvSpPr>
        <p:spPr>
          <a:xfrm xmlns:a="http://schemas.openxmlformats.org/drawingml/2006/main">
            <a:off x="1127759" y="6423978"/>
            <a:ext cx="5745379" cy="365125"/>
          </a:xfrm>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Copyright © 2026, Oracle and/or its affiliates |  Confidential: Internal/Restricted/Highly Restricted</a:t>
            </a:r>
          </a:p>
        </p:txBody>
      </p:sp>
      <p:sp>
        <p:nvSpPr>
          <p:cNvPr id="15" name="Date Placeholder 3">
            <a:extLst xmlns:a="http://schemas.openxmlformats.org/drawingml/2006/main">
              <a:ext uri="{FF2B5EF4-FFF2-40B4-BE49-F238E27FC236}">
                <a16:creationId xmlns:a16="http://schemas.microsoft.com/office/drawing/2014/main" id="{249F2E88-1C3B-E905-DE13-29B4AD66701F}"/>
              </a:ext>
            </a:extLst>
          </p:cNvPr>
          <p:cNvSpPr>
            <a:spLocks xmlns:a="http://schemas.openxmlformats.org/drawingml/2006/main" noGrp="1"/>
          </p:cNvSpPr>
          <p:nvPr>
            <p:ph type="dt" idx="41"/>
          </p:nvPr>
        </p:nvSpPr>
        <p:spPr>
          <a:xfrm xmlns:a="http://schemas.openxmlformats.org/drawingml/2006/main">
            <a:off x="6873138" y="6425604"/>
            <a:ext cx="2743200" cy="363500"/>
          </a:xfrm>
        </p:spPr>
        <p:txBody>
          <a:bodyPr xmlns:a="http://schemas.openxmlformats.org/drawingml/2006/main"/>
          <a:lstStyle xmlns:a="http://schemas.openxmlformats.org/drawingml/2006/main">
            <a:lvl1pPr>
              <a:buNone/>
              <a:defRPr>
                <a:solidFill>
                  <a:srgbClr val="AEA8A2"/>
                </a:solidFill>
              </a:defRPr>
            </a:lvl1pPr>
          </a:lstStyle>
          <a:p xmlns:a="http://schemas.openxmlformats.org/drawingml/2006/main">
            <a:r>
              <a:t>[Date]</a:t>
            </a:r>
          </a:p>
        </p:txBody>
      </p:sp>
      <p:pic>
        <p:nvPicPr>
          <p:cNvPr id="16" name="Picture 4"/>
          <p:cNvPicPr>
            <a:picLocks xmlns:a="http://schemas.openxmlformats.org/drawingml/2006/main" noChangeAspect="1"/>
          </p:cNvPicPr>
          <p:nvPr/>
        </p:nvPicPr>
        <p:blipFill>
          <a:blip xmlns:r="http://schemas.openxmlformats.org/officeDocument/2006/relationships" xmlns:a="http://schemas.openxmlformats.org/drawingml/2006/main" r:embed="R6a85155f397c401c"/>
          <a:stretch xmlns:a="http://schemas.openxmlformats.org/drawingml/2006/main">
            <a:fillRect l="0" t="0" r="0" b="0"/>
          </a:stretch>
        </p:blipFill>
        <p:spPr>
          <a:xfrm xmlns:a="http://schemas.openxmlformats.org/drawingml/2006/main">
            <a:off x="5364488" y="1417342"/>
            <a:ext cx="6249629" cy="270425"/>
          </a:xfrm>
          <a:prstGeom xmlns:a="http://schemas.openxmlformats.org/drawingml/2006/main" prst="rect">
            <a:avLst/>
          </a:prstGeom>
        </p:spPr>
      </p:pic>
      <p:sp>
        <p:nvSpPr>
          <p:cNvPr id="7" name="Picture Placeholder 21">
            <a:extLst xmlns:a="http://schemas.openxmlformats.org/drawingml/2006/main">
              <a:ext uri="{FF2B5EF4-FFF2-40B4-BE49-F238E27FC236}">
                <a16:creationId xmlns:a16="http://schemas.microsoft.com/office/drawing/2014/main" id="{4A787595-7363-9A8E-E513-2117DE88759B}"/>
              </a:ext>
            </a:extLst>
          </p:cNvPr>
          <p:cNvSpPr>
            <a:spLocks xmlns:a="http://schemas.openxmlformats.org/drawingml/2006/main" noGrp="1"/>
          </p:cNvSpPr>
          <p:nvPr>
            <p:ph type="pic" idx="38" hasCustomPrompt="1"/>
          </p:nvPr>
        </p:nvSpPr>
        <p:spPr>
          <a:xfrm xmlns:a="http://schemas.openxmlformats.org/drawingml/2006/main">
            <a:off x="5364488" y="1687766"/>
            <a:ext cx="6249629" cy="3763219"/>
          </a:xfrm>
        </p:spPr>
        <p:txBody>
          <a:bodyPr xmlns:a="http://schemas.openxmlformats.org/drawingml/2006/main" anchor="ctr"/>
          <a:lstStyle xmlns:a="http://schemas.openxmlformats.org/drawingml/2006/main">
            <a:lvl1pPr algn="ctr">
              <a:buNone/>
              <a:defRPr sz="1400"/>
            </a:lvl1pPr>
          </a:lstStyle>
          <a:p xmlns:a="http://schemas.openxmlformats.org/drawingml/2006/main">
            <a:r>
              <a:t>Click icon to add screenshot</a:t>
            </a:r>
          </a:p>
          <a:p xmlns:a="http://schemas.openxmlformats.org/drawingml/2006/main"/>
          <a:p xmlns:a="http://schemas.openxmlformats.org/drawingml/2006/main"/>
        </p:txBody>
      </p:sp>
    </p:spTree>
  </p:cSld>
</p:sldLayout>
</file>

<file path=ppt/slideLayouts/slideLayout99.xml><?xml version="1.0" encoding="utf-8"?>
<p:sldLayout xmlns:p="http://schemas.openxmlformats.org/presentationml/2006/main" preserve="1" userDrawn="1">
  <p:cSld name="Light - Screenshot">
    <p:bg>
      <p:bgRef idx="1001">
        <a:schemeClr xmlns:a="http://schemas.openxmlformats.org/drawingml/2006/main" val="bg2"/>
      </p:bgRef>
    </p:bg>
    <p:spTree>
      <p:nvGrpSpPr>
        <p:cNvPr id="1" name=""/>
        <p:cNvGrpSpPr/>
        <p:nvPr/>
      </p:nvGrpSpPr>
      <p:grpSpPr>
        <a:xfrm xmlns:a="http://schemas.openxmlformats.org/drawingml/2006/main"/>
      </p:grpSpPr>
      <p:sp>
        <p:nvSpPr>
          <p:cNvPr id="3" name="Title 2">
            <a:extLst xmlns:a="http://schemas.openxmlformats.org/drawingml/2006/main">
              <a:ext uri="{FF2B5EF4-FFF2-40B4-BE49-F238E27FC236}">
                <a16:creationId xmlns:a16="http://schemas.microsoft.com/office/drawing/2014/main" id="{740F3D2B-DD8D-3718-AE06-7C8DDB64D815}"/>
              </a:ext>
            </a:extLst>
          </p:cNvPr>
          <p:cNvSpPr>
            <a:spLocks xmlns:a="http://schemas.openxmlformats.org/drawingml/2006/main" noGrp="1"/>
          </p:cNvSpPr>
          <p:nvPr>
            <p:ph type="title" idx="0"/>
          </p:nvPr>
        </p:nvSpPr>
        <p:spPr>
          <a:xfrm xmlns:a="http://schemas.openxmlformats.org/drawingml/2006/main">
            <a:off x="762000" y="2471026"/>
            <a:ext cx="3762466" cy="822960"/>
          </a:xfrm>
        </p:spPr>
        <p:txBody>
          <a:bodyPr xmlns:a="http://schemas.openxmlformats.org/drawingml/2006/main"/>
          <a:lstStyle xmlns:a="http://schemas.openxmlformats.org/drawingml/2006/main">
            <a:lvl1pPr>
              <a:buNone/>
              <a:defRPr b="1" i="0">
                <a:latin typeface="Oracle Sans Tab"/>
                <a:ea typeface="Oracle Sans Tab"/>
                <a:cs typeface="Oracle Sans Tab"/>
              </a:defRPr>
            </a:lvl1pPr>
          </a:lstStyle>
          <a:p xmlns:a="http://schemas.openxmlformats.org/drawingml/2006/main">
            <a:r>
              <a:t>Click to edit Master title style</a:t>
            </a:r>
          </a:p>
        </p:txBody>
      </p:sp>
      <p:sp>
        <p:nvSpPr>
          <p:cNvPr id="10" name="Text Placeholder 21">
            <a:extLst xmlns:a="http://schemas.openxmlformats.org/drawingml/2006/main">
              <a:ext uri="{FF2B5EF4-FFF2-40B4-BE49-F238E27FC236}">
                <a16:creationId xmlns:a16="http://schemas.microsoft.com/office/drawing/2014/main" id="{ADDF4B14-485E-2D9E-8017-8DBD76E5E0CC}"/>
              </a:ext>
            </a:extLst>
          </p:cNvPr>
          <p:cNvSpPr>
            <a:spLocks xmlns:a="http://schemas.openxmlformats.org/drawingml/2006/main" noGrp="1"/>
          </p:cNvSpPr>
          <p:nvPr>
            <p:ph type="body" idx="24" hasCustomPrompt="1"/>
          </p:nvPr>
        </p:nvSpPr>
        <p:spPr>
          <a:xfrm xmlns:a="http://schemas.openxmlformats.org/drawingml/2006/main">
            <a:off x="762000" y="3564014"/>
            <a:ext cx="3762466" cy="1228119"/>
          </a:xfrm>
          <a:prstGeom xmlns:a="http://schemas.openxmlformats.org/drawingml/2006/main" prst="rect">
            <a:avLst/>
          </a:prstGeom>
          <a:noFill xmlns:a="http://schemas.openxmlformats.org/drawingml/2006/main"/>
        </p:spPr>
        <p:txBody>
          <a:bodyPr xmlns:a="http://schemas.openxmlformats.org/drawingml/2006/main" lIns="0" tIns="0" rIns="0" bIns="0"/>
          <a:lstStyle xmlns:a="http://schemas.openxmlformats.org/drawingml/2006/main">
            <a:lvl1pPr algn="l">
              <a:lnSpc>
                <a:spcPct val="100000"/>
              </a:lnSpc>
              <a:spcBef>
                <a:spcPts val="0"/>
              </a:spcBef>
              <a:spcAft>
                <a:spcPts val="400"/>
              </a:spcAft>
              <a:buNone/>
              <a:defRPr sz="1400" b="0" i="0">
                <a:solidFill>
                  <a:schemeClr val="tx1"/>
                </a:solidFill>
                <a:latin typeface="Oracle Sans"/>
                <a:ea typeface="Oracle Sans"/>
                <a:cs typeface="Oracle Sans"/>
              </a:defRPr>
            </a:lvl1pPr>
          </a:lstStyle>
          <a:p xmlns:a="http://schemas.openxmlformats.org/drawingml/2006/main">
            <a:pPr>
              <a:buNone/>
            </a:pPr>
            <a:r>
              <a:t>Lorem ipsum </a:t>
            </a:r>
            <a:r>
              <a:t>dolor</a:t>
            </a:r>
            <a:r>
              <a:t> sit </a:t>
            </a:r>
            <a:r>
              <a:t>amet</a:t>
            </a:r>
            <a:r>
              <a:t>, </a:t>
            </a:r>
            <a:r>
              <a:t>consectetur</a:t>
            </a:r>
            <a:r>
              <a:t> </a:t>
            </a:r>
            <a:r>
              <a:t>adipiscing</a:t>
            </a:r>
            <a:r>
              <a:t> </a:t>
            </a:r>
            <a:r>
              <a:t>elit</a:t>
            </a:r>
            <a:r>
              <a:t>, </a:t>
            </a:r>
            <a:r>
              <a:t>sed</a:t>
            </a:r>
            <a:r>
              <a:t> do </a:t>
            </a:r>
            <a:r>
              <a:t>eiusmod</a:t>
            </a:r>
            <a:r>
              <a:t> </a:t>
            </a:r>
            <a:r>
              <a:t>tempor</a:t>
            </a:r>
            <a:r>
              <a:t> </a:t>
            </a:r>
            <a:r>
              <a:t>incididunt</a:t>
            </a:r>
            <a:r>
              <a:t> </a:t>
            </a:r>
            <a:r>
              <a:t>ut</a:t>
            </a:r>
            <a:r>
              <a:t> </a:t>
            </a:r>
            <a:r>
              <a:t>labore</a:t>
            </a:r>
            <a:r>
              <a:t> et dolore magna </a:t>
            </a:r>
            <a:r>
              <a:t>aliqua</a:t>
            </a:r>
            <a:r>
              <a:t>. </a:t>
            </a:r>
          </a:p>
        </p:txBody>
      </p:sp>
      <p:pic>
        <p:nvPicPr>
          <p:cNvPr id="11" name="Picture 10"/>
          <p:cNvPicPr>
            <a:picLocks xmlns:a="http://schemas.openxmlformats.org/drawingml/2006/main" noChangeAspect="1"/>
          </p:cNvPicPr>
          <p:nvPr/>
        </p:nvPicPr>
        <p:blipFill>
          <a:blip xmlns:r="http://schemas.openxmlformats.org/officeDocument/2006/relationships" xmlns:a="http://schemas.openxmlformats.org/drawingml/2006/main" r:embed="R3d57d93c593a416b"/>
          <a:stretch xmlns:a="http://schemas.openxmlformats.org/drawingml/2006/main">
            <a:fillRect l="0" t="0" r="0" b="0"/>
          </a:stretch>
        </p:blipFill>
        <p:spPr>
          <a:xfrm xmlns:a="http://schemas.openxmlformats.org/drawingml/2006/main">
            <a:off x="5364488" y="1417342"/>
            <a:ext cx="6249629" cy="270425"/>
          </a:xfrm>
          <a:prstGeom xmlns:a="http://schemas.openxmlformats.org/drawingml/2006/main" prst="rect">
            <a:avLst/>
          </a:prstGeom>
        </p:spPr>
      </p:pic>
      <p:sp>
        <p:nvSpPr>
          <p:cNvPr id="13" name="Picture Placeholder 21">
            <a:extLst xmlns:a="http://schemas.openxmlformats.org/drawingml/2006/main">
              <a:ext uri="{FF2B5EF4-FFF2-40B4-BE49-F238E27FC236}">
                <a16:creationId xmlns:a16="http://schemas.microsoft.com/office/drawing/2014/main" id="{A6B73051-9D1F-22B3-EB86-F2801CD8E323}"/>
              </a:ext>
            </a:extLst>
          </p:cNvPr>
          <p:cNvSpPr>
            <a:spLocks xmlns:a="http://schemas.openxmlformats.org/drawingml/2006/main" noGrp="1"/>
          </p:cNvSpPr>
          <p:nvPr>
            <p:ph type="pic" idx="38" hasCustomPrompt="1"/>
          </p:nvPr>
        </p:nvSpPr>
        <p:spPr>
          <a:xfrm xmlns:a="http://schemas.openxmlformats.org/drawingml/2006/main">
            <a:off x="5364488" y="1687766"/>
            <a:ext cx="6249629" cy="3763219"/>
          </a:xfrm>
        </p:spPr>
        <p:txBody>
          <a:bodyPr xmlns:a="http://schemas.openxmlformats.org/drawingml/2006/main" anchor="ctr"/>
          <a:lstStyle xmlns:a="http://schemas.openxmlformats.org/drawingml/2006/main">
            <a:lvl1pPr algn="ctr">
              <a:buNone/>
              <a:defRPr sz="1400"/>
            </a:lvl1pPr>
          </a:lstStyle>
          <a:p xmlns:a="http://schemas.openxmlformats.org/drawingml/2006/main">
            <a:r>
              <a:t>Click icon to add screenshot</a:t>
            </a:r>
          </a:p>
          <a:p xmlns:a="http://schemas.openxmlformats.org/drawingml/2006/main"/>
          <a:p xmlns:a="http://schemas.openxmlformats.org/drawingml/2006/main"/>
        </p:txBody>
      </p:sp>
      <p:sp>
        <p:nvSpPr>
          <p:cNvPr id="7" name="Date Placeholder 6">
            <a:extLst xmlns:a="http://schemas.openxmlformats.org/drawingml/2006/main">
              <a:ext uri="{FF2B5EF4-FFF2-40B4-BE49-F238E27FC236}">
                <a16:creationId xmlns:a16="http://schemas.microsoft.com/office/drawing/2014/main" id="{C7CE0BE4-93A5-DB1D-F47F-8A3A2340A22F}"/>
              </a:ext>
            </a:extLst>
          </p:cNvPr>
          <p:cNvSpPr>
            <a:spLocks xmlns:a="http://schemas.openxmlformats.org/drawingml/2006/main" noGrp="1"/>
          </p:cNvSpPr>
          <p:nvPr>
            <p:ph type="dt" idx="39"/>
          </p:nvPr>
        </p:nvSpPr>
        <p:spPr/>
        <p:txBody>
          <a:bodyPr xmlns:a="http://schemas.openxmlformats.org/drawingml/2006/main"/>
          <a:lstStyle xmlns:a="http://schemas.openxmlformats.org/drawingml/2006/main"/>
          <a:p xmlns:a="http://schemas.openxmlformats.org/drawingml/2006/main">
            <a:r>
              <a:t>[Date]</a:t>
            </a:r>
          </a:p>
        </p:txBody>
      </p:sp>
      <p:sp>
        <p:nvSpPr>
          <p:cNvPr id="12" name="Footer Placeholder 11">
            <a:extLst xmlns:a="http://schemas.openxmlformats.org/drawingml/2006/main">
              <a:ext uri="{FF2B5EF4-FFF2-40B4-BE49-F238E27FC236}">
                <a16:creationId xmlns:a16="http://schemas.microsoft.com/office/drawing/2014/main" id="{F4DE5ABA-CB53-FC70-E369-02BB4F0011F3}"/>
              </a:ext>
            </a:extLst>
          </p:cNvPr>
          <p:cNvSpPr>
            <a:spLocks xmlns:a="http://schemas.openxmlformats.org/drawingml/2006/main" noGrp="1"/>
          </p:cNvSpPr>
          <p:nvPr>
            <p:ph type="ftr" idx="40"/>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14" name="Slide Number Placeholder 13">
            <a:extLst xmlns:a="http://schemas.openxmlformats.org/drawingml/2006/main">
              <a:ext uri="{FF2B5EF4-FFF2-40B4-BE49-F238E27FC236}">
                <a16:creationId xmlns:a16="http://schemas.microsoft.com/office/drawing/2014/main" id="{2B4CB10F-2F28-72DD-7A36-3E77E3918A99}"/>
              </a:ext>
            </a:extLst>
          </p:cNvPr>
          <p:cNvSpPr>
            <a:spLocks xmlns:a="http://schemas.openxmlformats.org/drawingml/2006/main" noGrp="1"/>
          </p:cNvSpPr>
          <p:nvPr>
            <p:ph type="sldNum" idx="41"/>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100.xml><?xml version="1.0" encoding="utf-8"?>
<p:sldLayout xmlns:p="http://schemas.openxmlformats.org/presentationml/2006/main" userDrawn="1">
  <p:cSld name="Light - Story with quote, and image">
    <p:bg>
      <p:bgRef idx="1001">
        <a:schemeClr xmlns:a="http://schemas.openxmlformats.org/drawingml/2006/main" val="bg2"/>
      </p:bgRef>
    </p:bg>
    <p:spTree>
      <p:nvGrpSpPr>
        <p:cNvPr id="1" name=""/>
        <p:cNvGrpSpPr/>
        <p:nvPr/>
      </p:nvGrpSpPr>
      <p:grpSpPr>
        <a:xfrm xmlns:a="http://schemas.openxmlformats.org/drawingml/2006/main"/>
      </p:grpSpPr>
      <p:sp>
        <p:nvSpPr>
          <p:cNvPr id="43" name="Title 1">
            <a:extLst xmlns:a="http://schemas.openxmlformats.org/drawingml/2006/main">
              <a:ext uri="{FF2B5EF4-FFF2-40B4-BE49-F238E27FC236}">
                <a16:creationId xmlns:a16="http://schemas.microsoft.com/office/drawing/2014/main" id="{74151B34-23FE-44F5-A716-0730CC7BA85D}"/>
              </a:ext>
            </a:extLst>
          </p:cNvPr>
          <p:cNvSpPr>
            <a:spLocks xmlns:a="http://schemas.openxmlformats.org/drawingml/2006/main" noGrp="1"/>
          </p:cNvSpPr>
          <p:nvPr>
            <p:ph type="title" idx="0" hasCustomPrompt="1"/>
          </p:nvPr>
        </p:nvSpPr>
        <p:spPr>
          <a:xfrm xmlns:a="http://schemas.openxmlformats.org/drawingml/2006/main">
            <a:off x="762000" y="1274060"/>
            <a:ext cx="4744029" cy="822960"/>
          </a:xfrm>
        </p:spPr>
        <p:txBody>
          <a:bodyPr xmlns:a="http://schemas.openxmlformats.org/drawingml/2006/main"/>
          <a:lstStyle xmlns:a="http://schemas.openxmlformats.org/drawingml/2006/main">
            <a:lvl1pPr>
              <a:buNone/>
              <a:defRPr>
                <a:solidFill>
                  <a:schemeClr val="tx1"/>
                </a:solidFill>
                <a:latin typeface="+mn-lt"/>
                <a:ea typeface="+mn-lt"/>
                <a:cs typeface="+mn-lt"/>
              </a:defRPr>
            </a:lvl1pPr>
          </a:lstStyle>
          <a:p xmlns:a="http://schemas.openxmlformats.org/drawingml/2006/main">
            <a:r>
              <a:t>Click to edit title text styles</a:t>
            </a:r>
          </a:p>
        </p:txBody>
      </p:sp>
      <p:sp>
        <p:nvSpPr>
          <p:cNvPr id="2" name="Rectangle 1">
            <a:extLst xmlns:a="http://schemas.openxmlformats.org/drawingml/2006/main">
              <a:ext uri="{FF2B5EF4-FFF2-40B4-BE49-F238E27FC236}">
                <a16:creationId xmlns:a16="http://schemas.microsoft.com/office/drawing/2014/main" id="{848688E9-F02D-F34B-A466-BC7C5A6028DB}"/>
              </a:ext>
            </a:extLst>
          </p:cNvPr>
          <p:cNvSpPr>
            <a:spLocks xmlns:a="http://schemas.openxmlformats.org/drawingml/2006/main" noGrp="1"/>
          </p:cNvSpPr>
          <p:nvPr/>
        </p:nvSpPr>
        <p:spPr>
          <a:xfrm xmlns:a="http://schemas.openxmlformats.org/drawingml/2006/main">
            <a:off x="6096000" y="3429000"/>
            <a:ext cx="6096000" cy="3429000"/>
          </a:xfrm>
          <a:prstGeom xmlns:a="http://schemas.openxmlformats.org/drawingml/2006/main" prst="rect">
            <a:avLst/>
          </a:prstGeom>
          <a:solidFill xmlns:a="http://schemas.openxmlformats.org/drawingml/2006/main">
            <a:srgbClr val="F1EFED"/>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9" name="Content Placeholder 7">
            <a:extLst xmlns:a="http://schemas.openxmlformats.org/drawingml/2006/main">
              <a:ext uri="{FF2B5EF4-FFF2-40B4-BE49-F238E27FC236}">
                <a16:creationId xmlns:a16="http://schemas.microsoft.com/office/drawing/2014/main" id="{167FC9A2-EA1C-47AA-8CD1-519F2B2BA1D5}"/>
              </a:ext>
            </a:extLst>
          </p:cNvPr>
          <p:cNvSpPr>
            <a:spLocks xmlns:a="http://schemas.openxmlformats.org/drawingml/2006/main" noGrp="1"/>
          </p:cNvSpPr>
          <p:nvPr>
            <p:ph idx="28" hasCustomPrompt="1"/>
          </p:nvPr>
        </p:nvSpPr>
        <p:spPr>
          <a:xfrm xmlns:a="http://schemas.openxmlformats.org/drawingml/2006/main">
            <a:off x="761999" y="178676"/>
            <a:ext cx="2504420" cy="819258"/>
          </a:xfrm>
        </p:spPr>
        <p:txBody>
          <a:bodyPr xmlns:a="http://schemas.openxmlformats.org/drawingml/2006/main"/>
          <a:lstStyle xmlns:a="http://schemas.openxmlformats.org/drawingml/2006/main">
            <a:lvl1pPr>
              <a:buNone/>
              <a:defRPr sz="800">
                <a:latin typeface="Oracle Sans Light"/>
                <a:ea typeface="Oracle Sans Light"/>
                <a:cs typeface="Oracle Sans Light"/>
              </a:defRPr>
            </a:lvl1pPr>
          </a:lstStyle>
          <a:p xmlns:a="http://schemas.openxmlformats.org/drawingml/2006/main">
            <a:pPr>
              <a:buNone/>
            </a:pPr>
            <a:r>
              <a:t>Click to insert partner logo</a:t>
            </a:r>
          </a:p>
        </p:txBody>
      </p:sp>
      <p:sp>
        <p:nvSpPr>
          <p:cNvPr id="23" name="Text Placeholder 3">
            <a:extLst xmlns:a="http://schemas.openxmlformats.org/drawingml/2006/main">
              <a:ext uri="{FF2B5EF4-FFF2-40B4-BE49-F238E27FC236}">
                <a16:creationId xmlns:a16="http://schemas.microsoft.com/office/drawing/2014/main" id="{B544B384-379B-D246-825E-82D80E47CA83}"/>
              </a:ext>
            </a:extLst>
          </p:cNvPr>
          <p:cNvSpPr>
            <a:spLocks xmlns:a="http://schemas.openxmlformats.org/drawingml/2006/main" noGrp="1"/>
          </p:cNvSpPr>
          <p:nvPr>
            <p:ph type="body" idx="20" hasCustomPrompt="1"/>
          </p:nvPr>
        </p:nvSpPr>
        <p:spPr>
          <a:xfrm xmlns:a="http://schemas.openxmlformats.org/drawingml/2006/main">
            <a:off x="6781820" y="3870511"/>
            <a:ext cx="4838705" cy="1358116"/>
          </a:xfrm>
        </p:spPr>
        <p:txBody>
          <a:bodyPr xmlns:a="http://schemas.openxmlformats.org/drawingml/2006/main"/>
          <a:lstStyle xmlns:a="http://schemas.openxmlformats.org/drawingml/2006/main">
            <a:lvl1pPr>
              <a:buNone/>
              <a:defRPr sz="1800">
                <a:solidFill>
                  <a:schemeClr val="tx1"/>
                </a:solidFill>
                <a:latin typeface="Georgia"/>
                <a:ea typeface="Georgia"/>
                <a:cs typeface="Georgia"/>
              </a:defRPr>
            </a:lvl1pPr>
          </a:lstStyle>
          <a:p xmlns:a="http://schemas.openxmlformats.org/drawingml/2006/main">
            <a:pPr>
              <a:buNone/>
            </a:pPr>
            <a:r>
              <a:t>“Quote goes up here.</a:t>
            </a:r>
            <a:r>
              <a:t> Lorem ipsum </a:t>
            </a:r>
            <a:r>
              <a:t>dolor</a:t>
            </a:r>
            <a:r>
              <a:t> sit </a:t>
            </a:r>
            <a:r>
              <a:t>amet</a:t>
            </a:r>
            <a:r>
              <a:t>, </a:t>
            </a:r>
            <a:r>
              <a:t>consectetur</a:t>
            </a:r>
            <a:r>
              <a:t> </a:t>
            </a:r>
            <a:r>
              <a:t>adipiscing</a:t>
            </a:r>
            <a:r>
              <a:t> </a:t>
            </a:r>
            <a:r>
              <a:t>elit</a:t>
            </a:r>
            <a:r>
              <a:t>, </a:t>
            </a:r>
            <a:r>
              <a:t>sed</a:t>
            </a:r>
            <a:r>
              <a:t> do </a:t>
            </a:r>
            <a:r>
              <a:t>eiusmod</a:t>
            </a:r>
            <a:r>
              <a:t> </a:t>
            </a:r>
            <a:r>
              <a:t>tempor</a:t>
            </a:r>
            <a:r>
              <a:t> </a:t>
            </a:r>
            <a:r>
              <a:t>incididunt</a:t>
            </a:r>
            <a:r>
              <a:t> </a:t>
            </a:r>
            <a:r>
              <a:t>ut</a:t>
            </a:r>
            <a:r>
              <a:t> </a:t>
            </a:r>
            <a:r>
              <a:t>labore</a:t>
            </a:r>
            <a:r>
              <a:t> et dolore magna </a:t>
            </a:r>
            <a:r>
              <a:t>aliqua</a:t>
            </a:r>
            <a:r>
              <a:t>. Ut </a:t>
            </a:r>
            <a:r>
              <a:t>enim</a:t>
            </a:r>
            <a:r>
              <a:t> ad minim </a:t>
            </a:r>
            <a:r>
              <a:t>veniam</a:t>
            </a:r>
            <a:r>
              <a:t>, </a:t>
            </a:r>
            <a:r>
              <a:t>quis</a:t>
            </a:r>
            <a:r>
              <a:t> </a:t>
            </a:r>
            <a:r>
              <a:t>nostrud</a:t>
            </a:r>
            <a:r>
              <a:t> exercitation </a:t>
            </a:r>
            <a:r>
              <a:t>ullamco</a:t>
            </a:r>
            <a:r>
              <a:t>.”</a:t>
            </a:r>
          </a:p>
        </p:txBody>
      </p:sp>
      <p:sp>
        <p:nvSpPr>
          <p:cNvPr id="18" name="Text Placeholder 3">
            <a:extLst xmlns:a="http://schemas.openxmlformats.org/drawingml/2006/main">
              <a:ext uri="{FF2B5EF4-FFF2-40B4-BE49-F238E27FC236}">
                <a16:creationId xmlns:a16="http://schemas.microsoft.com/office/drawing/2014/main" id="{124E7EE1-1F21-A94B-BD4C-80D5579EA0D8}"/>
              </a:ext>
            </a:extLst>
          </p:cNvPr>
          <p:cNvSpPr>
            <a:spLocks xmlns:a="http://schemas.openxmlformats.org/drawingml/2006/main" noGrp="1"/>
          </p:cNvSpPr>
          <p:nvPr>
            <p:ph type="body" idx="21" hasCustomPrompt="1"/>
          </p:nvPr>
        </p:nvSpPr>
        <p:spPr>
          <a:xfrm xmlns:a="http://schemas.openxmlformats.org/drawingml/2006/main">
            <a:off x="6781820" y="5608955"/>
            <a:ext cx="4838705" cy="269769"/>
          </a:xfrm>
        </p:spPr>
        <p:txBody>
          <a:bodyPr xmlns:a="http://schemas.openxmlformats.org/drawingml/2006/main" anchor="ctr"/>
          <a:lstStyle xmlns:a="http://schemas.openxmlformats.org/drawingml/2006/main">
            <a:lvl1pPr>
              <a:buNone/>
              <a:defRPr sz="1200" b="1" i="0">
                <a:solidFill>
                  <a:schemeClr val="tx1"/>
                </a:solidFill>
                <a:latin typeface="Oracle Sans"/>
                <a:ea typeface="Oracle Sans"/>
                <a:cs typeface="Oracle Sans"/>
              </a:defRPr>
            </a:lvl1pPr>
          </a:lstStyle>
          <a:p xmlns:a="http://schemas.openxmlformats.org/drawingml/2006/main">
            <a:pPr>
              <a:buNone/>
            </a:pPr>
            <a:r>
              <a:t>Person name</a:t>
            </a:r>
          </a:p>
        </p:txBody>
      </p:sp>
      <p:sp>
        <p:nvSpPr>
          <p:cNvPr id="19" name="Text Placeholder 3">
            <a:extLst xmlns:a="http://schemas.openxmlformats.org/drawingml/2006/main">
              <a:ext uri="{FF2B5EF4-FFF2-40B4-BE49-F238E27FC236}">
                <a16:creationId xmlns:a16="http://schemas.microsoft.com/office/drawing/2014/main" id="{EECEA0F4-62BE-D045-9B17-E8A1B43697E5}"/>
              </a:ext>
            </a:extLst>
          </p:cNvPr>
          <p:cNvSpPr>
            <a:spLocks xmlns:a="http://schemas.openxmlformats.org/drawingml/2006/main" noGrp="1"/>
          </p:cNvSpPr>
          <p:nvPr>
            <p:ph type="body" idx="22" hasCustomPrompt="1"/>
          </p:nvPr>
        </p:nvSpPr>
        <p:spPr>
          <a:xfrm xmlns:a="http://schemas.openxmlformats.org/drawingml/2006/main">
            <a:off x="6781819" y="5938133"/>
            <a:ext cx="4838705" cy="269769"/>
          </a:xfrm>
        </p:spPr>
        <p:txBody>
          <a:bodyPr xmlns:a="http://schemas.openxmlformats.org/drawingml/2006/main" anchor="ctr"/>
          <a:lstStyle xmlns:a="http://schemas.openxmlformats.org/drawingml/2006/main">
            <a:lvl1pPr>
              <a:buNone/>
              <a:defRPr sz="1200" b="0" i="0">
                <a:solidFill>
                  <a:schemeClr val="tx1"/>
                </a:solidFill>
                <a:latin typeface="Oracle Sans"/>
                <a:ea typeface="Oracle Sans"/>
                <a:cs typeface="Oracle Sans"/>
              </a:defRPr>
            </a:lvl1pPr>
          </a:lstStyle>
          <a:p xmlns:a="http://schemas.openxmlformats.org/drawingml/2006/main">
            <a:pPr>
              <a:buNone/>
            </a:pPr>
            <a:r>
              <a:t>Company name</a:t>
            </a:r>
          </a:p>
        </p:txBody>
      </p:sp>
      <p:sp>
        <p:nvSpPr>
          <p:cNvPr id="20" name="Text Placeholder 21">
            <a:extLst xmlns:a="http://schemas.openxmlformats.org/drawingml/2006/main">
              <a:ext uri="{FF2B5EF4-FFF2-40B4-BE49-F238E27FC236}">
                <a16:creationId xmlns:a16="http://schemas.microsoft.com/office/drawing/2014/main" id="{4C14E915-6287-F5A1-E319-1E5C8629A05F}"/>
              </a:ext>
            </a:extLst>
          </p:cNvPr>
          <p:cNvSpPr>
            <a:spLocks xmlns:a="http://schemas.openxmlformats.org/drawingml/2006/main" noGrp="1"/>
          </p:cNvSpPr>
          <p:nvPr>
            <p:ph type="body" idx="32" hasCustomPrompt="1"/>
          </p:nvPr>
        </p:nvSpPr>
        <p:spPr>
          <a:xfrm xmlns:a="http://schemas.openxmlformats.org/drawingml/2006/main">
            <a:off x="770368" y="2436573"/>
            <a:ext cx="4764024" cy="274320"/>
          </a:xfrm>
          <a:prstGeom xmlns:a="http://schemas.openxmlformats.org/drawingml/2006/main" prst="rect">
            <a:avLst/>
          </a:prstGeom>
        </p:spPr>
        <p:txBody>
          <a:bodyPr xmlns:a="http://schemas.openxmlformats.org/drawingml/2006/main" lIns="0" tIns="0" rIns="0" bIns="0" anchor="ctr"/>
          <a:lstStyle xmlns:a="http://schemas.openxmlformats.org/drawingml/2006/main">
            <a:lvl1pPr marL="0" indent="0" algn="l">
              <a:lnSpc>
                <a:spcPct val="100000"/>
              </a:lnSpc>
              <a:spcAft>
                <a:spcPts val="600"/>
              </a:spcAft>
              <a:buNone/>
              <a:defRPr sz="1400" b="1" i="0">
                <a:solidFill>
                  <a:schemeClr val="tx1"/>
                </a:solidFill>
                <a:latin typeface="Oracle Sans Tab"/>
                <a:ea typeface="Oracle Sans Tab"/>
                <a:cs typeface="Oracle Sans Tab"/>
              </a:defRPr>
            </a:lvl1pPr>
          </a:lstStyle>
          <a:p xmlns:a="http://schemas.openxmlformats.org/drawingml/2006/main">
            <a:pPr>
              <a:buNone/>
            </a:pPr>
            <a:r>
              <a:t>Business challenges</a:t>
            </a:r>
          </a:p>
        </p:txBody>
      </p:sp>
      <p:sp>
        <p:nvSpPr>
          <p:cNvPr id="21" name="Text Placeholder 19">
            <a:extLst xmlns:a="http://schemas.openxmlformats.org/drawingml/2006/main">
              <a:ext uri="{FF2B5EF4-FFF2-40B4-BE49-F238E27FC236}">
                <a16:creationId xmlns:a16="http://schemas.microsoft.com/office/drawing/2014/main" id="{F78AAD0E-863E-A8EC-378E-CA7D3BEDF692}"/>
              </a:ext>
            </a:extLst>
          </p:cNvPr>
          <p:cNvSpPr>
            <a:spLocks xmlns:a="http://schemas.openxmlformats.org/drawingml/2006/main" noGrp="1"/>
          </p:cNvSpPr>
          <p:nvPr>
            <p:ph type="body" idx="44"/>
          </p:nvPr>
        </p:nvSpPr>
        <p:spPr>
          <a:xfrm xmlns:a="http://schemas.openxmlformats.org/drawingml/2006/main">
            <a:off x="768875" y="2780015"/>
            <a:ext cx="4764024" cy="457200"/>
          </a:xfrm>
        </p:spPr>
        <p:txBody>
          <a:bodyPr xmlns:a="http://schemas.openxmlformats.org/drawingml/2006/main"/>
          <a:lstStyle xmlns:a="http://schemas.openxmlformats.org/drawingml/2006/main">
            <a:lvl1pPr>
              <a:lnSpc>
                <a:spcPct val="100000"/>
              </a:lnSpc>
              <a:buNone/>
              <a:defRPr sz="1200" b="0" i="0">
                <a:latin typeface="Oracle Sans Tab"/>
                <a:ea typeface="Oracle Sans Tab"/>
                <a:cs typeface="Oracle Sans Tab"/>
              </a:defRPr>
            </a:lvl1pPr>
            <a:lvl2pPr>
              <a:lnSpc>
                <a:spcPct val="100000"/>
              </a:lnSpc>
              <a:buNone/>
              <a:defRPr sz="1200" b="0" i="0">
                <a:latin typeface="Oracle Sans Tab"/>
                <a:ea typeface="Oracle Sans Tab"/>
                <a:cs typeface="Oracle Sans Tab"/>
              </a:defRPr>
            </a:lvl2pPr>
          </a:lstStyle>
          <a:p xmlns:a="http://schemas.openxmlformats.org/drawingml/2006/main">
            <a:pPr>
              <a:buNone/>
            </a:pPr>
            <a:r>
              <a:t>Click to edit Master text styles</a:t>
            </a:r>
          </a:p>
          <a:p xmlns:a="http://schemas.openxmlformats.org/drawingml/2006/main">
            <a:pPr>
              <a:buNone/>
            </a:pPr>
            <a:r>
              <a:t>Second level</a:t>
            </a:r>
          </a:p>
        </p:txBody>
      </p:sp>
      <p:sp>
        <p:nvSpPr>
          <p:cNvPr id="24" name="Text Placeholder 21">
            <a:extLst xmlns:a="http://schemas.openxmlformats.org/drawingml/2006/main">
              <a:ext uri="{FF2B5EF4-FFF2-40B4-BE49-F238E27FC236}">
                <a16:creationId xmlns:a16="http://schemas.microsoft.com/office/drawing/2014/main" id="{C0BA352F-F67A-5E33-FBD8-084FF44A0F3F}"/>
              </a:ext>
            </a:extLst>
          </p:cNvPr>
          <p:cNvSpPr>
            <a:spLocks xmlns:a="http://schemas.openxmlformats.org/drawingml/2006/main" noGrp="1"/>
          </p:cNvSpPr>
          <p:nvPr>
            <p:ph type="body" idx="38" hasCustomPrompt="1"/>
          </p:nvPr>
        </p:nvSpPr>
        <p:spPr>
          <a:xfrm xmlns:a="http://schemas.openxmlformats.org/drawingml/2006/main">
            <a:off x="770368" y="3533895"/>
            <a:ext cx="4762532" cy="274320"/>
          </a:xfrm>
          <a:prstGeom xmlns:a="http://schemas.openxmlformats.org/drawingml/2006/main" prst="rect">
            <a:avLst/>
          </a:prstGeom>
        </p:spPr>
        <p:txBody>
          <a:bodyPr xmlns:a="http://schemas.openxmlformats.org/drawingml/2006/main" lIns="0" tIns="0" rIns="0" bIns="0" anchor="ctr"/>
          <a:lstStyle xmlns:a="http://schemas.openxmlformats.org/drawingml/2006/main">
            <a:lvl1pPr marL="0" indent="0" algn="l">
              <a:lnSpc>
                <a:spcPct val="100000"/>
              </a:lnSpc>
              <a:spcAft>
                <a:spcPts val="600"/>
              </a:spcAft>
              <a:buNone/>
              <a:defRPr sz="1400" b="1" i="0">
                <a:solidFill>
                  <a:schemeClr val="tx1"/>
                </a:solidFill>
                <a:latin typeface="Oracle Sans Tab"/>
                <a:ea typeface="Oracle Sans Tab"/>
                <a:cs typeface="Oracle Sans Tab"/>
              </a:defRPr>
            </a:lvl1pPr>
          </a:lstStyle>
          <a:p xmlns:a="http://schemas.openxmlformats.org/drawingml/2006/main">
            <a:pPr>
              <a:buNone/>
            </a:pPr>
            <a:r>
              <a:t>Why Oracle</a:t>
            </a:r>
          </a:p>
        </p:txBody>
      </p:sp>
      <p:sp>
        <p:nvSpPr>
          <p:cNvPr id="25" name="Text Placeholder 19">
            <a:extLst xmlns:a="http://schemas.openxmlformats.org/drawingml/2006/main">
              <a:ext uri="{FF2B5EF4-FFF2-40B4-BE49-F238E27FC236}">
                <a16:creationId xmlns:a16="http://schemas.microsoft.com/office/drawing/2014/main" id="{97385F7D-6D1D-86CA-110E-A65805CE4790}"/>
              </a:ext>
            </a:extLst>
          </p:cNvPr>
          <p:cNvSpPr>
            <a:spLocks xmlns:a="http://schemas.openxmlformats.org/drawingml/2006/main" noGrp="1"/>
          </p:cNvSpPr>
          <p:nvPr>
            <p:ph type="body" idx="45"/>
          </p:nvPr>
        </p:nvSpPr>
        <p:spPr>
          <a:xfrm xmlns:a="http://schemas.openxmlformats.org/drawingml/2006/main">
            <a:off x="768875" y="3878228"/>
            <a:ext cx="4764024" cy="457200"/>
          </a:xfrm>
        </p:spPr>
        <p:txBody>
          <a:bodyPr xmlns:a="http://schemas.openxmlformats.org/drawingml/2006/main"/>
          <a:lstStyle xmlns:a="http://schemas.openxmlformats.org/drawingml/2006/main">
            <a:lvl1pPr>
              <a:lnSpc>
                <a:spcPct val="100000"/>
              </a:lnSpc>
              <a:buNone/>
              <a:defRPr sz="1200" b="0" i="0">
                <a:latin typeface="Oracle Sans Tab"/>
                <a:ea typeface="Oracle Sans Tab"/>
                <a:cs typeface="Oracle Sans Tab"/>
              </a:defRPr>
            </a:lvl1pPr>
            <a:lvl2pPr>
              <a:lnSpc>
                <a:spcPct val="100000"/>
              </a:lnSpc>
              <a:buNone/>
              <a:defRPr sz="1200" b="0" i="0">
                <a:latin typeface="Oracle Sans Tab"/>
                <a:ea typeface="Oracle Sans Tab"/>
                <a:cs typeface="Oracle Sans Tab"/>
              </a:defRPr>
            </a:lvl2pPr>
          </a:lstStyle>
          <a:p xmlns:a="http://schemas.openxmlformats.org/drawingml/2006/main">
            <a:pPr>
              <a:buNone/>
            </a:pPr>
            <a:r>
              <a:t>Click to edit Master text styles</a:t>
            </a:r>
          </a:p>
          <a:p xmlns:a="http://schemas.openxmlformats.org/drawingml/2006/main">
            <a:pPr>
              <a:buNone/>
            </a:pPr>
            <a:r>
              <a:t>Second level</a:t>
            </a:r>
          </a:p>
        </p:txBody>
      </p:sp>
      <p:sp>
        <p:nvSpPr>
          <p:cNvPr id="26" name="Text Placeholder 21">
            <a:extLst xmlns:a="http://schemas.openxmlformats.org/drawingml/2006/main">
              <a:ext uri="{FF2B5EF4-FFF2-40B4-BE49-F238E27FC236}">
                <a16:creationId xmlns:a16="http://schemas.microsoft.com/office/drawing/2014/main" id="{FCE282E2-5D44-8D75-1898-6AEA0F8C1C09}"/>
              </a:ext>
            </a:extLst>
          </p:cNvPr>
          <p:cNvSpPr>
            <a:spLocks xmlns:a="http://schemas.openxmlformats.org/drawingml/2006/main" noGrp="1"/>
          </p:cNvSpPr>
          <p:nvPr>
            <p:ph type="body" idx="46" hasCustomPrompt="1"/>
          </p:nvPr>
        </p:nvSpPr>
        <p:spPr>
          <a:xfrm xmlns:a="http://schemas.openxmlformats.org/drawingml/2006/main">
            <a:off x="770367" y="4635913"/>
            <a:ext cx="4762532" cy="274320"/>
          </a:xfrm>
          <a:prstGeom xmlns:a="http://schemas.openxmlformats.org/drawingml/2006/main" prst="rect">
            <a:avLst/>
          </a:prstGeom>
        </p:spPr>
        <p:txBody>
          <a:bodyPr xmlns:a="http://schemas.openxmlformats.org/drawingml/2006/main" lIns="0" tIns="0" rIns="0" bIns="0" anchor="ctr"/>
          <a:lstStyle xmlns:a="http://schemas.openxmlformats.org/drawingml/2006/main">
            <a:lvl1pPr marL="0" indent="0" algn="l">
              <a:lnSpc>
                <a:spcPct val="100000"/>
              </a:lnSpc>
              <a:spcAft>
                <a:spcPts val="600"/>
              </a:spcAft>
              <a:buNone/>
              <a:defRPr sz="1400" b="1" i="0">
                <a:solidFill>
                  <a:schemeClr val="tx1"/>
                </a:solidFill>
                <a:latin typeface="Oracle Sans Tab"/>
                <a:ea typeface="Oracle Sans Tab"/>
                <a:cs typeface="Oracle Sans Tab"/>
              </a:defRPr>
            </a:lvl1pPr>
          </a:lstStyle>
          <a:p xmlns:a="http://schemas.openxmlformats.org/drawingml/2006/main">
            <a:pPr>
              <a:buNone/>
            </a:pPr>
            <a:r>
              <a:t>Result</a:t>
            </a:r>
          </a:p>
        </p:txBody>
      </p:sp>
      <p:sp>
        <p:nvSpPr>
          <p:cNvPr id="32" name="Text Placeholder 19">
            <a:extLst xmlns:a="http://schemas.openxmlformats.org/drawingml/2006/main">
              <a:ext uri="{FF2B5EF4-FFF2-40B4-BE49-F238E27FC236}">
                <a16:creationId xmlns:a16="http://schemas.microsoft.com/office/drawing/2014/main" id="{78684B9E-4AF4-B988-B9FA-63EF07B490FD}"/>
              </a:ext>
            </a:extLst>
          </p:cNvPr>
          <p:cNvSpPr>
            <a:spLocks xmlns:a="http://schemas.openxmlformats.org/drawingml/2006/main" noGrp="1"/>
          </p:cNvSpPr>
          <p:nvPr>
            <p:ph type="body" idx="47" hasCustomPrompt="1"/>
          </p:nvPr>
        </p:nvSpPr>
        <p:spPr>
          <a:xfrm xmlns:a="http://schemas.openxmlformats.org/drawingml/2006/main">
            <a:off x="768875" y="5010631"/>
            <a:ext cx="2258104" cy="304127"/>
          </a:xfrm>
        </p:spPr>
        <p:txBody>
          <a:bodyPr xmlns:a="http://schemas.openxmlformats.org/drawingml/2006/main" anchor="b"/>
          <a:lstStyle xmlns:a="http://schemas.openxmlformats.org/drawingml/2006/main">
            <a:lvl1pPr>
              <a:lnSpc>
                <a:spcPct val="100000"/>
              </a:lnSpc>
              <a:buNone/>
              <a:defRPr sz="1200" b="1" i="0">
                <a:latin typeface="Oracle Sans Tab"/>
                <a:ea typeface="Oracle Sans Tab"/>
                <a:cs typeface="Oracle Sans Tab"/>
              </a:defRPr>
            </a:lvl1pPr>
            <a:lvl2pPr>
              <a:lnSpc>
                <a:spcPct val="100000"/>
              </a:lnSpc>
              <a:buNone/>
              <a:defRPr sz="1200" b="0" i="0">
                <a:latin typeface="Oracle Sans Tab"/>
                <a:ea typeface="Oracle Sans Tab"/>
                <a:cs typeface="Oracle Sans Tab"/>
              </a:defRPr>
            </a:lvl2pPr>
          </a:lstStyle>
          <a:p xmlns:a="http://schemas.openxmlformats.org/drawingml/2006/main">
            <a:pPr>
              <a:buNone/>
            </a:pPr>
            <a:r>
              <a:t>Result 1</a:t>
            </a:r>
          </a:p>
        </p:txBody>
      </p:sp>
      <p:sp>
        <p:nvSpPr>
          <p:cNvPr id="36" name="Text Placeholder 19">
            <a:extLst xmlns:a="http://schemas.openxmlformats.org/drawingml/2006/main">
              <a:ext uri="{FF2B5EF4-FFF2-40B4-BE49-F238E27FC236}">
                <a16:creationId xmlns:a16="http://schemas.microsoft.com/office/drawing/2014/main" id="{8E8CD5E9-9DB1-7D4C-37D6-37209F082819}"/>
              </a:ext>
            </a:extLst>
          </p:cNvPr>
          <p:cNvSpPr>
            <a:spLocks xmlns:a="http://schemas.openxmlformats.org/drawingml/2006/main" noGrp="1"/>
          </p:cNvSpPr>
          <p:nvPr>
            <p:ph type="body" idx="50"/>
          </p:nvPr>
        </p:nvSpPr>
        <p:spPr>
          <a:xfrm xmlns:a="http://schemas.openxmlformats.org/drawingml/2006/main">
            <a:off x="768875" y="5354986"/>
            <a:ext cx="2258104" cy="618248"/>
          </a:xfrm>
        </p:spPr>
        <p:txBody>
          <a:bodyPr xmlns:a="http://schemas.openxmlformats.org/drawingml/2006/main"/>
          <a:lstStyle xmlns:a="http://schemas.openxmlformats.org/drawingml/2006/main">
            <a:lvl1pPr>
              <a:lnSpc>
                <a:spcPct val="100000"/>
              </a:lnSpc>
              <a:buNone/>
              <a:defRPr sz="1200" b="0" i="0">
                <a:latin typeface="Oracle Sans Tab"/>
                <a:ea typeface="Oracle Sans Tab"/>
                <a:cs typeface="Oracle Sans Tab"/>
              </a:defRPr>
            </a:lvl1pPr>
            <a:lvl2pPr>
              <a:lnSpc>
                <a:spcPct val="100000"/>
              </a:lnSpc>
              <a:buNone/>
              <a:defRPr sz="1200" b="0" i="0">
                <a:latin typeface="Oracle Sans Tab"/>
                <a:ea typeface="Oracle Sans Tab"/>
                <a:cs typeface="Oracle Sans Tab"/>
              </a:defRPr>
            </a:lvl2pPr>
          </a:lstStyle>
          <a:p xmlns:a="http://schemas.openxmlformats.org/drawingml/2006/main">
            <a:pPr>
              <a:buNone/>
            </a:pPr>
            <a:r>
              <a:t>Click to edit Master text styles</a:t>
            </a:r>
          </a:p>
          <a:p xmlns:a="http://schemas.openxmlformats.org/drawingml/2006/main">
            <a:pPr>
              <a:buNone/>
            </a:pPr>
            <a:r>
              <a:t>Second level</a:t>
            </a:r>
          </a:p>
        </p:txBody>
      </p:sp>
      <p:sp>
        <p:nvSpPr>
          <p:cNvPr id="41" name="Text Placeholder 19">
            <a:extLst xmlns:a="http://schemas.openxmlformats.org/drawingml/2006/main">
              <a:ext uri="{FF2B5EF4-FFF2-40B4-BE49-F238E27FC236}">
                <a16:creationId xmlns:a16="http://schemas.microsoft.com/office/drawing/2014/main" id="{EBB6E9E6-28D8-BBCA-0BB7-15E4DEB80D17}"/>
              </a:ext>
            </a:extLst>
          </p:cNvPr>
          <p:cNvSpPr>
            <a:spLocks xmlns:a="http://schemas.openxmlformats.org/drawingml/2006/main" noGrp="1"/>
          </p:cNvSpPr>
          <p:nvPr>
            <p:ph type="body" idx="51" hasCustomPrompt="1"/>
          </p:nvPr>
        </p:nvSpPr>
        <p:spPr>
          <a:xfrm xmlns:a="http://schemas.openxmlformats.org/drawingml/2006/main">
            <a:off x="3274795" y="5015715"/>
            <a:ext cx="2258104" cy="304127"/>
          </a:xfrm>
        </p:spPr>
        <p:txBody>
          <a:bodyPr xmlns:a="http://schemas.openxmlformats.org/drawingml/2006/main" anchor="b"/>
          <a:lstStyle xmlns:a="http://schemas.openxmlformats.org/drawingml/2006/main">
            <a:lvl1pPr>
              <a:lnSpc>
                <a:spcPct val="100000"/>
              </a:lnSpc>
              <a:buNone/>
              <a:defRPr sz="1200" b="1" i="0">
                <a:latin typeface="Oracle Sans Tab"/>
                <a:ea typeface="Oracle Sans Tab"/>
                <a:cs typeface="Oracle Sans Tab"/>
              </a:defRPr>
            </a:lvl1pPr>
            <a:lvl2pPr>
              <a:lnSpc>
                <a:spcPct val="100000"/>
              </a:lnSpc>
              <a:buNone/>
              <a:defRPr sz="1200" b="0" i="0">
                <a:latin typeface="Oracle Sans Tab"/>
                <a:ea typeface="Oracle Sans Tab"/>
                <a:cs typeface="Oracle Sans Tab"/>
              </a:defRPr>
            </a:lvl2pPr>
          </a:lstStyle>
          <a:p xmlns:a="http://schemas.openxmlformats.org/drawingml/2006/main">
            <a:pPr>
              <a:buNone/>
            </a:pPr>
            <a:r>
              <a:t>Result 2</a:t>
            </a:r>
          </a:p>
        </p:txBody>
      </p:sp>
      <p:sp>
        <p:nvSpPr>
          <p:cNvPr id="42" name="Text Placeholder 19">
            <a:extLst xmlns:a="http://schemas.openxmlformats.org/drawingml/2006/main">
              <a:ext uri="{FF2B5EF4-FFF2-40B4-BE49-F238E27FC236}">
                <a16:creationId xmlns:a16="http://schemas.microsoft.com/office/drawing/2014/main" id="{4DD9F86A-700A-8EBA-A4A6-BC6B400BACE3}"/>
              </a:ext>
            </a:extLst>
          </p:cNvPr>
          <p:cNvSpPr>
            <a:spLocks xmlns:a="http://schemas.openxmlformats.org/drawingml/2006/main" noGrp="1"/>
          </p:cNvSpPr>
          <p:nvPr>
            <p:ph type="body" idx="52"/>
          </p:nvPr>
        </p:nvSpPr>
        <p:spPr>
          <a:xfrm xmlns:a="http://schemas.openxmlformats.org/drawingml/2006/main">
            <a:off x="3274795" y="5342942"/>
            <a:ext cx="2258104" cy="618248"/>
          </a:xfrm>
        </p:spPr>
        <p:txBody>
          <a:bodyPr xmlns:a="http://schemas.openxmlformats.org/drawingml/2006/main"/>
          <a:lstStyle xmlns:a="http://schemas.openxmlformats.org/drawingml/2006/main">
            <a:lvl1pPr>
              <a:lnSpc>
                <a:spcPct val="100000"/>
              </a:lnSpc>
              <a:buNone/>
              <a:defRPr sz="1200" b="0" i="0">
                <a:latin typeface="Oracle Sans Tab"/>
                <a:ea typeface="Oracle Sans Tab"/>
                <a:cs typeface="Oracle Sans Tab"/>
              </a:defRPr>
            </a:lvl1pPr>
            <a:lvl2pPr>
              <a:lnSpc>
                <a:spcPct val="100000"/>
              </a:lnSpc>
              <a:buNone/>
              <a:defRPr sz="1200" b="0" i="0">
                <a:latin typeface="Oracle Sans Tab"/>
                <a:ea typeface="Oracle Sans Tab"/>
                <a:cs typeface="Oracle Sans Tab"/>
              </a:defRPr>
            </a:lvl2pPr>
          </a:lstStyle>
          <a:p xmlns:a="http://schemas.openxmlformats.org/drawingml/2006/main">
            <a:pPr>
              <a:buNone/>
            </a:pPr>
            <a:r>
              <a:t>Click to edit Master text styles</a:t>
            </a:r>
          </a:p>
          <a:p xmlns:a="http://schemas.openxmlformats.org/drawingml/2006/main">
            <a:pPr>
              <a:buNone/>
            </a:pPr>
            <a:r>
              <a:t>Second level</a:t>
            </a:r>
          </a:p>
        </p:txBody>
      </p:sp>
      <p:sp>
        <p:nvSpPr>
          <p:cNvPr id="3" name="Picture Placeholder 17">
            <a:extLst xmlns:a="http://schemas.openxmlformats.org/drawingml/2006/main">
              <a:ext uri="{FF2B5EF4-FFF2-40B4-BE49-F238E27FC236}">
                <a16:creationId xmlns:a16="http://schemas.microsoft.com/office/drawing/2014/main" id="{EE7EF218-A785-F9A6-5ED4-ABEAAE6312D3}"/>
              </a:ext>
            </a:extLst>
          </p:cNvPr>
          <p:cNvSpPr>
            <a:spLocks xmlns:a="http://schemas.openxmlformats.org/drawingml/2006/main" noGrp="1"/>
          </p:cNvSpPr>
          <p:nvPr>
            <p:ph type="pic" idx="53" hasCustomPrompt="1"/>
          </p:nvPr>
        </p:nvSpPr>
        <p:spPr>
          <a:xfrm xmlns:a="http://schemas.openxmlformats.org/drawingml/2006/main">
            <a:off x="6096000" y="0"/>
            <a:ext cx="6096000" cy="3428682"/>
          </a:xfrm>
          <a:prstGeom xmlns:a="http://schemas.openxmlformats.org/drawingml/2006/main" prst="rect">
            <a:avLst/>
          </a:prstGeom>
          <a:solidFill xmlns:a="http://schemas.openxmlformats.org/drawingml/2006/main">
            <a:srgbClr val="AEA8A2"/>
          </a:solidFill>
        </p:spPr>
        <p:txBody>
          <a:bodyPr xmlns:a="http://schemas.openxmlformats.org/drawingml/2006/main" lIns="72000" tIns="72000" rIns="0" anchor="ctr"/>
          <a:lstStyle xmlns:a="http://schemas.openxmlformats.org/drawingml/2006/main">
            <a:lvl1pPr algn="ctr">
              <a:buNone/>
              <a:defRPr sz="1400" b="0" i="0">
                <a:solidFill>
                  <a:schemeClr val="tx1"/>
                </a:solidFill>
                <a:latin typeface="Oracle Sans Tab"/>
                <a:ea typeface="Oracle Sans Tab"/>
                <a:cs typeface="Oracle Sans Tab"/>
              </a:defRPr>
            </a:lvl1pPr>
          </a:lstStyle>
          <a:p xmlns:a="http://schemas.openxmlformats.org/drawingml/2006/main">
            <a:r>
              <a:t>Click to add photo or illustration</a:t>
            </a:r>
          </a:p>
          <a:p xmlns:a="http://schemas.openxmlformats.org/drawingml/2006/main"/>
          <a:p xmlns:a="http://schemas.openxmlformats.org/drawingml/2006/main"/>
          <a:p xmlns:a="http://schemas.openxmlformats.org/drawingml/2006/main"/>
        </p:txBody>
      </p:sp>
      <p:pic>
        <p:nvPicPr>
          <p:cNvPr id="59" name="OTag"/>
          <p:cNvPicPr>
            <a:picLocks xmlns:a="http://schemas.openxmlformats.org/drawingml/2006/main" noChangeAspect="1"/>
          </p:cNvPicPr>
          <p:nvPr/>
        </p:nvPicPr>
        <p:blipFill>
          <a:blip xmlns:r="http://schemas.openxmlformats.org/officeDocument/2006/relationships" xmlns:a="http://schemas.openxmlformats.org/drawingml/2006/main" r:embed="R469c7b94166b4843"/>
          <a:stretch xmlns:a="http://schemas.openxmlformats.org/drawingml/2006/main">
            <a:fillRect l="0" t="0" r="0" b="0"/>
          </a:stretch>
        </p:blipFill>
        <p:spPr>
          <a:xfrm xmlns:a="http://schemas.openxmlformats.org/drawingml/2006/main">
            <a:off x="11405616" y="6464808"/>
            <a:ext cx="393192" cy="393192"/>
          </a:xfrm>
          <a:prstGeom xmlns:a="http://schemas.openxmlformats.org/drawingml/2006/main" prst="rect">
            <a:avLst/>
          </a:prstGeom>
        </p:spPr>
      </p:pic>
      <p:pic>
        <p:nvPicPr>
          <p:cNvPr id="60" name="Graphic 4"/>
          <p:cNvPicPr>
            <a:picLocks xmlns:a="http://schemas.openxmlformats.org/drawingml/2006/main" noChangeAspect="1"/>
          </p:cNvPicPr>
          <p:nvPr/>
        </p:nvPicPr>
        <p:blipFill>
          <a:blip xmlns:r="http://schemas.openxmlformats.org/officeDocument/2006/relationships" xmlns:a="http://schemas.openxmlformats.org/drawingml/2006/main" r:embed="R7cea9ebb49c8482b">
            <a:extLst>
              <a:ext uri="{96DAC541-7B7A-43D3-8B79-37D633B846F1}">
                <asvg:svgBlip xmlns:asvg="http://schemas.microsoft.com/office/drawing/2016/SVG/main" r:embed="R3678cadefc6444f1"/>
              </a:ext>
            </a:extLst>
          </a:blip>
          <a:srcRect xmlns:a="http://schemas.openxmlformats.org/drawingml/2006/main" l="-9503" t="21585" r="0" b="15557"/>
          <a:stretch xmlns:a="http://schemas.openxmlformats.org/drawingml/2006/main"/>
        </p:blipFill>
        <p:spPr>
          <a:xfrm xmlns:a="http://schemas.openxmlformats.org/drawingml/2006/main">
            <a:off x="8834980" y="3428681"/>
            <a:ext cx="3357020" cy="1284671"/>
          </a:xfrm>
          <a:prstGeom xmlns:a="http://schemas.openxmlformats.org/drawingml/2006/main" prst="rect">
            <a:avLst/>
          </a:prstGeom>
        </p:spPr>
      </p:pic>
      <p:sp>
        <p:nvSpPr>
          <p:cNvPr id="6" name="Text Placeholder 21">
            <a:extLst xmlns:a="http://schemas.openxmlformats.org/drawingml/2006/main">
              <a:ext uri="{FF2B5EF4-FFF2-40B4-BE49-F238E27FC236}">
                <a16:creationId xmlns:a16="http://schemas.microsoft.com/office/drawing/2014/main" id="{57B65472-0A7B-E1E2-E938-97D6EFD8291F}"/>
              </a:ext>
            </a:extLst>
          </p:cNvPr>
          <p:cNvSpPr>
            <a:spLocks xmlns:a="http://schemas.openxmlformats.org/drawingml/2006/main" noGrp="1"/>
          </p:cNvSpPr>
          <p:nvPr>
            <p:ph type="body" idx="54" hasCustomPrompt="1"/>
          </p:nvPr>
        </p:nvSpPr>
        <p:spPr>
          <a:xfrm xmlns:a="http://schemas.openxmlformats.org/drawingml/2006/main">
            <a:off x="768875" y="6104842"/>
            <a:ext cx="4762532" cy="274320"/>
          </a:xfrm>
          <a:prstGeom xmlns:a="http://schemas.openxmlformats.org/drawingml/2006/main" prst="rect">
            <a:avLst/>
          </a:prstGeom>
        </p:spPr>
        <p:txBody>
          <a:bodyPr xmlns:a="http://schemas.openxmlformats.org/drawingml/2006/main" lIns="0" tIns="0" rIns="0" bIns="0" anchor="ctr"/>
          <a:lstStyle xmlns:a="http://schemas.openxmlformats.org/drawingml/2006/main">
            <a:lvl1pPr marL="0" indent="0" algn="l">
              <a:lnSpc>
                <a:spcPct val="100000"/>
              </a:lnSpc>
              <a:spcAft>
                <a:spcPts val="600"/>
              </a:spcAft>
              <a:buNone/>
              <a:defRPr sz="1200" b="1" i="0">
                <a:solidFill>
                  <a:schemeClr val="tx1"/>
                </a:solidFill>
                <a:latin typeface="Oracle Sans Tab"/>
                <a:ea typeface="Oracle Sans Tab"/>
                <a:cs typeface="Oracle Sans Tab"/>
              </a:defRPr>
            </a:lvl1pPr>
          </a:lstStyle>
          <a:p xmlns:a="http://schemas.openxmlformats.org/drawingml/2006/main">
            <a:pPr>
              <a:buNone/>
            </a:pPr>
            <a:r>
              <a:t>Call to action</a:t>
            </a:r>
          </a:p>
        </p:txBody>
      </p:sp>
      <p:sp>
        <p:nvSpPr>
          <p:cNvPr id="10" name="Date Placeholder 9">
            <a:extLst xmlns:a="http://schemas.openxmlformats.org/drawingml/2006/main">
              <a:ext uri="{FF2B5EF4-FFF2-40B4-BE49-F238E27FC236}">
                <a16:creationId xmlns:a16="http://schemas.microsoft.com/office/drawing/2014/main" id="{E6C8778A-E17C-244C-CA78-7C2BE2E9B474}"/>
              </a:ext>
            </a:extLst>
          </p:cNvPr>
          <p:cNvSpPr>
            <a:spLocks xmlns:a="http://schemas.openxmlformats.org/drawingml/2006/main" noGrp="1"/>
          </p:cNvSpPr>
          <p:nvPr>
            <p:ph type="dt" idx="55"/>
          </p:nvPr>
        </p:nvSpPr>
        <p:spPr/>
        <p:txBody>
          <a:bodyPr xmlns:a="http://schemas.openxmlformats.org/drawingml/2006/main"/>
          <a:lstStyle xmlns:a="http://schemas.openxmlformats.org/drawingml/2006/main"/>
          <a:p xmlns:a="http://schemas.openxmlformats.org/drawingml/2006/main">
            <a:r>
              <a:t>[Date]</a:t>
            </a:r>
          </a:p>
        </p:txBody>
      </p:sp>
      <p:sp>
        <p:nvSpPr>
          <p:cNvPr id="11" name="Footer Placeholder 10">
            <a:extLst xmlns:a="http://schemas.openxmlformats.org/drawingml/2006/main">
              <a:ext uri="{FF2B5EF4-FFF2-40B4-BE49-F238E27FC236}">
                <a16:creationId xmlns:a16="http://schemas.microsoft.com/office/drawing/2014/main" id="{D92D176D-8959-FE7C-849D-985A17A9EF33}"/>
              </a:ext>
            </a:extLst>
          </p:cNvPr>
          <p:cNvSpPr>
            <a:spLocks xmlns:a="http://schemas.openxmlformats.org/drawingml/2006/main" noGrp="1"/>
          </p:cNvSpPr>
          <p:nvPr>
            <p:ph type="ftr" idx="56"/>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12" name="Slide Number Placeholder 11">
            <a:extLst xmlns:a="http://schemas.openxmlformats.org/drawingml/2006/main">
              <a:ext uri="{FF2B5EF4-FFF2-40B4-BE49-F238E27FC236}">
                <a16:creationId xmlns:a16="http://schemas.microsoft.com/office/drawing/2014/main" id="{D9A6135E-BDD4-91A2-C0C5-F3895FA29AC8}"/>
              </a:ext>
            </a:extLst>
          </p:cNvPr>
          <p:cNvSpPr>
            <a:spLocks xmlns:a="http://schemas.openxmlformats.org/drawingml/2006/main" noGrp="1"/>
          </p:cNvSpPr>
          <p:nvPr>
            <p:ph type="sldNum" idx="57"/>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101.xml><?xml version="1.0" encoding="utf-8"?>
<p:sldLayout xmlns:p="http://schemas.openxmlformats.org/presentationml/2006/main" preserve="1" userDrawn="1">
  <p:cSld name="Light - Story with photo and stats">
    <p:bg>
      <p:bgRef idx="1001">
        <a:schemeClr xmlns:a="http://schemas.openxmlformats.org/drawingml/2006/main" val="bg2"/>
      </p:bgRef>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848688E9-F02D-F34B-A466-BC7C5A6028DB}"/>
              </a:ext>
            </a:extLst>
          </p:cNvPr>
          <p:cNvSpPr>
            <a:spLocks xmlns:a="http://schemas.openxmlformats.org/drawingml/2006/main" noGrp="1"/>
          </p:cNvSpPr>
          <p:nvPr/>
        </p:nvSpPr>
        <p:spPr>
          <a:xfrm xmlns:a="http://schemas.openxmlformats.org/drawingml/2006/main">
            <a:off x="6096000" y="3429000"/>
            <a:ext cx="6096000" cy="3429000"/>
          </a:xfrm>
          <a:prstGeom xmlns:a="http://schemas.openxmlformats.org/drawingml/2006/main" prst="rect">
            <a:avLst/>
          </a:prstGeom>
          <a:solidFill xmlns:a="http://schemas.openxmlformats.org/drawingml/2006/main">
            <a:srgbClr val="F1EFED"/>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9" name="Content Placeholder 7">
            <a:extLst xmlns:a="http://schemas.openxmlformats.org/drawingml/2006/main">
              <a:ext uri="{FF2B5EF4-FFF2-40B4-BE49-F238E27FC236}">
                <a16:creationId xmlns:a16="http://schemas.microsoft.com/office/drawing/2014/main" id="{167FC9A2-EA1C-47AA-8CD1-519F2B2BA1D5}"/>
              </a:ext>
            </a:extLst>
          </p:cNvPr>
          <p:cNvSpPr>
            <a:spLocks xmlns:a="http://schemas.openxmlformats.org/drawingml/2006/main" noGrp="1"/>
          </p:cNvSpPr>
          <p:nvPr>
            <p:ph idx="28" hasCustomPrompt="1"/>
          </p:nvPr>
        </p:nvSpPr>
        <p:spPr>
          <a:xfrm xmlns:a="http://schemas.openxmlformats.org/drawingml/2006/main">
            <a:off x="761999" y="178676"/>
            <a:ext cx="2504420" cy="819258"/>
          </a:xfrm>
        </p:spPr>
        <p:txBody>
          <a:bodyPr xmlns:a="http://schemas.openxmlformats.org/drawingml/2006/main"/>
          <a:lstStyle xmlns:a="http://schemas.openxmlformats.org/drawingml/2006/main">
            <a:lvl1pPr>
              <a:buNone/>
              <a:defRPr sz="800">
                <a:latin typeface="Oracle Sans Light"/>
                <a:ea typeface="Oracle Sans Light"/>
                <a:cs typeface="Oracle Sans Light"/>
              </a:defRPr>
            </a:lvl1pPr>
          </a:lstStyle>
          <a:p xmlns:a="http://schemas.openxmlformats.org/drawingml/2006/main">
            <a:pPr>
              <a:buNone/>
            </a:pPr>
            <a:r>
              <a:t>Click to insert partner logo</a:t>
            </a:r>
          </a:p>
        </p:txBody>
      </p:sp>
      <p:sp>
        <p:nvSpPr>
          <p:cNvPr id="43" name="Title 1">
            <a:extLst xmlns:a="http://schemas.openxmlformats.org/drawingml/2006/main">
              <a:ext uri="{FF2B5EF4-FFF2-40B4-BE49-F238E27FC236}">
                <a16:creationId xmlns:a16="http://schemas.microsoft.com/office/drawing/2014/main" id="{74151B34-23FE-44F5-A716-0730CC7BA85D}"/>
              </a:ext>
            </a:extLst>
          </p:cNvPr>
          <p:cNvSpPr>
            <a:spLocks xmlns:a="http://schemas.openxmlformats.org/drawingml/2006/main" noGrp="1"/>
          </p:cNvSpPr>
          <p:nvPr>
            <p:ph type="title" idx="0" hasCustomPrompt="1"/>
          </p:nvPr>
        </p:nvSpPr>
        <p:spPr>
          <a:xfrm xmlns:a="http://schemas.openxmlformats.org/drawingml/2006/main">
            <a:off x="762000" y="1274060"/>
            <a:ext cx="4744029" cy="822960"/>
          </a:xfrm>
        </p:spPr>
        <p:txBody>
          <a:bodyPr xmlns:a="http://schemas.openxmlformats.org/drawingml/2006/main"/>
          <a:lstStyle xmlns:a="http://schemas.openxmlformats.org/drawingml/2006/main">
            <a:lvl1pPr>
              <a:buNone/>
              <a:defRPr>
                <a:solidFill>
                  <a:schemeClr val="tx1"/>
                </a:solidFill>
                <a:latin typeface="+mn-lt"/>
                <a:ea typeface="+mn-lt"/>
                <a:cs typeface="+mn-lt"/>
              </a:defRPr>
            </a:lvl1pPr>
          </a:lstStyle>
          <a:p xmlns:a="http://schemas.openxmlformats.org/drawingml/2006/main">
            <a:r>
              <a:t>Click to edit title text styles</a:t>
            </a:r>
          </a:p>
        </p:txBody>
      </p:sp>
      <p:sp>
        <p:nvSpPr>
          <p:cNvPr id="20" name="Text Placeholder 21">
            <a:extLst xmlns:a="http://schemas.openxmlformats.org/drawingml/2006/main">
              <a:ext uri="{FF2B5EF4-FFF2-40B4-BE49-F238E27FC236}">
                <a16:creationId xmlns:a16="http://schemas.microsoft.com/office/drawing/2014/main" id="{4C14E915-6287-F5A1-E319-1E5C8629A05F}"/>
              </a:ext>
            </a:extLst>
          </p:cNvPr>
          <p:cNvSpPr>
            <a:spLocks xmlns:a="http://schemas.openxmlformats.org/drawingml/2006/main" noGrp="1"/>
          </p:cNvSpPr>
          <p:nvPr>
            <p:ph type="body" idx="32" hasCustomPrompt="1"/>
          </p:nvPr>
        </p:nvSpPr>
        <p:spPr>
          <a:xfrm xmlns:a="http://schemas.openxmlformats.org/drawingml/2006/main">
            <a:off x="770368" y="2436573"/>
            <a:ext cx="4764024" cy="274320"/>
          </a:xfrm>
          <a:prstGeom xmlns:a="http://schemas.openxmlformats.org/drawingml/2006/main" prst="rect">
            <a:avLst/>
          </a:prstGeom>
        </p:spPr>
        <p:txBody>
          <a:bodyPr xmlns:a="http://schemas.openxmlformats.org/drawingml/2006/main" lIns="0" tIns="0" rIns="0" bIns="0" anchor="ctr"/>
          <a:lstStyle xmlns:a="http://schemas.openxmlformats.org/drawingml/2006/main">
            <a:lvl1pPr marL="0" indent="0" algn="l">
              <a:lnSpc>
                <a:spcPct val="100000"/>
              </a:lnSpc>
              <a:spcAft>
                <a:spcPts val="600"/>
              </a:spcAft>
              <a:buNone/>
              <a:defRPr sz="1400" b="1" i="0">
                <a:solidFill>
                  <a:schemeClr val="tx1"/>
                </a:solidFill>
                <a:latin typeface="Oracle Sans Tab"/>
                <a:ea typeface="Oracle Sans Tab"/>
                <a:cs typeface="Oracle Sans Tab"/>
              </a:defRPr>
            </a:lvl1pPr>
          </a:lstStyle>
          <a:p xmlns:a="http://schemas.openxmlformats.org/drawingml/2006/main">
            <a:pPr>
              <a:buNone/>
            </a:pPr>
            <a:r>
              <a:t>Business challenges</a:t>
            </a:r>
          </a:p>
        </p:txBody>
      </p:sp>
      <p:sp>
        <p:nvSpPr>
          <p:cNvPr id="21" name="Text Placeholder 19">
            <a:extLst xmlns:a="http://schemas.openxmlformats.org/drawingml/2006/main">
              <a:ext uri="{FF2B5EF4-FFF2-40B4-BE49-F238E27FC236}">
                <a16:creationId xmlns:a16="http://schemas.microsoft.com/office/drawing/2014/main" id="{F78AAD0E-863E-A8EC-378E-CA7D3BEDF692}"/>
              </a:ext>
            </a:extLst>
          </p:cNvPr>
          <p:cNvSpPr>
            <a:spLocks xmlns:a="http://schemas.openxmlformats.org/drawingml/2006/main" noGrp="1"/>
          </p:cNvSpPr>
          <p:nvPr>
            <p:ph type="body" idx="44"/>
          </p:nvPr>
        </p:nvSpPr>
        <p:spPr>
          <a:xfrm xmlns:a="http://schemas.openxmlformats.org/drawingml/2006/main">
            <a:off x="768875" y="2780015"/>
            <a:ext cx="4764024" cy="457200"/>
          </a:xfrm>
        </p:spPr>
        <p:txBody>
          <a:bodyPr xmlns:a="http://schemas.openxmlformats.org/drawingml/2006/main"/>
          <a:lstStyle xmlns:a="http://schemas.openxmlformats.org/drawingml/2006/main">
            <a:lvl1pPr>
              <a:lnSpc>
                <a:spcPct val="100000"/>
              </a:lnSpc>
              <a:buNone/>
              <a:defRPr sz="1200" b="0" i="0">
                <a:latin typeface="Oracle Sans Tab"/>
                <a:ea typeface="Oracle Sans Tab"/>
                <a:cs typeface="Oracle Sans Tab"/>
              </a:defRPr>
            </a:lvl1pPr>
            <a:lvl2pPr>
              <a:lnSpc>
                <a:spcPct val="100000"/>
              </a:lnSpc>
              <a:buNone/>
              <a:defRPr sz="1200" b="0" i="0">
                <a:latin typeface="Oracle Sans Tab"/>
                <a:ea typeface="Oracle Sans Tab"/>
                <a:cs typeface="Oracle Sans Tab"/>
              </a:defRPr>
            </a:lvl2pPr>
          </a:lstStyle>
          <a:p xmlns:a="http://schemas.openxmlformats.org/drawingml/2006/main">
            <a:pPr>
              <a:buNone/>
            </a:pPr>
            <a:r>
              <a:t>Click to edit Master text styles</a:t>
            </a:r>
          </a:p>
          <a:p xmlns:a="http://schemas.openxmlformats.org/drawingml/2006/main">
            <a:pPr>
              <a:buNone/>
            </a:pPr>
            <a:r>
              <a:t>Second level</a:t>
            </a:r>
          </a:p>
        </p:txBody>
      </p:sp>
      <p:sp>
        <p:nvSpPr>
          <p:cNvPr id="24" name="Text Placeholder 21">
            <a:extLst xmlns:a="http://schemas.openxmlformats.org/drawingml/2006/main">
              <a:ext uri="{FF2B5EF4-FFF2-40B4-BE49-F238E27FC236}">
                <a16:creationId xmlns:a16="http://schemas.microsoft.com/office/drawing/2014/main" id="{C0BA352F-F67A-5E33-FBD8-084FF44A0F3F}"/>
              </a:ext>
            </a:extLst>
          </p:cNvPr>
          <p:cNvSpPr>
            <a:spLocks xmlns:a="http://schemas.openxmlformats.org/drawingml/2006/main" noGrp="1"/>
          </p:cNvSpPr>
          <p:nvPr>
            <p:ph type="body" idx="38" hasCustomPrompt="1"/>
          </p:nvPr>
        </p:nvSpPr>
        <p:spPr>
          <a:xfrm xmlns:a="http://schemas.openxmlformats.org/drawingml/2006/main">
            <a:off x="770368" y="3703827"/>
            <a:ext cx="4762532" cy="274320"/>
          </a:xfrm>
          <a:prstGeom xmlns:a="http://schemas.openxmlformats.org/drawingml/2006/main" prst="rect">
            <a:avLst/>
          </a:prstGeom>
        </p:spPr>
        <p:txBody>
          <a:bodyPr xmlns:a="http://schemas.openxmlformats.org/drawingml/2006/main" lIns="0" tIns="0" rIns="0" bIns="0" anchor="ctr"/>
          <a:lstStyle xmlns:a="http://schemas.openxmlformats.org/drawingml/2006/main">
            <a:lvl1pPr marL="0" indent="0" algn="l">
              <a:lnSpc>
                <a:spcPct val="100000"/>
              </a:lnSpc>
              <a:spcAft>
                <a:spcPts val="600"/>
              </a:spcAft>
              <a:buNone/>
              <a:defRPr sz="1400" b="1" i="0">
                <a:solidFill>
                  <a:schemeClr val="tx1"/>
                </a:solidFill>
                <a:latin typeface="Oracle Sans Tab"/>
                <a:ea typeface="Oracle Sans Tab"/>
                <a:cs typeface="Oracle Sans Tab"/>
              </a:defRPr>
            </a:lvl1pPr>
          </a:lstStyle>
          <a:p xmlns:a="http://schemas.openxmlformats.org/drawingml/2006/main">
            <a:pPr>
              <a:buNone/>
            </a:pPr>
            <a:r>
              <a:t>Why Oracle</a:t>
            </a:r>
          </a:p>
        </p:txBody>
      </p:sp>
      <p:sp>
        <p:nvSpPr>
          <p:cNvPr id="25" name="Text Placeholder 19">
            <a:extLst xmlns:a="http://schemas.openxmlformats.org/drawingml/2006/main">
              <a:ext uri="{FF2B5EF4-FFF2-40B4-BE49-F238E27FC236}">
                <a16:creationId xmlns:a16="http://schemas.microsoft.com/office/drawing/2014/main" id="{97385F7D-6D1D-86CA-110E-A65805CE4790}"/>
              </a:ext>
            </a:extLst>
          </p:cNvPr>
          <p:cNvSpPr>
            <a:spLocks xmlns:a="http://schemas.openxmlformats.org/drawingml/2006/main" noGrp="1"/>
          </p:cNvSpPr>
          <p:nvPr>
            <p:ph type="body" idx="45"/>
          </p:nvPr>
        </p:nvSpPr>
        <p:spPr>
          <a:xfrm xmlns:a="http://schemas.openxmlformats.org/drawingml/2006/main">
            <a:off x="768875" y="4048160"/>
            <a:ext cx="4764024" cy="457200"/>
          </a:xfrm>
        </p:spPr>
        <p:txBody>
          <a:bodyPr xmlns:a="http://schemas.openxmlformats.org/drawingml/2006/main"/>
          <a:lstStyle xmlns:a="http://schemas.openxmlformats.org/drawingml/2006/main">
            <a:lvl1pPr>
              <a:lnSpc>
                <a:spcPct val="100000"/>
              </a:lnSpc>
              <a:buNone/>
              <a:defRPr sz="1200" b="0" i="0">
                <a:latin typeface="Oracle Sans Tab"/>
                <a:ea typeface="Oracle Sans Tab"/>
                <a:cs typeface="Oracle Sans Tab"/>
              </a:defRPr>
            </a:lvl1pPr>
            <a:lvl2pPr>
              <a:lnSpc>
                <a:spcPct val="100000"/>
              </a:lnSpc>
              <a:buNone/>
              <a:defRPr sz="1200" b="0" i="0">
                <a:latin typeface="Oracle Sans Tab"/>
                <a:ea typeface="Oracle Sans Tab"/>
                <a:cs typeface="Oracle Sans Tab"/>
              </a:defRPr>
            </a:lvl2pPr>
          </a:lstStyle>
          <a:p xmlns:a="http://schemas.openxmlformats.org/drawingml/2006/main">
            <a:pPr>
              <a:buNone/>
            </a:pPr>
            <a:r>
              <a:t>Click to edit Master text styles</a:t>
            </a:r>
          </a:p>
          <a:p xmlns:a="http://schemas.openxmlformats.org/drawingml/2006/main">
            <a:pPr>
              <a:buNone/>
            </a:pPr>
            <a:r>
              <a:t>Second level</a:t>
            </a:r>
          </a:p>
        </p:txBody>
      </p:sp>
      <p:sp>
        <p:nvSpPr>
          <p:cNvPr id="26" name="Text Placeholder 21">
            <a:extLst xmlns:a="http://schemas.openxmlformats.org/drawingml/2006/main">
              <a:ext uri="{FF2B5EF4-FFF2-40B4-BE49-F238E27FC236}">
                <a16:creationId xmlns:a16="http://schemas.microsoft.com/office/drawing/2014/main" id="{FCE282E2-5D44-8D75-1898-6AEA0F8C1C09}"/>
              </a:ext>
            </a:extLst>
          </p:cNvPr>
          <p:cNvSpPr>
            <a:spLocks xmlns:a="http://schemas.openxmlformats.org/drawingml/2006/main" noGrp="1"/>
          </p:cNvSpPr>
          <p:nvPr>
            <p:ph type="body" idx="46" hasCustomPrompt="1"/>
          </p:nvPr>
        </p:nvSpPr>
        <p:spPr>
          <a:xfrm xmlns:a="http://schemas.openxmlformats.org/drawingml/2006/main">
            <a:off x="770367" y="4870581"/>
            <a:ext cx="4762532" cy="274320"/>
          </a:xfrm>
          <a:prstGeom xmlns:a="http://schemas.openxmlformats.org/drawingml/2006/main" prst="rect">
            <a:avLst/>
          </a:prstGeom>
        </p:spPr>
        <p:txBody>
          <a:bodyPr xmlns:a="http://schemas.openxmlformats.org/drawingml/2006/main" lIns="0" tIns="0" rIns="0" bIns="0" anchor="ctr"/>
          <a:lstStyle xmlns:a="http://schemas.openxmlformats.org/drawingml/2006/main">
            <a:lvl1pPr marL="0" indent="0" algn="l">
              <a:lnSpc>
                <a:spcPct val="100000"/>
              </a:lnSpc>
              <a:spcAft>
                <a:spcPts val="600"/>
              </a:spcAft>
              <a:buNone/>
              <a:defRPr sz="1400" b="1" i="0">
                <a:solidFill>
                  <a:schemeClr val="tx1"/>
                </a:solidFill>
                <a:latin typeface="Oracle Sans Tab"/>
                <a:ea typeface="Oracle Sans Tab"/>
                <a:cs typeface="Oracle Sans Tab"/>
              </a:defRPr>
            </a:lvl1pPr>
          </a:lstStyle>
          <a:p xmlns:a="http://schemas.openxmlformats.org/drawingml/2006/main">
            <a:pPr>
              <a:buNone/>
            </a:pPr>
            <a:r>
              <a:t>Result</a:t>
            </a:r>
          </a:p>
        </p:txBody>
      </p:sp>
      <p:sp>
        <p:nvSpPr>
          <p:cNvPr id="3" name="Text Placeholder 19">
            <a:extLst xmlns:a="http://schemas.openxmlformats.org/drawingml/2006/main">
              <a:ext uri="{FF2B5EF4-FFF2-40B4-BE49-F238E27FC236}">
                <a16:creationId xmlns:a16="http://schemas.microsoft.com/office/drawing/2014/main" id="{C9B029B0-1EAB-FE8A-291E-9E218344064A}"/>
              </a:ext>
            </a:extLst>
          </p:cNvPr>
          <p:cNvSpPr>
            <a:spLocks xmlns:a="http://schemas.openxmlformats.org/drawingml/2006/main" noGrp="1"/>
          </p:cNvSpPr>
          <p:nvPr>
            <p:ph type="body" idx="47"/>
          </p:nvPr>
        </p:nvSpPr>
        <p:spPr>
          <a:xfrm xmlns:a="http://schemas.openxmlformats.org/drawingml/2006/main">
            <a:off x="761999" y="5225528"/>
            <a:ext cx="4764024" cy="457200"/>
          </a:xfrm>
        </p:spPr>
        <p:txBody>
          <a:bodyPr xmlns:a="http://schemas.openxmlformats.org/drawingml/2006/main"/>
          <a:lstStyle xmlns:a="http://schemas.openxmlformats.org/drawingml/2006/main">
            <a:lvl1pPr>
              <a:lnSpc>
                <a:spcPct val="100000"/>
              </a:lnSpc>
              <a:buNone/>
              <a:defRPr sz="1200" b="0" i="0">
                <a:latin typeface="Oracle Sans Tab"/>
                <a:ea typeface="Oracle Sans Tab"/>
                <a:cs typeface="Oracle Sans Tab"/>
              </a:defRPr>
            </a:lvl1pPr>
            <a:lvl2pPr>
              <a:lnSpc>
                <a:spcPct val="100000"/>
              </a:lnSpc>
              <a:buNone/>
              <a:defRPr sz="1200" b="0" i="0">
                <a:latin typeface="Oracle Sans Tab"/>
                <a:ea typeface="Oracle Sans Tab"/>
                <a:cs typeface="Oracle Sans Tab"/>
              </a:defRPr>
            </a:lvl2pPr>
          </a:lstStyle>
          <a:p xmlns:a="http://schemas.openxmlformats.org/drawingml/2006/main">
            <a:pPr>
              <a:buNone/>
            </a:pPr>
            <a:r>
              <a:t>Click to edit Master text styles</a:t>
            </a:r>
          </a:p>
          <a:p xmlns:a="http://schemas.openxmlformats.org/drawingml/2006/main">
            <a:pPr>
              <a:buNone/>
            </a:pPr>
            <a:r>
              <a:t>Second level</a:t>
            </a:r>
          </a:p>
        </p:txBody>
      </p:sp>
      <p:sp>
        <p:nvSpPr>
          <p:cNvPr id="4" name="Text Placeholder 21">
            <a:extLst xmlns:a="http://schemas.openxmlformats.org/drawingml/2006/main">
              <a:ext uri="{FF2B5EF4-FFF2-40B4-BE49-F238E27FC236}">
                <a16:creationId xmlns:a16="http://schemas.microsoft.com/office/drawing/2014/main" id="{36B97647-97D2-408B-413C-E65D6A6051E5}"/>
              </a:ext>
            </a:extLst>
          </p:cNvPr>
          <p:cNvSpPr>
            <a:spLocks xmlns:a="http://schemas.openxmlformats.org/drawingml/2006/main" noGrp="1"/>
          </p:cNvSpPr>
          <p:nvPr>
            <p:ph type="body" idx="14" hasCustomPrompt="1"/>
          </p:nvPr>
        </p:nvSpPr>
        <p:spPr>
          <a:xfrm xmlns:a="http://schemas.openxmlformats.org/drawingml/2006/main">
            <a:off x="6739049" y="3922382"/>
            <a:ext cx="1590912" cy="614174"/>
          </a:xfrm>
          <a:prstGeom xmlns:a="http://schemas.openxmlformats.org/drawingml/2006/main" prst="rect">
            <a:avLst/>
          </a:prstGeom>
        </p:spPr>
        <p:txBody>
          <a:bodyPr xmlns:a="http://schemas.openxmlformats.org/drawingml/2006/main" lIns="0" tIns="0" rIns="0" bIns="0" anchor="b"/>
          <a:lstStyle xmlns:a="http://schemas.openxmlformats.org/drawingml/2006/main">
            <a:lvl1pPr algn="l">
              <a:buNone/>
              <a:defRPr sz="3600" b="1" i="0">
                <a:solidFill>
                  <a:schemeClr val="tx1"/>
                </a:solidFill>
                <a:latin typeface="Oracle Sans Tab"/>
                <a:ea typeface="Oracle Sans Tab"/>
                <a:cs typeface="Oracle Sans Tab"/>
              </a:defRPr>
            </a:lvl1pPr>
          </a:lstStyle>
          <a:p xmlns:a="http://schemas.openxmlformats.org/drawingml/2006/main">
            <a:pPr>
              <a:buNone/>
            </a:pPr>
            <a:r>
              <a:t>#Stat</a:t>
            </a:r>
          </a:p>
        </p:txBody>
      </p:sp>
      <p:sp>
        <p:nvSpPr>
          <p:cNvPr id="5" name="Text Placeholder 21">
            <a:extLst xmlns:a="http://schemas.openxmlformats.org/drawingml/2006/main">
              <a:ext uri="{FF2B5EF4-FFF2-40B4-BE49-F238E27FC236}">
                <a16:creationId xmlns:a16="http://schemas.microsoft.com/office/drawing/2014/main" id="{3A3580F8-D690-3030-C6AC-4866E9825F61}"/>
              </a:ext>
            </a:extLst>
          </p:cNvPr>
          <p:cNvSpPr>
            <a:spLocks xmlns:a="http://schemas.openxmlformats.org/drawingml/2006/main" noGrp="1"/>
          </p:cNvSpPr>
          <p:nvPr>
            <p:ph type="body" idx="30" hasCustomPrompt="1"/>
          </p:nvPr>
        </p:nvSpPr>
        <p:spPr>
          <a:xfrm xmlns:a="http://schemas.openxmlformats.org/drawingml/2006/main">
            <a:off x="8448458" y="3933540"/>
            <a:ext cx="3237574" cy="603016"/>
          </a:xfrm>
          <a:prstGeom xmlns:a="http://schemas.openxmlformats.org/drawingml/2006/main" prst="rect">
            <a:avLst/>
          </a:prstGeom>
        </p:spPr>
        <p:txBody>
          <a:bodyPr xmlns:a="http://schemas.openxmlformats.org/drawingml/2006/main" lIns="0" tIns="0" rIns="0" bIns="0"/>
          <a:lstStyle xmlns:a="http://schemas.openxmlformats.org/drawingml/2006/main">
            <a:lvl1pPr algn="l">
              <a:buNone/>
              <a:defRPr sz="1400" b="0" i="0">
                <a:solidFill>
                  <a:schemeClr val="tx1"/>
                </a:solidFill>
                <a:latin typeface="Oracle Sans Tab"/>
                <a:ea typeface="Oracle Sans Tab"/>
                <a:cs typeface="Oracle Sans Tab"/>
              </a:defRPr>
            </a:lvl1pPr>
          </a:lstStyle>
          <a:p xmlns:a="http://schemas.openxmlformats.org/drawingml/2006/main">
            <a:pPr>
              <a:buNone/>
            </a:pPr>
            <a:r>
              <a:t>Lorem ipsum </a:t>
            </a:r>
            <a:r>
              <a:t>dolor</a:t>
            </a:r>
            <a:r>
              <a:t> sit </a:t>
            </a:r>
            <a:r>
              <a:t>amet</a:t>
            </a:r>
            <a:r>
              <a:t>, </a:t>
            </a:r>
            <a:r>
              <a:t>consectetur</a:t>
            </a:r>
            <a:r>
              <a:t> </a:t>
            </a:r>
            <a:r>
              <a:t>adipiscing</a:t>
            </a:r>
            <a:r>
              <a:t> </a:t>
            </a:r>
            <a:r>
              <a:t>elit</a:t>
            </a:r>
            <a:r>
              <a:t>, </a:t>
            </a:r>
            <a:r>
              <a:t>sed</a:t>
            </a:r>
            <a:r>
              <a:t> do </a:t>
            </a:r>
            <a:r>
              <a:t>eiusmod</a:t>
            </a:r>
            <a:r>
              <a:t> </a:t>
            </a:r>
            <a:r>
              <a:t>tempor</a:t>
            </a:r>
            <a:r>
              <a:t> </a:t>
            </a:r>
            <a:r>
              <a:t>incididunt</a:t>
            </a:r>
          </a:p>
        </p:txBody>
      </p:sp>
      <p:sp>
        <p:nvSpPr>
          <p:cNvPr id="7" name="Text Placeholder 21">
            <a:extLst xmlns:a="http://schemas.openxmlformats.org/drawingml/2006/main">
              <a:ext uri="{FF2B5EF4-FFF2-40B4-BE49-F238E27FC236}">
                <a16:creationId xmlns:a16="http://schemas.microsoft.com/office/drawing/2014/main" id="{44C5C283-5935-B42C-7120-D243BA9A2913}"/>
              </a:ext>
            </a:extLst>
          </p:cNvPr>
          <p:cNvSpPr>
            <a:spLocks xmlns:a="http://schemas.openxmlformats.org/drawingml/2006/main" noGrp="1"/>
          </p:cNvSpPr>
          <p:nvPr>
            <p:ph type="body" idx="31" hasCustomPrompt="1"/>
          </p:nvPr>
        </p:nvSpPr>
        <p:spPr>
          <a:xfrm xmlns:a="http://schemas.openxmlformats.org/drawingml/2006/main">
            <a:off x="6739049" y="4734009"/>
            <a:ext cx="1590912" cy="614174"/>
          </a:xfrm>
          <a:prstGeom xmlns:a="http://schemas.openxmlformats.org/drawingml/2006/main" prst="rect">
            <a:avLst/>
          </a:prstGeom>
        </p:spPr>
        <p:txBody>
          <a:bodyPr xmlns:a="http://schemas.openxmlformats.org/drawingml/2006/main" lIns="0" tIns="0" rIns="0" bIns="0" anchor="b"/>
          <a:lstStyle xmlns:a="http://schemas.openxmlformats.org/drawingml/2006/main">
            <a:lvl1pPr algn="l">
              <a:buNone/>
              <a:defRPr sz="3600" b="1" i="0">
                <a:solidFill>
                  <a:schemeClr val="tx1"/>
                </a:solidFill>
                <a:latin typeface="Oracle Sans Tab"/>
                <a:ea typeface="Oracle Sans Tab"/>
                <a:cs typeface="Oracle Sans Tab"/>
              </a:defRPr>
            </a:lvl1pPr>
          </a:lstStyle>
          <a:p xmlns:a="http://schemas.openxmlformats.org/drawingml/2006/main">
            <a:pPr>
              <a:buNone/>
            </a:pPr>
            <a:r>
              <a:t>#Stat</a:t>
            </a:r>
          </a:p>
        </p:txBody>
      </p:sp>
      <p:sp>
        <p:nvSpPr>
          <p:cNvPr id="8" name="Text Placeholder 21">
            <a:extLst xmlns:a="http://schemas.openxmlformats.org/drawingml/2006/main">
              <a:ext uri="{FF2B5EF4-FFF2-40B4-BE49-F238E27FC236}">
                <a16:creationId xmlns:a16="http://schemas.microsoft.com/office/drawing/2014/main" id="{099F2B36-E543-7114-2E12-7E05E41FD12F}"/>
              </a:ext>
            </a:extLst>
          </p:cNvPr>
          <p:cNvSpPr>
            <a:spLocks xmlns:a="http://schemas.openxmlformats.org/drawingml/2006/main" noGrp="1"/>
          </p:cNvSpPr>
          <p:nvPr>
            <p:ph type="body" idx="48" hasCustomPrompt="1"/>
          </p:nvPr>
        </p:nvSpPr>
        <p:spPr>
          <a:xfrm xmlns:a="http://schemas.openxmlformats.org/drawingml/2006/main">
            <a:off x="8448458" y="4745167"/>
            <a:ext cx="3237574" cy="603016"/>
          </a:xfrm>
          <a:prstGeom xmlns:a="http://schemas.openxmlformats.org/drawingml/2006/main" prst="rect">
            <a:avLst/>
          </a:prstGeom>
        </p:spPr>
        <p:txBody>
          <a:bodyPr xmlns:a="http://schemas.openxmlformats.org/drawingml/2006/main" lIns="0" tIns="0" rIns="0" bIns="0"/>
          <a:lstStyle xmlns:a="http://schemas.openxmlformats.org/drawingml/2006/main">
            <a:lvl1pPr algn="l">
              <a:buNone/>
              <a:defRPr sz="1400" b="0" i="0">
                <a:solidFill>
                  <a:schemeClr val="tx1"/>
                </a:solidFill>
                <a:latin typeface="Oracle Sans Tab"/>
                <a:ea typeface="Oracle Sans Tab"/>
                <a:cs typeface="Oracle Sans Tab"/>
              </a:defRPr>
            </a:lvl1pPr>
          </a:lstStyle>
          <a:p xmlns:a="http://schemas.openxmlformats.org/drawingml/2006/main">
            <a:pPr>
              <a:buNone/>
            </a:pPr>
            <a:r>
              <a:t>Lorem ipsum </a:t>
            </a:r>
            <a:r>
              <a:t>dolor</a:t>
            </a:r>
            <a:r>
              <a:t> sit </a:t>
            </a:r>
            <a:r>
              <a:t>amet</a:t>
            </a:r>
            <a:r>
              <a:t>, </a:t>
            </a:r>
            <a:r>
              <a:t>consectetur</a:t>
            </a:r>
            <a:r>
              <a:t> </a:t>
            </a:r>
            <a:r>
              <a:t>adipiscing</a:t>
            </a:r>
            <a:r>
              <a:t> </a:t>
            </a:r>
            <a:r>
              <a:t>elit</a:t>
            </a:r>
            <a:r>
              <a:t>, </a:t>
            </a:r>
            <a:r>
              <a:t>sed</a:t>
            </a:r>
            <a:r>
              <a:t> do </a:t>
            </a:r>
            <a:r>
              <a:t>eiusmod</a:t>
            </a:r>
            <a:r>
              <a:t> </a:t>
            </a:r>
            <a:r>
              <a:t>tempor</a:t>
            </a:r>
            <a:r>
              <a:t> </a:t>
            </a:r>
            <a:r>
              <a:t>incididunt</a:t>
            </a:r>
          </a:p>
        </p:txBody>
      </p:sp>
      <p:sp>
        <p:nvSpPr>
          <p:cNvPr id="9" name="Text Placeholder 21">
            <a:extLst xmlns:a="http://schemas.openxmlformats.org/drawingml/2006/main">
              <a:ext uri="{FF2B5EF4-FFF2-40B4-BE49-F238E27FC236}">
                <a16:creationId xmlns:a16="http://schemas.microsoft.com/office/drawing/2014/main" id="{480E7235-27FC-1059-8FEC-3A55CCC728FE}"/>
              </a:ext>
            </a:extLst>
          </p:cNvPr>
          <p:cNvSpPr>
            <a:spLocks xmlns:a="http://schemas.openxmlformats.org/drawingml/2006/main" noGrp="1"/>
          </p:cNvSpPr>
          <p:nvPr>
            <p:ph type="body" idx="33" hasCustomPrompt="1"/>
          </p:nvPr>
        </p:nvSpPr>
        <p:spPr>
          <a:xfrm xmlns:a="http://schemas.openxmlformats.org/drawingml/2006/main">
            <a:off x="6739049" y="5546718"/>
            <a:ext cx="1590912" cy="614174"/>
          </a:xfrm>
          <a:prstGeom xmlns:a="http://schemas.openxmlformats.org/drawingml/2006/main" prst="rect">
            <a:avLst/>
          </a:prstGeom>
        </p:spPr>
        <p:txBody>
          <a:bodyPr xmlns:a="http://schemas.openxmlformats.org/drawingml/2006/main" lIns="0" tIns="0" rIns="0" bIns="0" anchor="b"/>
          <a:lstStyle xmlns:a="http://schemas.openxmlformats.org/drawingml/2006/main">
            <a:lvl1pPr algn="l">
              <a:buNone/>
              <a:defRPr sz="3600" b="1" i="0">
                <a:solidFill>
                  <a:schemeClr val="tx1"/>
                </a:solidFill>
                <a:latin typeface="Oracle Sans Tab"/>
                <a:ea typeface="Oracle Sans Tab"/>
                <a:cs typeface="Oracle Sans Tab"/>
              </a:defRPr>
            </a:lvl1pPr>
          </a:lstStyle>
          <a:p xmlns:a="http://schemas.openxmlformats.org/drawingml/2006/main">
            <a:pPr>
              <a:buNone/>
            </a:pPr>
            <a:r>
              <a:t>#Stat</a:t>
            </a:r>
          </a:p>
        </p:txBody>
      </p:sp>
      <p:sp>
        <p:nvSpPr>
          <p:cNvPr id="11" name="Text Placeholder 21">
            <a:extLst xmlns:a="http://schemas.openxmlformats.org/drawingml/2006/main">
              <a:ext uri="{FF2B5EF4-FFF2-40B4-BE49-F238E27FC236}">
                <a16:creationId xmlns:a16="http://schemas.microsoft.com/office/drawing/2014/main" id="{360C9156-A92C-0F42-A924-D97D8BD8785F}"/>
              </a:ext>
            </a:extLst>
          </p:cNvPr>
          <p:cNvSpPr>
            <a:spLocks xmlns:a="http://schemas.openxmlformats.org/drawingml/2006/main" noGrp="1"/>
          </p:cNvSpPr>
          <p:nvPr>
            <p:ph type="body" idx="34" hasCustomPrompt="1"/>
          </p:nvPr>
        </p:nvSpPr>
        <p:spPr>
          <a:xfrm xmlns:a="http://schemas.openxmlformats.org/drawingml/2006/main">
            <a:off x="8448458" y="5557876"/>
            <a:ext cx="3237574" cy="603016"/>
          </a:xfrm>
          <a:prstGeom xmlns:a="http://schemas.openxmlformats.org/drawingml/2006/main" prst="rect">
            <a:avLst/>
          </a:prstGeom>
        </p:spPr>
        <p:txBody>
          <a:bodyPr xmlns:a="http://schemas.openxmlformats.org/drawingml/2006/main" lIns="0" tIns="0" rIns="0" bIns="0"/>
          <a:lstStyle xmlns:a="http://schemas.openxmlformats.org/drawingml/2006/main">
            <a:lvl1pPr algn="l">
              <a:buNone/>
              <a:defRPr sz="1400" b="0" i="0">
                <a:solidFill>
                  <a:schemeClr val="tx1"/>
                </a:solidFill>
                <a:latin typeface="Oracle Sans Tab"/>
                <a:ea typeface="Oracle Sans Tab"/>
                <a:cs typeface="Oracle Sans Tab"/>
              </a:defRPr>
            </a:lvl1pPr>
          </a:lstStyle>
          <a:p xmlns:a="http://schemas.openxmlformats.org/drawingml/2006/main">
            <a:pPr>
              <a:buNone/>
            </a:pPr>
            <a:r>
              <a:t>Lorem ipsum </a:t>
            </a:r>
            <a:r>
              <a:t>dolor</a:t>
            </a:r>
            <a:r>
              <a:t> sit </a:t>
            </a:r>
            <a:r>
              <a:t>amet</a:t>
            </a:r>
            <a:r>
              <a:t>, </a:t>
            </a:r>
            <a:r>
              <a:t>consectetur</a:t>
            </a:r>
            <a:r>
              <a:t> </a:t>
            </a:r>
            <a:r>
              <a:t>adipiscing</a:t>
            </a:r>
            <a:r>
              <a:t> </a:t>
            </a:r>
            <a:r>
              <a:t>elit</a:t>
            </a:r>
            <a:r>
              <a:t>, </a:t>
            </a:r>
            <a:r>
              <a:t>sed</a:t>
            </a:r>
            <a:r>
              <a:t> do </a:t>
            </a:r>
            <a:r>
              <a:t>eiusmod</a:t>
            </a:r>
            <a:r>
              <a:t> </a:t>
            </a:r>
            <a:r>
              <a:t>tempor</a:t>
            </a:r>
            <a:r>
              <a:t> </a:t>
            </a:r>
            <a:r>
              <a:t>incididunt</a:t>
            </a:r>
          </a:p>
        </p:txBody>
      </p:sp>
      <p:sp>
        <p:nvSpPr>
          <p:cNvPr id="12" name="Picture Placeholder 17">
            <a:extLst xmlns:a="http://schemas.openxmlformats.org/drawingml/2006/main">
              <a:ext uri="{FF2B5EF4-FFF2-40B4-BE49-F238E27FC236}">
                <a16:creationId xmlns:a16="http://schemas.microsoft.com/office/drawing/2014/main" id="{37E1F626-6013-A11C-1493-E8B91C591978}"/>
              </a:ext>
            </a:extLst>
          </p:cNvPr>
          <p:cNvSpPr>
            <a:spLocks xmlns:a="http://schemas.openxmlformats.org/drawingml/2006/main" noGrp="1"/>
          </p:cNvSpPr>
          <p:nvPr>
            <p:ph type="pic" idx="53" hasCustomPrompt="1"/>
          </p:nvPr>
        </p:nvSpPr>
        <p:spPr>
          <a:xfrm xmlns:a="http://schemas.openxmlformats.org/drawingml/2006/main">
            <a:off x="6096000" y="0"/>
            <a:ext cx="6096000" cy="3428682"/>
          </a:xfrm>
          <a:prstGeom xmlns:a="http://schemas.openxmlformats.org/drawingml/2006/main" prst="rect">
            <a:avLst/>
          </a:prstGeom>
          <a:solidFill xmlns:a="http://schemas.openxmlformats.org/drawingml/2006/main">
            <a:srgbClr val="AEA8A2"/>
          </a:solidFill>
        </p:spPr>
        <p:txBody>
          <a:bodyPr xmlns:a="http://schemas.openxmlformats.org/drawingml/2006/main" lIns="72000" tIns="72000" rIns="0" anchor="ctr"/>
          <a:lstStyle xmlns:a="http://schemas.openxmlformats.org/drawingml/2006/main">
            <a:lvl1pPr algn="ctr">
              <a:buNone/>
              <a:defRPr sz="1400" b="0" i="0">
                <a:solidFill>
                  <a:schemeClr val="tx1"/>
                </a:solidFill>
                <a:latin typeface="Oracle Sans Tab"/>
                <a:ea typeface="Oracle Sans Tab"/>
                <a:cs typeface="Oracle Sans Tab"/>
              </a:defRPr>
            </a:lvl1pPr>
          </a:lstStyle>
          <a:p xmlns:a="http://schemas.openxmlformats.org/drawingml/2006/main">
            <a:r>
              <a:t>Click to add photo or illustration</a:t>
            </a:r>
          </a:p>
          <a:p xmlns:a="http://schemas.openxmlformats.org/drawingml/2006/main"/>
          <a:p xmlns:a="http://schemas.openxmlformats.org/drawingml/2006/main"/>
          <a:p xmlns:a="http://schemas.openxmlformats.org/drawingml/2006/main"/>
        </p:txBody>
      </p:sp>
      <p:pic>
        <p:nvPicPr>
          <p:cNvPr id="57" name="OTag"/>
          <p:cNvPicPr>
            <a:picLocks xmlns:a="http://schemas.openxmlformats.org/drawingml/2006/main" noChangeAspect="1"/>
          </p:cNvPicPr>
          <p:nvPr/>
        </p:nvPicPr>
        <p:blipFill>
          <a:blip xmlns:r="http://schemas.openxmlformats.org/officeDocument/2006/relationships" xmlns:a="http://schemas.openxmlformats.org/drawingml/2006/main" r:embed="Rf4aa6ef8131e481a"/>
          <a:stretch xmlns:a="http://schemas.openxmlformats.org/drawingml/2006/main">
            <a:fillRect l="0" t="0" r="0" b="0"/>
          </a:stretch>
        </p:blipFill>
        <p:spPr>
          <a:xfrm xmlns:a="http://schemas.openxmlformats.org/drawingml/2006/main">
            <a:off x="11405616" y="6464808"/>
            <a:ext cx="393192" cy="393192"/>
          </a:xfrm>
          <a:prstGeom xmlns:a="http://schemas.openxmlformats.org/drawingml/2006/main" prst="rect">
            <a:avLst/>
          </a:prstGeom>
        </p:spPr>
      </p:pic>
      <p:pic>
        <p:nvPicPr>
          <p:cNvPr id="58" name="Graphic 12"/>
          <p:cNvPicPr>
            <a:picLocks xmlns:a="http://schemas.openxmlformats.org/drawingml/2006/main" noChangeAspect="1"/>
          </p:cNvPicPr>
          <p:nvPr/>
        </p:nvPicPr>
        <p:blipFill>
          <a:blip xmlns:r="http://schemas.openxmlformats.org/officeDocument/2006/relationships" xmlns:a="http://schemas.openxmlformats.org/drawingml/2006/main" r:embed="R47a9b835d4e04ce7">
            <a:extLst>
              <a:ext uri="{96DAC541-7B7A-43D3-8B79-37D633B846F1}">
                <asvg:svgBlip xmlns:asvg="http://schemas.microsoft.com/office/drawing/2016/SVG/main" r:embed="R1729eca5e8d14c0a"/>
              </a:ext>
            </a:extLst>
          </a:blip>
          <a:srcRect xmlns:a="http://schemas.openxmlformats.org/drawingml/2006/main" l="-9503" t="21585" r="0" b="15557"/>
          <a:stretch xmlns:a="http://schemas.openxmlformats.org/drawingml/2006/main"/>
        </p:blipFill>
        <p:spPr>
          <a:xfrm xmlns:a="http://schemas.openxmlformats.org/drawingml/2006/main">
            <a:off x="8834980" y="3428681"/>
            <a:ext cx="3357020" cy="1284671"/>
          </a:xfrm>
          <a:prstGeom xmlns:a="http://schemas.openxmlformats.org/drawingml/2006/main" prst="rect">
            <a:avLst/>
          </a:prstGeom>
        </p:spPr>
      </p:pic>
      <p:sp>
        <p:nvSpPr>
          <p:cNvPr id="14" name="Text Placeholder 21">
            <a:extLst xmlns:a="http://schemas.openxmlformats.org/drawingml/2006/main">
              <a:ext uri="{FF2B5EF4-FFF2-40B4-BE49-F238E27FC236}">
                <a16:creationId xmlns:a16="http://schemas.microsoft.com/office/drawing/2014/main" id="{714C8117-8874-4C52-FD47-896710854EA6}"/>
              </a:ext>
            </a:extLst>
          </p:cNvPr>
          <p:cNvSpPr>
            <a:spLocks xmlns:a="http://schemas.openxmlformats.org/drawingml/2006/main" noGrp="1"/>
          </p:cNvSpPr>
          <p:nvPr>
            <p:ph type="body" idx="54" hasCustomPrompt="1"/>
          </p:nvPr>
        </p:nvSpPr>
        <p:spPr>
          <a:xfrm xmlns:a="http://schemas.openxmlformats.org/drawingml/2006/main">
            <a:off x="768875" y="6104842"/>
            <a:ext cx="4762532" cy="274320"/>
          </a:xfrm>
          <a:prstGeom xmlns:a="http://schemas.openxmlformats.org/drawingml/2006/main" prst="rect">
            <a:avLst/>
          </a:prstGeom>
        </p:spPr>
        <p:txBody>
          <a:bodyPr xmlns:a="http://schemas.openxmlformats.org/drawingml/2006/main" lIns="0" tIns="0" rIns="0" bIns="0" anchor="ctr"/>
          <a:lstStyle xmlns:a="http://schemas.openxmlformats.org/drawingml/2006/main">
            <a:lvl1pPr marL="0" indent="0" algn="l">
              <a:lnSpc>
                <a:spcPct val="100000"/>
              </a:lnSpc>
              <a:spcAft>
                <a:spcPts val="600"/>
              </a:spcAft>
              <a:buNone/>
              <a:defRPr sz="1200" b="1" i="0">
                <a:solidFill>
                  <a:schemeClr val="tx1"/>
                </a:solidFill>
                <a:latin typeface="Oracle Sans Tab"/>
                <a:ea typeface="Oracle Sans Tab"/>
                <a:cs typeface="Oracle Sans Tab"/>
              </a:defRPr>
            </a:lvl1pPr>
          </a:lstStyle>
          <a:p xmlns:a="http://schemas.openxmlformats.org/drawingml/2006/main">
            <a:pPr>
              <a:buNone/>
            </a:pPr>
            <a:r>
              <a:t>Call to action</a:t>
            </a:r>
          </a:p>
        </p:txBody>
      </p:sp>
      <p:sp>
        <p:nvSpPr>
          <p:cNvPr id="17" name="Date Placeholder 16">
            <a:extLst xmlns:a="http://schemas.openxmlformats.org/drawingml/2006/main">
              <a:ext uri="{FF2B5EF4-FFF2-40B4-BE49-F238E27FC236}">
                <a16:creationId xmlns:a16="http://schemas.microsoft.com/office/drawing/2014/main" id="{517E3FFB-C0A0-39FC-1BD2-702C7C9E9FAF}"/>
              </a:ext>
            </a:extLst>
          </p:cNvPr>
          <p:cNvSpPr>
            <a:spLocks xmlns:a="http://schemas.openxmlformats.org/drawingml/2006/main" noGrp="1"/>
          </p:cNvSpPr>
          <p:nvPr>
            <p:ph type="dt" idx="55"/>
          </p:nvPr>
        </p:nvSpPr>
        <p:spPr/>
        <p:txBody>
          <a:bodyPr xmlns:a="http://schemas.openxmlformats.org/drawingml/2006/main"/>
          <a:lstStyle xmlns:a="http://schemas.openxmlformats.org/drawingml/2006/main"/>
          <a:p xmlns:a="http://schemas.openxmlformats.org/drawingml/2006/main">
            <a:r>
              <a:t>[Date]</a:t>
            </a:r>
          </a:p>
        </p:txBody>
      </p:sp>
      <p:sp>
        <p:nvSpPr>
          <p:cNvPr id="18" name="Footer Placeholder 17">
            <a:extLst xmlns:a="http://schemas.openxmlformats.org/drawingml/2006/main">
              <a:ext uri="{FF2B5EF4-FFF2-40B4-BE49-F238E27FC236}">
                <a16:creationId xmlns:a16="http://schemas.microsoft.com/office/drawing/2014/main" id="{7343479E-6B16-C8F0-F517-B1DE284F81CA}"/>
              </a:ext>
            </a:extLst>
          </p:cNvPr>
          <p:cNvSpPr>
            <a:spLocks xmlns:a="http://schemas.openxmlformats.org/drawingml/2006/main" noGrp="1"/>
          </p:cNvSpPr>
          <p:nvPr>
            <p:ph type="ftr" idx="56"/>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19" name="Slide Number Placeholder 18">
            <a:extLst xmlns:a="http://schemas.openxmlformats.org/drawingml/2006/main">
              <a:ext uri="{FF2B5EF4-FFF2-40B4-BE49-F238E27FC236}">
                <a16:creationId xmlns:a16="http://schemas.microsoft.com/office/drawing/2014/main" id="{662B9361-AD62-3B4A-F888-F69673F85D49}"/>
              </a:ext>
            </a:extLst>
          </p:cNvPr>
          <p:cNvSpPr>
            <a:spLocks xmlns:a="http://schemas.openxmlformats.org/drawingml/2006/main" noGrp="1"/>
          </p:cNvSpPr>
          <p:nvPr>
            <p:ph type="sldNum" idx="57"/>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102.xml><?xml version="1.0" encoding="utf-8"?>
<p:sldLayout xmlns:p="http://schemas.openxmlformats.org/presentationml/2006/main" preserve="1" userDrawn="1">
  <p:cSld name="Light - half color block">
    <p:bg>
      <p:bgRef idx="1001">
        <a:schemeClr xmlns:a="http://schemas.openxmlformats.org/drawingml/2006/main" val="bg2"/>
      </p:bgRef>
    </p:bg>
    <p:spTree>
      <p:nvGrpSpPr>
        <p:cNvPr id="1" name=""/>
        <p:cNvGrpSpPr/>
        <p:nvPr/>
      </p:nvGrpSpPr>
      <p:grpSpPr>
        <a:xfrm xmlns:a="http://schemas.openxmlformats.org/drawingml/2006/main"/>
      </p:grpSpPr>
      <p:sp>
        <p:nvSpPr>
          <p:cNvPr id="7" name="Rectangle 6">
            <a:extLst xmlns:a="http://schemas.openxmlformats.org/drawingml/2006/main">
              <a:ext uri="{FF2B5EF4-FFF2-40B4-BE49-F238E27FC236}">
                <a16:creationId xmlns:a16="http://schemas.microsoft.com/office/drawing/2014/main" id="{4DC368C7-84E9-0B4D-0941-3C15D6866906}"/>
              </a:ext>
            </a:extLst>
          </p:cNvPr>
          <p:cNvSpPr>
            <a:spLocks xmlns:a="http://schemas.openxmlformats.org/drawingml/2006/main" noGrp="1"/>
          </p:cNvSpPr>
          <p:nvPr/>
        </p:nvSpPr>
        <p:spPr>
          <a:xfrm xmlns:a="http://schemas.openxmlformats.org/drawingml/2006/main">
            <a:off x="0" y="-1"/>
            <a:ext cx="5943600" cy="6858000"/>
          </a:xfrm>
          <a:prstGeom xmlns:a="http://schemas.openxmlformats.org/drawingml/2006/main" prst="rect">
            <a:avLst/>
          </a:prstGeom>
          <a:solidFill xmlns:a="http://schemas.openxmlformats.org/drawingml/2006/main">
            <a:srgbClr val="F1EFED"/>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 name="Title 1">
            <a:extLst xmlns:a="http://schemas.openxmlformats.org/drawingml/2006/main">
              <a:ext uri="{FF2B5EF4-FFF2-40B4-BE49-F238E27FC236}">
                <a16:creationId xmlns:a16="http://schemas.microsoft.com/office/drawing/2014/main" id="{EBB5018F-8341-A0A7-3798-BB6D386BF6AE}"/>
              </a:ext>
            </a:extLst>
          </p:cNvPr>
          <p:cNvSpPr>
            <a:spLocks xmlns:a="http://schemas.openxmlformats.org/drawingml/2006/main" noGrp="1"/>
          </p:cNvSpPr>
          <p:nvPr>
            <p:ph type="title" idx="0"/>
          </p:nvPr>
        </p:nvSpPr>
        <p:spPr>
          <a:xfrm xmlns:a="http://schemas.openxmlformats.org/drawingml/2006/main">
            <a:off x="768875" y="3017520"/>
            <a:ext cx="4595613" cy="822960"/>
          </a:xfrm>
        </p:spPr>
        <p:txBody>
          <a:bodyPr xmlns:a="http://schemas.openxmlformats.org/drawingml/2006/main" anchor="ctr"/>
          <a:lstStyle xmlns:a="http://schemas.openxmlformats.org/drawingml/2006/main">
            <a:lvl1pPr>
              <a:lnSpc>
                <a:spcPct val="100000"/>
              </a:lnSpc>
              <a:buNone/>
              <a:defRPr b="1" i="0">
                <a:solidFill>
                  <a:schemeClr val="tx1"/>
                </a:solidFill>
                <a:latin typeface="Oracle Sans Tab"/>
                <a:ea typeface="Oracle Sans Tab"/>
                <a:cs typeface="Oracle Sans Tab"/>
              </a:defRPr>
            </a:lvl1pPr>
          </a:lstStyle>
          <a:p xmlns:a="http://schemas.openxmlformats.org/drawingml/2006/main">
            <a:r>
              <a:t>Click to edit Master title style</a:t>
            </a:r>
          </a:p>
        </p:txBody>
      </p:sp>
      <p:sp>
        <p:nvSpPr>
          <p:cNvPr id="10" name="Date Placeholder 9">
            <a:extLst xmlns:a="http://schemas.openxmlformats.org/drawingml/2006/main">
              <a:ext uri="{FF2B5EF4-FFF2-40B4-BE49-F238E27FC236}">
                <a16:creationId xmlns:a16="http://schemas.microsoft.com/office/drawing/2014/main" id="{286C0061-4E7E-2140-2CEA-6B7B622F355D}"/>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r>
              <a:t>[Date]</a:t>
            </a:r>
          </a:p>
        </p:txBody>
      </p:sp>
      <p:sp>
        <p:nvSpPr>
          <p:cNvPr id="11" name="Footer Placeholder 10">
            <a:extLst xmlns:a="http://schemas.openxmlformats.org/drawingml/2006/main">
              <a:ext uri="{FF2B5EF4-FFF2-40B4-BE49-F238E27FC236}">
                <a16:creationId xmlns:a16="http://schemas.microsoft.com/office/drawing/2014/main" id="{1E039DDE-337D-A944-526A-A1DE9752BEE8}"/>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12" name="Slide Number Placeholder 11">
            <a:extLst xmlns:a="http://schemas.openxmlformats.org/drawingml/2006/main">
              <a:ext uri="{FF2B5EF4-FFF2-40B4-BE49-F238E27FC236}">
                <a16:creationId xmlns:a16="http://schemas.microsoft.com/office/drawing/2014/main" id="{E9689647-50E5-BAE4-5CA7-9E86178BF7F0}"/>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103.xml><?xml version="1.0" encoding="utf-8"?>
<p:sldLayout xmlns:p="http://schemas.openxmlformats.org/presentationml/2006/main" preserve="1" userDrawn="1">
  <p:cSld name="Dark - half color block">
    <p:bg>
      <p:bgRef idx="1001">
        <a:schemeClr xmlns:a="http://schemas.openxmlformats.org/drawingml/2006/main" val="bg2"/>
      </p:bgRef>
    </p:bg>
    <p:spTree>
      <p:nvGrpSpPr>
        <p:cNvPr id="1" name=""/>
        <p:cNvGrpSpPr/>
        <p:nvPr/>
      </p:nvGrpSpPr>
      <p:grpSpPr>
        <a:xfrm xmlns:a="http://schemas.openxmlformats.org/drawingml/2006/main"/>
      </p:grpSpPr>
      <p:sp>
        <p:nvSpPr>
          <p:cNvPr id="7" name="Rectangle 6">
            <a:extLst xmlns:a="http://schemas.openxmlformats.org/drawingml/2006/main">
              <a:ext uri="{FF2B5EF4-FFF2-40B4-BE49-F238E27FC236}">
                <a16:creationId xmlns:a16="http://schemas.microsoft.com/office/drawing/2014/main" id="{4DC368C7-84E9-0B4D-0941-3C15D6866906}"/>
              </a:ext>
            </a:extLst>
          </p:cNvPr>
          <p:cNvSpPr>
            <a:spLocks xmlns:a="http://schemas.openxmlformats.org/drawingml/2006/main" noGrp="1"/>
          </p:cNvSpPr>
          <p:nvPr/>
        </p:nvSpPr>
        <p:spPr>
          <a:xfrm xmlns:a="http://schemas.openxmlformats.org/drawingml/2006/main">
            <a:off x="0" y="-1"/>
            <a:ext cx="5943600" cy="6858000"/>
          </a:xfrm>
          <a:prstGeom xmlns:a="http://schemas.openxmlformats.org/drawingml/2006/main" prst="rect">
            <a:avLst/>
          </a:prstGeom>
          <a:solidFill xmlns:a="http://schemas.openxmlformats.org/drawingml/2006/main">
            <a:schemeClr val="tx1">
              <a:alpha val="5000"/>
            </a:schemeClr>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 name="Title 1">
            <a:extLst xmlns:a="http://schemas.openxmlformats.org/drawingml/2006/main">
              <a:ext uri="{FF2B5EF4-FFF2-40B4-BE49-F238E27FC236}">
                <a16:creationId xmlns:a16="http://schemas.microsoft.com/office/drawing/2014/main" id="{EBB5018F-8341-A0A7-3798-BB6D386BF6AE}"/>
              </a:ext>
            </a:extLst>
          </p:cNvPr>
          <p:cNvSpPr>
            <a:spLocks xmlns:a="http://schemas.openxmlformats.org/drawingml/2006/main" noGrp="1"/>
          </p:cNvSpPr>
          <p:nvPr>
            <p:ph type="title" idx="0"/>
          </p:nvPr>
        </p:nvSpPr>
        <p:spPr>
          <a:xfrm xmlns:a="http://schemas.openxmlformats.org/drawingml/2006/main">
            <a:off x="768875" y="3017520"/>
            <a:ext cx="4595613" cy="822960"/>
          </a:xfrm>
        </p:spPr>
        <p:txBody>
          <a:bodyPr xmlns:a="http://schemas.openxmlformats.org/drawingml/2006/main" anchor="ctr"/>
          <a:lstStyle xmlns:a="http://schemas.openxmlformats.org/drawingml/2006/main">
            <a:lvl1pPr>
              <a:lnSpc>
                <a:spcPct val="100000"/>
              </a:lnSpc>
              <a:buNone/>
              <a:defRPr b="1" i="0">
                <a:solidFill>
                  <a:schemeClr val="tx1"/>
                </a:solidFill>
                <a:latin typeface="Oracle Sans Tab"/>
                <a:ea typeface="Oracle Sans Tab"/>
                <a:cs typeface="Oracle Sans Tab"/>
              </a:defRPr>
            </a:lvl1pPr>
          </a:lstStyle>
          <a:p xmlns:a="http://schemas.openxmlformats.org/drawingml/2006/main">
            <a:r>
              <a:t>Click to edit Master title style</a:t>
            </a:r>
          </a:p>
        </p:txBody>
      </p:sp>
      <p:sp>
        <p:nvSpPr>
          <p:cNvPr id="4" name="Date Placeholder 3">
            <a:extLst xmlns:a="http://schemas.openxmlformats.org/drawingml/2006/main">
              <a:ext uri="{FF2B5EF4-FFF2-40B4-BE49-F238E27FC236}">
                <a16:creationId xmlns:a16="http://schemas.microsoft.com/office/drawing/2014/main" id="{48318C2A-FAC8-8668-44E2-F8DC25FA99CF}"/>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r>
              <a:t>[Date]</a:t>
            </a:r>
          </a:p>
        </p:txBody>
      </p:sp>
      <p:sp>
        <p:nvSpPr>
          <p:cNvPr id="8" name="Footer Placeholder 7">
            <a:extLst xmlns:a="http://schemas.openxmlformats.org/drawingml/2006/main">
              <a:ext uri="{FF2B5EF4-FFF2-40B4-BE49-F238E27FC236}">
                <a16:creationId xmlns:a16="http://schemas.microsoft.com/office/drawing/2014/main" id="{52FC3DF3-4FE5-E8E0-D017-DCE41E24BBB7}"/>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9" name="Slide Number Placeholder 8">
            <a:extLst xmlns:a="http://schemas.openxmlformats.org/drawingml/2006/main">
              <a:ext uri="{FF2B5EF4-FFF2-40B4-BE49-F238E27FC236}">
                <a16:creationId xmlns:a16="http://schemas.microsoft.com/office/drawing/2014/main" id="{0B3F951D-D5F8-AFD9-7852-FD05A119A9DC}"/>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104.xml><?xml version="1.0" encoding="utf-8"?>
<p:sldLayout xmlns:p="http://schemas.openxmlformats.org/presentationml/2006/main" preserve="1" userDrawn="1">
  <p:cSld name="Light - Left middle title and sub ">
    <p:bg>
      <p:bgRef idx="1001">
        <a:schemeClr xmlns:a="http://schemas.openxmlformats.org/drawingml/2006/main" val="bg2"/>
      </p:bgRef>
    </p:bg>
    <p:spTree>
      <p:nvGrpSpPr>
        <p:cNvPr id="1" name=""/>
        <p:cNvGrpSpPr/>
        <p:nvPr/>
      </p:nvGrpSpPr>
      <p:grpSpPr>
        <a:xfrm xmlns:a="http://schemas.openxmlformats.org/drawingml/2006/main"/>
      </p:grpSpPr>
      <p:sp>
        <p:nvSpPr>
          <p:cNvPr id="3" name="Title 2">
            <a:extLst xmlns:a="http://schemas.openxmlformats.org/drawingml/2006/main">
              <a:ext uri="{FF2B5EF4-FFF2-40B4-BE49-F238E27FC236}">
                <a16:creationId xmlns:a16="http://schemas.microsoft.com/office/drawing/2014/main" id="{740F3D2B-DD8D-3718-AE06-7C8DDB64D815}"/>
              </a:ext>
            </a:extLst>
          </p:cNvPr>
          <p:cNvSpPr>
            <a:spLocks xmlns:a="http://schemas.openxmlformats.org/drawingml/2006/main" noGrp="1"/>
          </p:cNvSpPr>
          <p:nvPr>
            <p:ph type="title" idx="0" hasCustomPrompt="1"/>
          </p:nvPr>
        </p:nvSpPr>
        <p:spPr>
          <a:xfrm xmlns:a="http://schemas.openxmlformats.org/drawingml/2006/main">
            <a:off x="761998" y="2471026"/>
            <a:ext cx="4846320" cy="822960"/>
          </a:xfrm>
        </p:spPr>
        <p:txBody>
          <a:bodyPr xmlns:a="http://schemas.openxmlformats.org/drawingml/2006/main"/>
          <a:lstStyle xmlns:a="http://schemas.openxmlformats.org/drawingml/2006/main">
            <a:lvl1pPr algn="l">
              <a:buNone/>
              <a:defRPr sz="3200" b="1" i="0">
                <a:latin typeface="Oracle Sans Tab"/>
                <a:ea typeface="Oracle Sans Tab"/>
                <a:cs typeface="Oracle Sans Tab"/>
              </a:defRPr>
            </a:lvl1pPr>
          </a:lstStyle>
          <a:p xmlns:a="http://schemas.openxmlformats.org/drawingml/2006/main">
            <a:r>
              <a:t>Left aligned middle title. </a:t>
            </a:r>
            <a:br/>
            <a:r>
              <a:t>Add graphic to the right.</a:t>
            </a:r>
          </a:p>
        </p:txBody>
      </p:sp>
      <p:sp>
        <p:nvSpPr>
          <p:cNvPr id="10" name="Text Placeholder 21">
            <a:extLst xmlns:a="http://schemas.openxmlformats.org/drawingml/2006/main">
              <a:ext uri="{FF2B5EF4-FFF2-40B4-BE49-F238E27FC236}">
                <a16:creationId xmlns:a16="http://schemas.microsoft.com/office/drawing/2014/main" id="{ADDF4B14-485E-2D9E-8017-8DBD76E5E0CC}"/>
              </a:ext>
            </a:extLst>
          </p:cNvPr>
          <p:cNvSpPr>
            <a:spLocks xmlns:a="http://schemas.openxmlformats.org/drawingml/2006/main" noGrp="1"/>
          </p:cNvSpPr>
          <p:nvPr>
            <p:ph type="body" idx="24" hasCustomPrompt="1"/>
          </p:nvPr>
        </p:nvSpPr>
        <p:spPr>
          <a:xfrm xmlns:a="http://schemas.openxmlformats.org/drawingml/2006/main">
            <a:off x="762000" y="3564014"/>
            <a:ext cx="4846320" cy="1228119"/>
          </a:xfrm>
          <a:prstGeom xmlns:a="http://schemas.openxmlformats.org/drawingml/2006/main" prst="rect">
            <a:avLst/>
          </a:prstGeom>
          <a:noFill xmlns:a="http://schemas.openxmlformats.org/drawingml/2006/main"/>
        </p:spPr>
        <p:txBody>
          <a:bodyPr xmlns:a="http://schemas.openxmlformats.org/drawingml/2006/main" lIns="0" tIns="0" rIns="0" bIns="0"/>
          <a:lstStyle xmlns:a="http://schemas.openxmlformats.org/drawingml/2006/main">
            <a:lvl1pPr algn="l">
              <a:lnSpc>
                <a:spcPct val="100000"/>
              </a:lnSpc>
              <a:spcBef>
                <a:spcPts val="0"/>
              </a:spcBef>
              <a:spcAft>
                <a:spcPts val="400"/>
              </a:spcAft>
              <a:buNone/>
              <a:defRPr sz="2000" b="0" i="0">
                <a:solidFill>
                  <a:schemeClr val="tx1"/>
                </a:solidFill>
                <a:latin typeface="Oracle Sans"/>
                <a:ea typeface="Oracle Sans"/>
                <a:cs typeface="Oracle Sans"/>
              </a:defRPr>
            </a:lvl1pPr>
          </a:lstStyle>
          <a:p xmlns:a="http://schemas.openxmlformats.org/drawingml/2006/main">
            <a:pPr>
              <a:buNone/>
            </a:pPr>
            <a:r>
              <a:t>Left aligned middle subhead. </a:t>
            </a:r>
            <a:br/>
            <a:r>
              <a:t>Body copy goes here. To the right, add in custom graphics, technical diagrams or custom artwork. </a:t>
            </a:r>
          </a:p>
        </p:txBody>
      </p:sp>
      <p:sp>
        <p:nvSpPr>
          <p:cNvPr id="7" name="Date Placeholder 6">
            <a:extLst xmlns:a="http://schemas.openxmlformats.org/drawingml/2006/main">
              <a:ext uri="{FF2B5EF4-FFF2-40B4-BE49-F238E27FC236}">
                <a16:creationId xmlns:a16="http://schemas.microsoft.com/office/drawing/2014/main" id="{D179F262-33C0-9C89-FF1B-274C3292F5D9}"/>
              </a:ext>
            </a:extLst>
          </p:cNvPr>
          <p:cNvSpPr>
            <a:spLocks xmlns:a="http://schemas.openxmlformats.org/drawingml/2006/main" noGrp="1"/>
          </p:cNvSpPr>
          <p:nvPr>
            <p:ph type="dt" idx="25"/>
          </p:nvPr>
        </p:nvSpPr>
        <p:spPr/>
        <p:txBody>
          <a:bodyPr xmlns:a="http://schemas.openxmlformats.org/drawingml/2006/main"/>
          <a:lstStyle xmlns:a="http://schemas.openxmlformats.org/drawingml/2006/main"/>
          <a:p xmlns:a="http://schemas.openxmlformats.org/drawingml/2006/main">
            <a:r>
              <a:t>[Date]</a:t>
            </a:r>
          </a:p>
        </p:txBody>
      </p:sp>
      <p:sp>
        <p:nvSpPr>
          <p:cNvPr id="11" name="Footer Placeholder 10">
            <a:extLst xmlns:a="http://schemas.openxmlformats.org/drawingml/2006/main">
              <a:ext uri="{FF2B5EF4-FFF2-40B4-BE49-F238E27FC236}">
                <a16:creationId xmlns:a16="http://schemas.microsoft.com/office/drawing/2014/main" id="{D5E9F95B-7B08-E5C3-41E8-37206B002DAB}"/>
              </a:ext>
            </a:extLst>
          </p:cNvPr>
          <p:cNvSpPr>
            <a:spLocks xmlns:a="http://schemas.openxmlformats.org/drawingml/2006/main" noGrp="1"/>
          </p:cNvSpPr>
          <p:nvPr>
            <p:ph type="ftr" idx="26"/>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12" name="Slide Number Placeholder 11">
            <a:extLst xmlns:a="http://schemas.openxmlformats.org/drawingml/2006/main">
              <a:ext uri="{FF2B5EF4-FFF2-40B4-BE49-F238E27FC236}">
                <a16:creationId xmlns:a16="http://schemas.microsoft.com/office/drawing/2014/main" id="{1D200AA5-14ED-1D70-C77B-DA719D857C90}"/>
              </a:ext>
            </a:extLst>
          </p:cNvPr>
          <p:cNvSpPr>
            <a:spLocks xmlns:a="http://schemas.openxmlformats.org/drawingml/2006/main" noGrp="1"/>
          </p:cNvSpPr>
          <p:nvPr>
            <p:ph type="sldNum" idx="27"/>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105.xml><?xml version="1.0" encoding="utf-8"?>
<p:sldLayout xmlns:p="http://schemas.openxmlformats.org/presentationml/2006/main" preserve="1" userDrawn="1">
  <p:cSld name="Dark - Left middle title and sub ">
    <p:bg>
      <p:bgRef idx="1001">
        <a:schemeClr xmlns:a="http://schemas.openxmlformats.org/drawingml/2006/main" val="bg2"/>
      </p:bgRef>
    </p:bg>
    <p:spTree>
      <p:nvGrpSpPr>
        <p:cNvPr id="1" name=""/>
        <p:cNvGrpSpPr/>
        <p:nvPr/>
      </p:nvGrpSpPr>
      <p:grpSpPr>
        <a:xfrm xmlns:a="http://schemas.openxmlformats.org/drawingml/2006/main"/>
      </p:grpSpPr>
      <p:sp>
        <p:nvSpPr>
          <p:cNvPr id="3" name="Title 2">
            <a:extLst xmlns:a="http://schemas.openxmlformats.org/drawingml/2006/main">
              <a:ext uri="{FF2B5EF4-FFF2-40B4-BE49-F238E27FC236}">
                <a16:creationId xmlns:a16="http://schemas.microsoft.com/office/drawing/2014/main" id="{740F3D2B-DD8D-3718-AE06-7C8DDB64D815}"/>
              </a:ext>
            </a:extLst>
          </p:cNvPr>
          <p:cNvSpPr>
            <a:spLocks xmlns:a="http://schemas.openxmlformats.org/drawingml/2006/main" noGrp="1"/>
          </p:cNvSpPr>
          <p:nvPr>
            <p:ph type="title" idx="0" hasCustomPrompt="1"/>
          </p:nvPr>
        </p:nvSpPr>
        <p:spPr>
          <a:xfrm xmlns:a="http://schemas.openxmlformats.org/drawingml/2006/main">
            <a:off x="762000" y="2471026"/>
            <a:ext cx="4846320" cy="822960"/>
          </a:xfrm>
        </p:spPr>
        <p:txBody>
          <a:bodyPr xmlns:a="http://schemas.openxmlformats.org/drawingml/2006/main"/>
          <a:lstStyle xmlns:a="http://schemas.openxmlformats.org/drawingml/2006/main">
            <a:lvl1pPr>
              <a:buNone/>
              <a:defRPr sz="3200" b="1" i="0">
                <a:latin typeface="Oracle Sans Tab"/>
                <a:ea typeface="Oracle Sans Tab"/>
                <a:cs typeface="Oracle Sans Tab"/>
              </a:defRPr>
            </a:lvl1pPr>
          </a:lstStyle>
          <a:p xmlns:a="http://schemas.openxmlformats.org/drawingml/2006/main">
            <a:r>
              <a:t>Left aligned middle title. </a:t>
            </a:r>
            <a:br/>
            <a:r>
              <a:t>Add graphic to the right</a:t>
            </a:r>
          </a:p>
        </p:txBody>
      </p:sp>
      <p:sp>
        <p:nvSpPr>
          <p:cNvPr id="10" name="Text Placeholder 21">
            <a:extLst xmlns:a="http://schemas.openxmlformats.org/drawingml/2006/main">
              <a:ext uri="{FF2B5EF4-FFF2-40B4-BE49-F238E27FC236}">
                <a16:creationId xmlns:a16="http://schemas.microsoft.com/office/drawing/2014/main" id="{ADDF4B14-485E-2D9E-8017-8DBD76E5E0CC}"/>
              </a:ext>
            </a:extLst>
          </p:cNvPr>
          <p:cNvSpPr>
            <a:spLocks xmlns:a="http://schemas.openxmlformats.org/drawingml/2006/main" noGrp="1"/>
          </p:cNvSpPr>
          <p:nvPr>
            <p:ph type="body" idx="24" hasCustomPrompt="1"/>
          </p:nvPr>
        </p:nvSpPr>
        <p:spPr>
          <a:xfrm xmlns:a="http://schemas.openxmlformats.org/drawingml/2006/main">
            <a:off x="762000" y="3564014"/>
            <a:ext cx="4846320" cy="1228119"/>
          </a:xfrm>
          <a:prstGeom xmlns:a="http://schemas.openxmlformats.org/drawingml/2006/main" prst="rect">
            <a:avLst/>
          </a:prstGeom>
          <a:noFill xmlns:a="http://schemas.openxmlformats.org/drawingml/2006/main"/>
        </p:spPr>
        <p:txBody>
          <a:bodyPr xmlns:a="http://schemas.openxmlformats.org/drawingml/2006/main" lIns="0" tIns="0" rIns="0" bIns="0"/>
          <a:lstStyle xmlns:a="http://schemas.openxmlformats.org/drawingml/2006/main">
            <a:lvl1pPr algn="l">
              <a:lnSpc>
                <a:spcPct val="100000"/>
              </a:lnSpc>
              <a:spcBef>
                <a:spcPts val="0"/>
              </a:spcBef>
              <a:spcAft>
                <a:spcPts val="400"/>
              </a:spcAft>
              <a:buNone/>
              <a:defRPr sz="2000" b="0" i="0">
                <a:solidFill>
                  <a:schemeClr val="tx1"/>
                </a:solidFill>
                <a:latin typeface="Oracle Sans"/>
                <a:ea typeface="Oracle Sans"/>
                <a:cs typeface="Oracle Sans"/>
              </a:defRPr>
            </a:lvl1pPr>
          </a:lstStyle>
          <a:p xmlns:a="http://schemas.openxmlformats.org/drawingml/2006/main">
            <a:pPr>
              <a:buNone/>
            </a:pPr>
            <a:r>
              <a:t>Left aligned middle subhead. </a:t>
            </a:r>
            <a:br/>
            <a:r>
              <a:t>Body copy goes here. To the right, add in custom graphics, technical diagrams or custom artwork. </a:t>
            </a:r>
          </a:p>
        </p:txBody>
      </p:sp>
      <p:sp>
        <p:nvSpPr>
          <p:cNvPr id="2" name="Date Placeholder 1">
            <a:extLst xmlns:a="http://schemas.openxmlformats.org/drawingml/2006/main">
              <a:ext uri="{FF2B5EF4-FFF2-40B4-BE49-F238E27FC236}">
                <a16:creationId xmlns:a16="http://schemas.microsoft.com/office/drawing/2014/main" id="{2F833A45-6A78-E319-8284-7CCFB519E4EA}"/>
              </a:ext>
            </a:extLst>
          </p:cNvPr>
          <p:cNvSpPr>
            <a:spLocks xmlns:a="http://schemas.openxmlformats.org/drawingml/2006/main" noGrp="1"/>
          </p:cNvSpPr>
          <p:nvPr>
            <p:ph type="dt" idx="25"/>
          </p:nvPr>
        </p:nvSpPr>
        <p:spPr/>
        <p:txBody>
          <a:bodyPr xmlns:a="http://schemas.openxmlformats.org/drawingml/2006/main"/>
          <a:lstStyle xmlns:a="http://schemas.openxmlformats.org/drawingml/2006/main"/>
          <a:p xmlns:a="http://schemas.openxmlformats.org/drawingml/2006/main">
            <a:r>
              <a:t>[Date]</a:t>
            </a:r>
          </a:p>
        </p:txBody>
      </p:sp>
      <p:sp>
        <p:nvSpPr>
          <p:cNvPr id="4" name="Footer Placeholder 3">
            <a:extLst xmlns:a="http://schemas.openxmlformats.org/drawingml/2006/main">
              <a:ext uri="{FF2B5EF4-FFF2-40B4-BE49-F238E27FC236}">
                <a16:creationId xmlns:a16="http://schemas.microsoft.com/office/drawing/2014/main" id="{86F5E3F3-9D5A-FDC1-040E-1C4E1A567F6E}"/>
              </a:ext>
            </a:extLst>
          </p:cNvPr>
          <p:cNvSpPr>
            <a:spLocks xmlns:a="http://schemas.openxmlformats.org/drawingml/2006/main" noGrp="1"/>
          </p:cNvSpPr>
          <p:nvPr>
            <p:ph type="ftr" idx="26"/>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5" name="Slide Number Placeholder 4">
            <a:extLst xmlns:a="http://schemas.openxmlformats.org/drawingml/2006/main">
              <a:ext uri="{FF2B5EF4-FFF2-40B4-BE49-F238E27FC236}">
                <a16:creationId xmlns:a16="http://schemas.microsoft.com/office/drawing/2014/main" id="{9E81DDE9-7F4F-A3B7-CD11-07E319F1E931}"/>
              </a:ext>
            </a:extLst>
          </p:cNvPr>
          <p:cNvSpPr>
            <a:spLocks xmlns:a="http://schemas.openxmlformats.org/drawingml/2006/main" noGrp="1"/>
          </p:cNvSpPr>
          <p:nvPr>
            <p:ph type="sldNum" idx="27"/>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106.xml><?xml version="1.0" encoding="utf-8"?>
<p:sldLayout xmlns:p="http://schemas.openxmlformats.org/presentationml/2006/main" preserve="1" userDrawn="1">
  <p:cSld name="Light - Left middle title">
    <p:bg>
      <p:bgRef idx="1001">
        <a:schemeClr xmlns:a="http://schemas.openxmlformats.org/drawingml/2006/main" val="bg2"/>
      </p:bgRef>
    </p:bg>
    <p:spTree>
      <p:nvGrpSpPr>
        <p:cNvPr id="1" name=""/>
        <p:cNvGrpSpPr/>
        <p:nvPr/>
      </p:nvGrpSpPr>
      <p:grpSpPr>
        <a:xfrm xmlns:a="http://schemas.openxmlformats.org/drawingml/2006/main"/>
      </p:grpSpPr>
      <p:sp>
        <p:nvSpPr>
          <p:cNvPr id="3" name="Title 2">
            <a:extLst xmlns:a="http://schemas.openxmlformats.org/drawingml/2006/main">
              <a:ext uri="{FF2B5EF4-FFF2-40B4-BE49-F238E27FC236}">
                <a16:creationId xmlns:a16="http://schemas.microsoft.com/office/drawing/2014/main" id="{740F3D2B-DD8D-3718-AE06-7C8DDB64D815}"/>
              </a:ext>
            </a:extLst>
          </p:cNvPr>
          <p:cNvSpPr>
            <a:spLocks xmlns:a="http://schemas.openxmlformats.org/drawingml/2006/main" noGrp="1"/>
          </p:cNvSpPr>
          <p:nvPr>
            <p:ph type="title" idx="0" hasCustomPrompt="1"/>
          </p:nvPr>
        </p:nvSpPr>
        <p:spPr>
          <a:xfrm xmlns:a="http://schemas.openxmlformats.org/drawingml/2006/main">
            <a:off x="762000" y="2298982"/>
            <a:ext cx="4846320" cy="2260036"/>
          </a:xfrm>
        </p:spPr>
        <p:txBody>
          <a:bodyPr xmlns:a="http://schemas.openxmlformats.org/drawingml/2006/main" anchor="ctr"/>
          <a:lstStyle xmlns:a="http://schemas.openxmlformats.org/drawingml/2006/main">
            <a:lvl1pPr>
              <a:buNone/>
              <a:defRPr sz="3200" b="1" i="0">
                <a:latin typeface="Oracle Sans Tab"/>
                <a:ea typeface="Oracle Sans Tab"/>
                <a:cs typeface="Oracle Sans Tab"/>
              </a:defRPr>
            </a:lvl1pPr>
          </a:lstStyle>
          <a:p xmlns:a="http://schemas.openxmlformats.org/drawingml/2006/main">
            <a:r>
              <a:t>Left aligned middle title.</a:t>
            </a:r>
            <a:br/>
            <a:r>
              <a:t>Add custom graphics to the right.</a:t>
            </a:r>
          </a:p>
        </p:txBody>
      </p:sp>
      <p:sp>
        <p:nvSpPr>
          <p:cNvPr id="7" name="Date Placeholder 6">
            <a:extLst xmlns:a="http://schemas.openxmlformats.org/drawingml/2006/main">
              <a:ext uri="{FF2B5EF4-FFF2-40B4-BE49-F238E27FC236}">
                <a16:creationId xmlns:a16="http://schemas.microsoft.com/office/drawing/2014/main" id="{D3FE806E-C766-50EB-C1BA-6C9B040F2176}"/>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r>
              <a:t>[Date]</a:t>
            </a:r>
          </a:p>
        </p:txBody>
      </p:sp>
      <p:sp>
        <p:nvSpPr>
          <p:cNvPr id="10" name="Footer Placeholder 9">
            <a:extLst xmlns:a="http://schemas.openxmlformats.org/drawingml/2006/main">
              <a:ext uri="{FF2B5EF4-FFF2-40B4-BE49-F238E27FC236}">
                <a16:creationId xmlns:a16="http://schemas.microsoft.com/office/drawing/2014/main" id="{190ACA83-90ED-A7AF-95E9-CADDF9688CD4}"/>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11" name="Slide Number Placeholder 10">
            <a:extLst xmlns:a="http://schemas.openxmlformats.org/drawingml/2006/main">
              <a:ext uri="{FF2B5EF4-FFF2-40B4-BE49-F238E27FC236}">
                <a16:creationId xmlns:a16="http://schemas.microsoft.com/office/drawing/2014/main" id="{5FC1FCCE-C88C-CD8B-FB6D-8EEB8999832E}"/>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107.xml><?xml version="1.0" encoding="utf-8"?>
<p:sldLayout xmlns:p="http://schemas.openxmlformats.org/presentationml/2006/main" preserve="1" userDrawn="1">
  <p:cSld name="Dark - Left middle title">
    <p:bg>
      <p:bgRef idx="1001">
        <a:schemeClr xmlns:a="http://schemas.openxmlformats.org/drawingml/2006/main" val="bg2"/>
      </p:bgRef>
    </p:bg>
    <p:spTree>
      <p:nvGrpSpPr>
        <p:cNvPr id="1" name=""/>
        <p:cNvGrpSpPr/>
        <p:nvPr/>
      </p:nvGrpSpPr>
      <p:grpSpPr>
        <a:xfrm xmlns:a="http://schemas.openxmlformats.org/drawingml/2006/main"/>
      </p:grpSpPr>
      <p:sp>
        <p:nvSpPr>
          <p:cNvPr id="3" name="Title 2">
            <a:extLst xmlns:a="http://schemas.openxmlformats.org/drawingml/2006/main">
              <a:ext uri="{FF2B5EF4-FFF2-40B4-BE49-F238E27FC236}">
                <a16:creationId xmlns:a16="http://schemas.microsoft.com/office/drawing/2014/main" id="{740F3D2B-DD8D-3718-AE06-7C8DDB64D815}"/>
              </a:ext>
            </a:extLst>
          </p:cNvPr>
          <p:cNvSpPr>
            <a:spLocks xmlns:a="http://schemas.openxmlformats.org/drawingml/2006/main" noGrp="1"/>
          </p:cNvSpPr>
          <p:nvPr>
            <p:ph type="title" idx="0" hasCustomPrompt="1"/>
          </p:nvPr>
        </p:nvSpPr>
        <p:spPr>
          <a:xfrm xmlns:a="http://schemas.openxmlformats.org/drawingml/2006/main">
            <a:off x="762000" y="2298982"/>
            <a:ext cx="4846320" cy="2260036"/>
          </a:xfrm>
        </p:spPr>
        <p:txBody>
          <a:bodyPr xmlns:a="http://schemas.openxmlformats.org/drawingml/2006/main" anchor="ctr"/>
          <a:lstStyle xmlns:a="http://schemas.openxmlformats.org/drawingml/2006/main">
            <a:lvl1pPr>
              <a:buNone/>
              <a:defRPr sz="3200" b="1" i="0">
                <a:latin typeface="Oracle Sans Tab"/>
                <a:ea typeface="Oracle Sans Tab"/>
                <a:cs typeface="Oracle Sans Tab"/>
              </a:defRPr>
            </a:lvl1pPr>
          </a:lstStyle>
          <a:p xmlns:a="http://schemas.openxmlformats.org/drawingml/2006/main">
            <a:r>
              <a:t>Left aligned middle title. Add custom graphics to the right.</a:t>
            </a:r>
          </a:p>
        </p:txBody>
      </p:sp>
      <p:sp>
        <p:nvSpPr>
          <p:cNvPr id="2" name="Date Placeholder 1">
            <a:extLst xmlns:a="http://schemas.openxmlformats.org/drawingml/2006/main">
              <a:ext uri="{FF2B5EF4-FFF2-40B4-BE49-F238E27FC236}">
                <a16:creationId xmlns:a16="http://schemas.microsoft.com/office/drawing/2014/main" id="{A6192AED-CCE0-5699-DAFF-12C40C2B2949}"/>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r>
              <a:t>[Date]</a:t>
            </a:r>
          </a:p>
        </p:txBody>
      </p:sp>
      <p:sp>
        <p:nvSpPr>
          <p:cNvPr id="4" name="Footer Placeholder 3">
            <a:extLst xmlns:a="http://schemas.openxmlformats.org/drawingml/2006/main">
              <a:ext uri="{FF2B5EF4-FFF2-40B4-BE49-F238E27FC236}">
                <a16:creationId xmlns:a16="http://schemas.microsoft.com/office/drawing/2014/main" id="{1F424B83-0448-BB6F-7273-46CC54E9E5F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5" name="Slide Number Placeholder 4">
            <a:extLst xmlns:a="http://schemas.openxmlformats.org/drawingml/2006/main">
              <a:ext uri="{FF2B5EF4-FFF2-40B4-BE49-F238E27FC236}">
                <a16:creationId xmlns:a16="http://schemas.microsoft.com/office/drawing/2014/main" id="{45619B57-D3B2-89C5-2367-52A7375559B0}"/>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108.xml><?xml version="1.0" encoding="utf-8"?>
<p:sldLayout xmlns:p="http://schemas.openxmlformats.org/presentationml/2006/main" preserve="1" userDrawn="1">
  <p:cSld name="Dark-AbstractBG-1">
    <p:bg>
      <p:bgPr>
        <a:blipFill xmlns:a="http://schemas.openxmlformats.org/drawingml/2006/main" rotWithShape="1">
          <a:blip xmlns:r="http://schemas.openxmlformats.org/officeDocument/2006/relationships" r:embed="Rfd3c826072b54b58">
            <a:lum/>
          </a:blip>
          <a:srcRect l="0" t="0" r="0" b="0"/>
          <a:stretch>
            <a:fillRect l="0" t="0" r="0" b="0"/>
          </a:stretch>
        </a:blipFill>
      </p:bgPr>
    </p:bg>
    <p:spTree>
      <p:nvGrpSpPr>
        <p:cNvPr id="1" name=""/>
        <p:cNvGrpSpPr/>
        <p:nvPr/>
      </p:nvGrpSpPr>
      <p:grpSpPr>
        <a:xfrm xmlns:a="http://schemas.openxmlformats.org/drawingml/2006/main"/>
      </p:grpSpPr>
      <p:sp>
        <p:nvSpPr>
          <p:cNvPr id="2" name="Date Placeholder 1">
            <a:extLst xmlns:a="http://schemas.openxmlformats.org/drawingml/2006/main">
              <a:ext uri="{FF2B5EF4-FFF2-40B4-BE49-F238E27FC236}">
                <a16:creationId xmlns:a16="http://schemas.microsoft.com/office/drawing/2014/main" id="{0A324703-3174-EB72-3D15-A3206EBE46D2}"/>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r>
              <a:t>[Date]</a:t>
            </a:r>
          </a:p>
        </p:txBody>
      </p:sp>
      <p:sp>
        <p:nvSpPr>
          <p:cNvPr id="4" name="Footer Placeholder 3">
            <a:extLst xmlns:a="http://schemas.openxmlformats.org/drawingml/2006/main">
              <a:ext uri="{FF2B5EF4-FFF2-40B4-BE49-F238E27FC236}">
                <a16:creationId xmlns:a16="http://schemas.microsoft.com/office/drawing/2014/main" id="{A2D64132-C567-F348-8F62-2A5E2FA150A6}"/>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7" name="Slide Number Placeholder 6">
            <a:extLst xmlns:a="http://schemas.openxmlformats.org/drawingml/2006/main">
              <a:ext uri="{FF2B5EF4-FFF2-40B4-BE49-F238E27FC236}">
                <a16:creationId xmlns:a16="http://schemas.microsoft.com/office/drawing/2014/main" id="{1043E4F8-A278-0FD4-D3FB-E0D3D4BABBDD}"/>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109.xml><?xml version="1.0" encoding="utf-8"?>
<p:sldLayout xmlns:p="http://schemas.openxmlformats.org/presentationml/2006/main" preserve="1" userDrawn="1">
  <p:cSld name="Dark-AbstractBG-2">
    <p:bg>
      <p:bgPr>
        <a:blipFill xmlns:a="http://schemas.openxmlformats.org/drawingml/2006/main" rotWithShape="1">
          <a:blip xmlns:r="http://schemas.openxmlformats.org/officeDocument/2006/relationships" r:embed="Rdc6c5b4cdd75492c">
            <a:lum/>
          </a:blip>
          <a:srcRect l="0" t="0" r="0" b="0"/>
          <a:stretch>
            <a:fillRect l="0" t="0" r="0" b="0"/>
          </a:stretch>
        </a:blipFill>
      </p:bgPr>
    </p:bg>
    <p:spTree>
      <p:nvGrpSpPr>
        <p:cNvPr id="1" name=""/>
        <p:cNvGrpSpPr/>
        <p:nvPr/>
      </p:nvGrpSpPr>
      <p:grpSpPr>
        <a:xfrm xmlns:a="http://schemas.openxmlformats.org/drawingml/2006/main"/>
      </p:grpSpPr>
      <p:sp>
        <p:nvSpPr>
          <p:cNvPr id="2" name="Date Placeholder 1">
            <a:extLst xmlns:a="http://schemas.openxmlformats.org/drawingml/2006/main">
              <a:ext uri="{FF2B5EF4-FFF2-40B4-BE49-F238E27FC236}">
                <a16:creationId xmlns:a16="http://schemas.microsoft.com/office/drawing/2014/main" id="{2691888F-3BA0-8E43-C0FB-D5D76B477B1F}"/>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r>
              <a:t>[Date]</a:t>
            </a:r>
          </a:p>
        </p:txBody>
      </p:sp>
      <p:sp>
        <p:nvSpPr>
          <p:cNvPr id="4" name="Footer Placeholder 3">
            <a:extLst xmlns:a="http://schemas.openxmlformats.org/drawingml/2006/main">
              <a:ext uri="{FF2B5EF4-FFF2-40B4-BE49-F238E27FC236}">
                <a16:creationId xmlns:a16="http://schemas.microsoft.com/office/drawing/2014/main" id="{6A3D927B-B206-77A2-4CE1-E09EAA2C6060}"/>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7" name="Slide Number Placeholder 6">
            <a:extLst xmlns:a="http://schemas.openxmlformats.org/drawingml/2006/main">
              <a:ext uri="{FF2B5EF4-FFF2-40B4-BE49-F238E27FC236}">
                <a16:creationId xmlns:a16="http://schemas.microsoft.com/office/drawing/2014/main" id="{572C92F1-F335-FDBB-149F-15FDCDD9861D}"/>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110.xml><?xml version="1.0" encoding="utf-8"?>
<p:sldLayout xmlns:p="http://schemas.openxmlformats.org/presentationml/2006/main" preserve="1" userDrawn="1">
  <p:cSld name="Light-AbstractBG-1">
    <p:bg>
      <p:bgPr>
        <a:blipFill xmlns:a="http://schemas.openxmlformats.org/drawingml/2006/main" rotWithShape="1">
          <a:blip xmlns:r="http://schemas.openxmlformats.org/officeDocument/2006/relationships" r:embed="Rb88485aadecb4f57">
            <a:lum/>
          </a:blip>
          <a:srcRect l="0" t="0" r="0" b="0"/>
          <a:stretch>
            <a:fillRect l="0" t="0" r="0" b="0"/>
          </a:stretch>
        </a:blipFill>
      </p:bgPr>
    </p:bg>
    <p:spTree>
      <p:nvGrpSpPr>
        <p:cNvPr id="1" name=""/>
        <p:cNvGrpSpPr/>
        <p:nvPr/>
      </p:nvGrpSpPr>
      <p:grpSpPr>
        <a:xfrm xmlns:a="http://schemas.openxmlformats.org/drawingml/2006/main"/>
      </p:grpSpPr>
      <p:sp>
        <p:nvSpPr>
          <p:cNvPr id="8" name="Date Placeholder 7">
            <a:extLst xmlns:a="http://schemas.openxmlformats.org/drawingml/2006/main">
              <a:ext uri="{FF2B5EF4-FFF2-40B4-BE49-F238E27FC236}">
                <a16:creationId xmlns:a16="http://schemas.microsoft.com/office/drawing/2014/main" id="{307E45A9-3106-D5D6-1F9B-D0FB3C0D890F}"/>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r>
              <a:t>[Date]</a:t>
            </a:r>
          </a:p>
        </p:txBody>
      </p:sp>
      <p:sp>
        <p:nvSpPr>
          <p:cNvPr id="9" name="Footer Placeholder 8">
            <a:extLst xmlns:a="http://schemas.openxmlformats.org/drawingml/2006/main">
              <a:ext uri="{FF2B5EF4-FFF2-40B4-BE49-F238E27FC236}">
                <a16:creationId xmlns:a16="http://schemas.microsoft.com/office/drawing/2014/main" id="{19562FDA-FD02-F266-22DA-B69602A13D49}"/>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10" name="Slide Number Placeholder 9">
            <a:extLst xmlns:a="http://schemas.openxmlformats.org/drawingml/2006/main">
              <a:ext uri="{FF2B5EF4-FFF2-40B4-BE49-F238E27FC236}">
                <a16:creationId xmlns:a16="http://schemas.microsoft.com/office/drawing/2014/main" id="{A1AAC61C-BEDA-3FE4-1837-30ED5B0D307D}"/>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111.xml><?xml version="1.0" encoding="utf-8"?>
<p:sldLayout xmlns:p="http://schemas.openxmlformats.org/presentationml/2006/main" preserve="1" userDrawn="1">
  <p:cSld name="Light-AbstractBG-2">
    <p:bg>
      <p:bgPr>
        <a:blipFill xmlns:a="http://schemas.openxmlformats.org/drawingml/2006/main" rotWithShape="1">
          <a:blip xmlns:r="http://schemas.openxmlformats.org/officeDocument/2006/relationships" r:embed="R5c68e2a35c0042c8">
            <a:lum/>
          </a:blip>
          <a:srcRect l="0" t="0" r="0" b="0"/>
          <a:stretch>
            <a:fillRect l="0" t="0" r="0" b="0"/>
          </a:stretch>
        </a:blipFill>
      </p:bgPr>
    </p:bg>
    <p:spTree>
      <p:nvGrpSpPr>
        <p:cNvPr id="1" name=""/>
        <p:cNvGrpSpPr/>
        <p:nvPr/>
      </p:nvGrpSpPr>
      <p:grpSpPr>
        <a:xfrm xmlns:a="http://schemas.openxmlformats.org/drawingml/2006/main"/>
      </p:grpSpPr>
      <p:sp>
        <p:nvSpPr>
          <p:cNvPr id="8" name="Date Placeholder 7">
            <a:extLst xmlns:a="http://schemas.openxmlformats.org/drawingml/2006/main">
              <a:ext uri="{FF2B5EF4-FFF2-40B4-BE49-F238E27FC236}">
                <a16:creationId xmlns:a16="http://schemas.microsoft.com/office/drawing/2014/main" id="{3CBF9790-4567-B416-07D8-92E65D355013}"/>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r>
              <a:t>[Date]</a:t>
            </a:r>
          </a:p>
        </p:txBody>
      </p:sp>
      <p:sp>
        <p:nvSpPr>
          <p:cNvPr id="9" name="Footer Placeholder 8">
            <a:extLst xmlns:a="http://schemas.openxmlformats.org/drawingml/2006/main">
              <a:ext uri="{FF2B5EF4-FFF2-40B4-BE49-F238E27FC236}">
                <a16:creationId xmlns:a16="http://schemas.microsoft.com/office/drawing/2014/main" id="{5BCC5119-220F-C010-42D1-B88A717C2E65}"/>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r>
              <a:t>Copyright © 2026, Oracle and/or its affiliates |  Confidential: Internal/Restricted/Highly Restricted</a:t>
            </a:r>
          </a:p>
        </p:txBody>
      </p:sp>
      <p:sp>
        <p:nvSpPr>
          <p:cNvPr id="10" name="Slide Number Placeholder 9">
            <a:extLst xmlns:a="http://schemas.openxmlformats.org/drawingml/2006/main">
              <a:ext uri="{FF2B5EF4-FFF2-40B4-BE49-F238E27FC236}">
                <a16:creationId xmlns:a16="http://schemas.microsoft.com/office/drawing/2014/main" id="{444C6E23-C2E0-9F83-D061-F2722C3FDCA3}"/>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345D60D9-5372-5F40-9443-0F9AE5BDC3C8}" type="slidenum">
              <a:t>‹#›</a:t>
            </a:fld>
          </a:p>
        </p:txBody>
      </p:sp>
    </p:spTree>
  </p:cSld>
</p:sldLayout>
</file>

<file path=ppt/slideLayouts/slideLayout112.xml><?xml version="1.0" encoding="utf-8"?>
<p:sldLayout xmlns:p="http://schemas.openxmlformats.org/presentationml/2006/main" preserve="1">
  <p:cSld name="Light - Closing Slide">
    <p:bg>
      <p:bgRef idx="1001">
        <a:schemeClr xmlns:a="http://schemas.openxmlformats.org/drawingml/2006/main" val="bg2"/>
      </p:bgRef>
    </p:bg>
    <p:spTree>
      <p:nvGrpSpPr>
        <p:cNvPr id="1" name=""/>
        <p:cNvGrpSpPr/>
        <p:nvPr/>
      </p:nvGrpSpPr>
      <p:grpSpPr>
        <a:xfrm xmlns:a="http://schemas.openxmlformats.org/drawingml/2006/main"/>
      </p:grpSpPr>
    </p:spTree>
  </p:cSld>
</p:sldLayout>
</file>

<file path=ppt/slideLayouts/slideLayout113.xml><?xml version="1.0" encoding="utf-8"?>
<p:sldLayout xmlns:p="http://schemas.openxmlformats.org/presentationml/2006/main" preserve="1">
  <p:cSld name="Dark - Closing Slide">
    <p:bg>
      <p:bgRef idx="1001">
        <a:schemeClr xmlns:a="http://schemas.openxmlformats.org/drawingml/2006/main" val="bg2"/>
      </p:bgRef>
    </p:bg>
    <p:spTree>
      <p:nvGrpSpPr>
        <p:cNvPr id="1" name=""/>
        <p:cNvGrpSpPr/>
        <p:nvPr/>
      </p:nvGrpSpPr>
      <p:grpSpPr>
        <a:xfrm xmlns:a="http://schemas.openxmlformats.org/drawingml/2006/main"/>
      </p:grpSpPr>
    </p:spTree>
  </p:cSld>
</p:sldLayout>
</file>

<file path=ppt/slideLayouts/slideLayout114.xml><?xml version="1.0" encoding="utf-8"?>
<p:sldLayout xmlns:p="http://schemas.openxmlformats.org/presentationml/2006/main" showMasterSp="0" preserve="1">
  <p:cSld name="STOP">
    <p:bg>
      <p:bgPr>
        <a:solidFill xmlns:a="http://schemas.openxmlformats.org/drawingml/2006/main">
          <a:srgbClr val="C74634"/>
        </a:solidFill>
      </p:bgPr>
    </p:bg>
    <p:spTree>
      <p:nvGrpSpPr>
        <p:cNvPr id="1" name=""/>
        <p:cNvGrpSpPr/>
        <p:nvPr/>
      </p:nvGrpSpPr>
      <p:grpSpPr>
        <a:xfrm xmlns:a="http://schemas.openxmlformats.org/drawingml/2006/main"/>
      </p:grpSpPr>
      <p:sp>
        <p:nvSpPr>
          <p:cNvPr id="12" name="TextBox 11">
            <a:extLst xmlns:a="http://schemas.openxmlformats.org/drawingml/2006/main">
              <a:ext uri="{FF2B5EF4-FFF2-40B4-BE49-F238E27FC236}">
                <a16:creationId xmlns:a16="http://schemas.microsoft.com/office/drawing/2014/main" id="{F8B44FF3-28AB-10D7-B1C4-E339265AAF9B}"/>
              </a:ext>
            </a:extLst>
          </p:cNvPr>
          <p:cNvSpPr>
            <a:spLocks xmlns:a="http://schemas.openxmlformats.org/drawingml/2006/main" noGrp="1"/>
          </p:cNvSpPr>
          <p:nvPr/>
        </p:nvSpPr>
        <p:spPr>
          <a:xfrm xmlns:a="http://schemas.openxmlformats.org/drawingml/2006/main">
            <a:off x="3261391" y="2485152"/>
            <a:ext cx="8046632" cy="1887696"/>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lnSpc>
                <a:spcPct val="100000"/>
              </a:lnSpc>
              <a:spcAft>
                <a:spcPts val="2000"/>
              </a:spcAft>
              <a:buNone/>
            </a:pPr>
            <a:r>
              <a:rPr sz="2000" b="0" i="0">
                <a:solidFill>
                  <a:schemeClr val="tx1"/>
                </a:solidFill>
                <a:latin typeface="Oracle Sans Tab"/>
                <a:ea typeface="Oracle Sans Tab"/>
                <a:cs typeface="Oracle Sans Tab"/>
              </a:rPr>
              <a:t>Any master slides that appear after this end slide have been accidentally imported from other slide decks and </a:t>
            </a:r>
            <a:br/>
            <a:r>
              <a:rPr sz="2000" b="0" i="0">
                <a:solidFill>
                  <a:schemeClr val="tx1"/>
                </a:solidFill>
                <a:latin typeface="Oracle Sans Tab"/>
                <a:ea typeface="Oracle Sans Tab"/>
                <a:cs typeface="Oracle Sans Tab"/>
              </a:rPr>
              <a:t>may not match the style of this template.</a:t>
            </a:r>
          </a:p>
          <a:p xmlns:a="http://schemas.openxmlformats.org/drawingml/2006/main">
            <a:pPr algn="l">
              <a:lnSpc>
                <a:spcPct val="100000"/>
              </a:lnSpc>
              <a:spcAft>
                <a:spcPts val="2000"/>
              </a:spcAft>
              <a:buNone/>
            </a:pPr>
            <a:r>
              <a:rPr sz="2000" b="0" i="0">
                <a:solidFill>
                  <a:schemeClr val="tx1"/>
                </a:solidFill>
                <a:latin typeface="Oracle Sans Tab"/>
                <a:ea typeface="Oracle Sans Tab"/>
                <a:cs typeface="Oracle Sans Tab"/>
              </a:rPr>
              <a:t>Please locate slides that are referencing these imported slide layouts and reselect/apply a layout from the master slide options above.</a:t>
            </a:r>
          </a:p>
        </p:txBody>
      </p:sp>
    </p:spTree>
  </p:cSld>
</p:sldLayout>
</file>

<file path=ppt/slideMasters/_rels/slideMaster1.xml.rels><?xml version='1.0' encoding='UTF-8' standalone='yes'?>
<Relationships xmlns="http://schemas.openxmlformats.org/package/2006/relationships"><Relationship Id="R00c0dfa4f1434088" Type="http://schemas.openxmlformats.org/officeDocument/2006/relationships/slideLayout" Target="../slideLayouts/slideLayout49.xml"/><Relationship Id="R0217b73c822645d6" Type="http://schemas.openxmlformats.org/officeDocument/2006/relationships/slideLayout" Target="../slideLayouts/slideLayout69.xml"/><Relationship Id="R0255ebefc1964781" Type="http://schemas.openxmlformats.org/officeDocument/2006/relationships/slideLayout" Target="../slideLayouts/slideLayout59.xml"/><Relationship Id="R02772f9529b444f3" Type="http://schemas.openxmlformats.org/officeDocument/2006/relationships/slideLayout" Target="../slideLayouts/slideLayout85.xml"/><Relationship Id="R038a5ef5d6e84a70" Type="http://schemas.openxmlformats.org/officeDocument/2006/relationships/slideLayout" Target="../slideLayouts/slideLayout101.xml"/><Relationship Id="R038c8ac28c1d40ac" Type="http://schemas.openxmlformats.org/officeDocument/2006/relationships/slideLayout" Target="../slideLayouts/slideLayout55.xml"/><Relationship Id="R04eca447988749ce" Type="http://schemas.openxmlformats.org/officeDocument/2006/relationships/slideLayout" Target="../slideLayouts/slideLayout32.xml"/><Relationship Id="R05089934e35f4fef" Type="http://schemas.openxmlformats.org/officeDocument/2006/relationships/slideLayout" Target="../slideLayouts/slideLayout74.xml"/><Relationship Id="R0733231a12f34c0c" Type="http://schemas.openxmlformats.org/officeDocument/2006/relationships/theme" Target="theme/theme2.xml"/><Relationship Id="R0a520d107b8a4d5a" Type="http://schemas.openxmlformats.org/officeDocument/2006/relationships/slideLayout" Target="../slideLayouts/slideLayout14.xml"/><Relationship Id="R0b3c7a84879a41b8" Type="http://schemas.openxmlformats.org/officeDocument/2006/relationships/image" Target="../media/image.emf"/><Relationship Id="R0b4bd828d0184f00" Type="http://schemas.openxmlformats.org/officeDocument/2006/relationships/slideLayout" Target="../slideLayouts/slideLayout111.xml"/><Relationship Id="R0c54ecedd6954573" Type="http://schemas.openxmlformats.org/officeDocument/2006/relationships/slideLayout" Target="../slideLayouts/slideLayout11.xml"/><Relationship Id="R0d133da146fa4fd3" Type="http://schemas.openxmlformats.org/officeDocument/2006/relationships/slideLayout" Target="../slideLayouts/slideLayout43.xml"/><Relationship Id="R1034e68f22e54ec5" Type="http://schemas.openxmlformats.org/officeDocument/2006/relationships/slideLayout" Target="../slideLayouts/slideLayout63.xml"/><Relationship Id="R131045f690e9443d" Type="http://schemas.openxmlformats.org/officeDocument/2006/relationships/slideLayout" Target="../slideLayouts/slideLayout41.xml"/><Relationship Id="R134e69ba6cbe4ee0" Type="http://schemas.openxmlformats.org/officeDocument/2006/relationships/slideLayout" Target="../slideLayouts/slideLayout70.xml"/><Relationship Id="R13c39e24c7e54213" Type="http://schemas.openxmlformats.org/officeDocument/2006/relationships/slideLayout" Target="../slideLayouts/slideLayout64.xml"/><Relationship Id="R13db7ee9f61c4e39" Type="http://schemas.openxmlformats.org/officeDocument/2006/relationships/slideLayout" Target="../slideLayouts/slideLayout40.xml"/><Relationship Id="R155249a0b7174569" Type="http://schemas.openxmlformats.org/officeDocument/2006/relationships/slideLayout" Target="../slideLayouts/slideLayout97.xml"/><Relationship Id="R1628dfdcfbde499e" Type="http://schemas.openxmlformats.org/officeDocument/2006/relationships/slideLayout" Target="../slideLayouts/slideLayout28.xml"/><Relationship Id="R18f8e098ed9845ca" Type="http://schemas.openxmlformats.org/officeDocument/2006/relationships/slideLayout" Target="../slideLayouts/slideLayout36.xml"/><Relationship Id="R1901eea1043a4fb2" Type="http://schemas.openxmlformats.org/officeDocument/2006/relationships/slideLayout" Target="../slideLayouts/slideLayout54.xml"/><Relationship Id="R1a0c02b8df0f4f5e" Type="http://schemas.openxmlformats.org/officeDocument/2006/relationships/slideLayout" Target="../slideLayouts/slideLayout106.xml"/><Relationship Id="R1c6eb2de40104297" Type="http://schemas.openxmlformats.org/officeDocument/2006/relationships/slideLayout" Target="../slideLayouts/slideLayout56.xml"/><Relationship Id="R1ec1d7f3f93e402d" Type="http://schemas.openxmlformats.org/officeDocument/2006/relationships/slideLayout" Target="../slideLayouts/slideLayout20.xml"/><Relationship Id="R215318545c53400a" Type="http://schemas.openxmlformats.org/officeDocument/2006/relationships/slideLayout" Target="../slideLayouts/slideLayout89.xml"/><Relationship Id="R21e25ef93fa24b8f" Type="http://schemas.openxmlformats.org/officeDocument/2006/relationships/slideLayout" Target="../slideLayouts/slideLayout52.xml"/><Relationship Id="R26fd0de031074791" Type="http://schemas.openxmlformats.org/officeDocument/2006/relationships/slideLayout" Target="../slideLayouts/slideLayout30.xml"/><Relationship Id="R2761391d089c4ef7" Type="http://schemas.openxmlformats.org/officeDocument/2006/relationships/slideLayout" Target="../slideLayouts/slideLayout4.xml"/><Relationship Id="R2780e2272fec4731" Type="http://schemas.openxmlformats.org/officeDocument/2006/relationships/slideLayout" Target="../slideLayouts/slideLayout103.xml"/><Relationship Id="R29704d3daad24f48" Type="http://schemas.openxmlformats.org/officeDocument/2006/relationships/slideLayout" Target="../slideLayouts/slideLayout105.xml"/><Relationship Id="R2ac1af94069d4ecb" Type="http://schemas.openxmlformats.org/officeDocument/2006/relationships/slideLayout" Target="../slideLayouts/slideLayout51.xml"/><Relationship Id="R2b478e24586a4736" Type="http://schemas.openxmlformats.org/officeDocument/2006/relationships/slideLayout" Target="../slideLayouts/slideLayout50.xml"/><Relationship Id="R2b524a338bd84805" Type="http://schemas.openxmlformats.org/officeDocument/2006/relationships/slideLayout" Target="../slideLayouts/slideLayout72.xml"/><Relationship Id="R33b8a277dcce473f" Type="http://schemas.openxmlformats.org/officeDocument/2006/relationships/slideLayout" Target="../slideLayouts/slideLayout84.xml"/><Relationship Id="R37a189c2a47c434e" Type="http://schemas.openxmlformats.org/officeDocument/2006/relationships/slideLayout" Target="../slideLayouts/slideLayout110.xml"/><Relationship Id="R3873fc195a5244a7" Type="http://schemas.openxmlformats.org/officeDocument/2006/relationships/slideLayout" Target="../slideLayouts/slideLayout77.xml"/><Relationship Id="R3ad33487dfea4c7d" Type="http://schemas.openxmlformats.org/officeDocument/2006/relationships/slideLayout" Target="../slideLayouts/slideLayout113.xml"/><Relationship Id="R3b229a2f97754c36" Type="http://schemas.openxmlformats.org/officeDocument/2006/relationships/slideLayout" Target="../slideLayouts/slideLayout38.xml"/><Relationship Id="R3d5e6b0b4ae3404d" Type="http://schemas.openxmlformats.org/officeDocument/2006/relationships/slideLayout" Target="../slideLayouts/slideLayout21.xml"/><Relationship Id="R3ed3a5821e334982" Type="http://schemas.openxmlformats.org/officeDocument/2006/relationships/slideLayout" Target="../slideLayouts/slideLayout67.xml"/><Relationship Id="R411be9c05c184781" Type="http://schemas.openxmlformats.org/officeDocument/2006/relationships/slideLayout" Target="../slideLayouts/slideLayout19.xml"/><Relationship Id="R4739e098731a4db2" Type="http://schemas.openxmlformats.org/officeDocument/2006/relationships/slideLayout" Target="../slideLayouts/slideLayout98.xml"/><Relationship Id="R485ae157352240bc" Type="http://schemas.openxmlformats.org/officeDocument/2006/relationships/slideLayout" Target="../slideLayouts/slideLayout95.xml"/><Relationship Id="R4a1bca8597a045f7" Type="http://schemas.openxmlformats.org/officeDocument/2006/relationships/slideLayout" Target="../slideLayouts/slideLayout78.xml"/><Relationship Id="R4aaece7b12224a77" Type="http://schemas.openxmlformats.org/officeDocument/2006/relationships/slideLayout" Target="../slideLayouts/slideLayout44.xml"/><Relationship Id="R4ccd9051e13f4beb" Type="http://schemas.openxmlformats.org/officeDocument/2006/relationships/slideLayout" Target="../slideLayouts/slideLayout93.xml"/><Relationship Id="R4e36370773d64676" Type="http://schemas.openxmlformats.org/officeDocument/2006/relationships/slideLayout" Target="../slideLayouts/slideLayout42.xml"/><Relationship Id="R500124025f3148c1" Type="http://schemas.openxmlformats.org/officeDocument/2006/relationships/slideLayout" Target="../slideLayouts/slideLayout33.xml"/><Relationship Id="R51c1dc669a144477" Type="http://schemas.openxmlformats.org/officeDocument/2006/relationships/slideLayout" Target="../slideLayouts/slideLayout81.xml"/><Relationship Id="R51fea8a86f0e49c2" Type="http://schemas.openxmlformats.org/officeDocument/2006/relationships/slideLayout" Target="../slideLayouts/slideLayout31.xml"/><Relationship Id="R52487d5db62b4fda" Type="http://schemas.openxmlformats.org/officeDocument/2006/relationships/slideLayout" Target="../slideLayouts/slideLayout48.xml"/><Relationship Id="R527b712f3c2e4eb9" Type="http://schemas.openxmlformats.org/officeDocument/2006/relationships/slideLayout" Target="../slideLayouts/slideLayout80.xml"/><Relationship Id="R5390be5287004229" Type="http://schemas.openxmlformats.org/officeDocument/2006/relationships/slideLayout" Target="../slideLayouts/slideLayout15.xml"/><Relationship Id="R53993c8fa04a4913" Type="http://schemas.openxmlformats.org/officeDocument/2006/relationships/slideLayout" Target="../slideLayouts/slideLayout45.xml"/><Relationship Id="R59d45e7f7b1247bd" Type="http://schemas.openxmlformats.org/officeDocument/2006/relationships/slideLayout" Target="../slideLayouts/slideLayout60.xml"/><Relationship Id="R650bd15689b442e1" Type="http://schemas.openxmlformats.org/officeDocument/2006/relationships/slideLayout" Target="../slideLayouts/slideLayout61.xml"/><Relationship Id="R70b232dfc74f4a72" Type="http://schemas.openxmlformats.org/officeDocument/2006/relationships/slideLayout" Target="../slideLayouts/slideLayout87.xml"/><Relationship Id="R7162ef11a1d44504" Type="http://schemas.openxmlformats.org/officeDocument/2006/relationships/slideLayout" Target="../slideLayouts/slideLayout18.xml"/><Relationship Id="R7228f4fac82140ad" Type="http://schemas.openxmlformats.org/officeDocument/2006/relationships/slideLayout" Target="../slideLayouts/slideLayout99.xml"/><Relationship Id="R79f973516b4845b6" Type="http://schemas.openxmlformats.org/officeDocument/2006/relationships/slideLayout" Target="../slideLayouts/slideLayout12.xml"/><Relationship Id="R7a515788087848d0" Type="http://schemas.openxmlformats.org/officeDocument/2006/relationships/slideLayout" Target="../slideLayouts/slideLayout2.xml"/><Relationship Id="R7d1d4a39878245a1" Type="http://schemas.openxmlformats.org/officeDocument/2006/relationships/slideLayout" Target="../slideLayouts/slideLayout66.xml"/><Relationship Id="R7e489e4aef6c450f" Type="http://schemas.openxmlformats.org/officeDocument/2006/relationships/slideLayout" Target="../slideLayouts/slideLayout47.xml"/><Relationship Id="R80fdedddd3de45fd" Type="http://schemas.openxmlformats.org/officeDocument/2006/relationships/slideLayout" Target="../slideLayouts/slideLayout17.xml"/><Relationship Id="R84e0e1198cd44633" Type="http://schemas.openxmlformats.org/officeDocument/2006/relationships/slideLayout" Target="../slideLayouts/slideLayout90.xml"/><Relationship Id="R872d1ec614374ed0" Type="http://schemas.openxmlformats.org/officeDocument/2006/relationships/slideLayout" Target="../slideLayouts/slideLayout26.xml"/><Relationship Id="R88107c628281417c" Type="http://schemas.openxmlformats.org/officeDocument/2006/relationships/slideLayout" Target="../slideLayouts/slideLayout96.xml"/><Relationship Id="R92ade504fa5e4828" Type="http://schemas.openxmlformats.org/officeDocument/2006/relationships/slideLayout" Target="../slideLayouts/slideLayout104.xml"/><Relationship Id="R942a7279fec948e1" Type="http://schemas.openxmlformats.org/officeDocument/2006/relationships/slideLayout" Target="../slideLayouts/slideLayout94.xml"/><Relationship Id="R99dc13fb045d4567" Type="http://schemas.openxmlformats.org/officeDocument/2006/relationships/slideLayout" Target="../slideLayouts/slideLayout112.xml"/><Relationship Id="Ra0ddfb12e1a240cb" Type="http://schemas.openxmlformats.org/officeDocument/2006/relationships/slideLayout" Target="../slideLayouts/slideLayout92.xml"/><Relationship Id="Ra1abde13f3d94783" Type="http://schemas.openxmlformats.org/officeDocument/2006/relationships/slideLayout" Target="../slideLayouts/slideLayout114.xml"/><Relationship Id="Ra2910f87a536426a" Type="http://schemas.openxmlformats.org/officeDocument/2006/relationships/slideLayout" Target="../slideLayouts/slideLayout25.xml"/><Relationship Id="Ra4a2ac72fb8e4dc5" Type="http://schemas.openxmlformats.org/officeDocument/2006/relationships/slideLayout" Target="../slideLayouts/slideLayout100.xml"/><Relationship Id="Ra4be4712d63a4038" Type="http://schemas.openxmlformats.org/officeDocument/2006/relationships/slideLayout" Target="../slideLayouts/slideLayout7.xml"/><Relationship Id="Ra6ba7915b3c6436f" Type="http://schemas.openxmlformats.org/officeDocument/2006/relationships/slideLayout" Target="../slideLayouts/slideLayout108.xml"/><Relationship Id="Ra84f27fbbd6f41f0" Type="http://schemas.openxmlformats.org/officeDocument/2006/relationships/slideLayout" Target="../slideLayouts/slideLayout107.xml"/><Relationship Id="Ra9022b24f7f64922" Type="http://schemas.openxmlformats.org/officeDocument/2006/relationships/slideLayout" Target="../slideLayouts/slideLayout16.xml"/><Relationship Id="Racec9f473a6940dc" Type="http://schemas.openxmlformats.org/officeDocument/2006/relationships/slideLayout" Target="../slideLayouts/slideLayout1.xml"/><Relationship Id="Radc0beba688643e1" Type="http://schemas.openxmlformats.org/officeDocument/2006/relationships/slideLayout" Target="../slideLayouts/slideLayout27.xml"/><Relationship Id="Radd79299156f4fb5" Type="http://schemas.openxmlformats.org/officeDocument/2006/relationships/slideLayout" Target="../slideLayouts/slideLayout34.xml"/><Relationship Id="Rb08ecf87134e49a6" Type="http://schemas.openxmlformats.org/officeDocument/2006/relationships/slideLayout" Target="../slideLayouts/slideLayout10.xml"/><Relationship Id="Rb182ab0b0fd04d55" Type="http://schemas.openxmlformats.org/officeDocument/2006/relationships/slideLayout" Target="../slideLayouts/slideLayout73.xml"/><Relationship Id="Rb5423568ea7641a3" Type="http://schemas.openxmlformats.org/officeDocument/2006/relationships/slideLayout" Target="../slideLayouts/slideLayout29.xml"/><Relationship Id="Rb71bf5e58efe4116" Type="http://schemas.openxmlformats.org/officeDocument/2006/relationships/slideLayout" Target="../slideLayouts/slideLayout75.xml"/><Relationship Id="Rba22e715b9614381" Type="http://schemas.openxmlformats.org/officeDocument/2006/relationships/slideLayout" Target="../slideLayouts/slideLayout3.xml"/><Relationship Id="Rbd47a5bb4e7b455b" Type="http://schemas.openxmlformats.org/officeDocument/2006/relationships/slideLayout" Target="../slideLayouts/slideLayout102.xml"/><Relationship Id="Rbe764683a7804925" Type="http://schemas.openxmlformats.org/officeDocument/2006/relationships/slideLayout" Target="../slideLayouts/slideLayout39.xml"/><Relationship Id="Rc02f271955d84e11" Type="http://schemas.openxmlformats.org/officeDocument/2006/relationships/slideLayout" Target="../slideLayouts/slideLayout76.xml"/><Relationship Id="Rc1a2ff82334f46a8" Type="http://schemas.openxmlformats.org/officeDocument/2006/relationships/slideLayout" Target="../slideLayouts/slideLayout109.xml"/><Relationship Id="Rc49a3ecc681b42f1" Type="http://schemas.openxmlformats.org/officeDocument/2006/relationships/slideLayout" Target="../slideLayouts/slideLayout8.xml"/><Relationship Id="Rcaef057c7494411d" Type="http://schemas.openxmlformats.org/officeDocument/2006/relationships/slideLayout" Target="../slideLayouts/slideLayout79.xml"/><Relationship Id="Rcd19aada1a904989" Type="http://schemas.openxmlformats.org/officeDocument/2006/relationships/slideLayout" Target="../slideLayouts/slideLayout22.xml"/><Relationship Id="Rd122dd00d3f947d8" Type="http://schemas.openxmlformats.org/officeDocument/2006/relationships/slideLayout" Target="../slideLayouts/slideLayout53.xml"/><Relationship Id="Rd162df94bf414261" Type="http://schemas.openxmlformats.org/officeDocument/2006/relationships/slideLayout" Target="../slideLayouts/slideLayout57.xml"/><Relationship Id="Rd1e617c527ae480f" Type="http://schemas.openxmlformats.org/officeDocument/2006/relationships/slideLayout" Target="../slideLayouts/slideLayout82.xml"/><Relationship Id="Rd29f1b60f1b04559" Type="http://schemas.openxmlformats.org/officeDocument/2006/relationships/slideLayout" Target="../slideLayouts/slideLayout68.xml"/><Relationship Id="Rd5dec3669d494036" Type="http://schemas.openxmlformats.org/officeDocument/2006/relationships/slideLayout" Target="../slideLayouts/slideLayout91.xml"/><Relationship Id="Rd6b43c2ab2924d4b" Type="http://schemas.openxmlformats.org/officeDocument/2006/relationships/slideLayout" Target="../slideLayouts/slideLayout58.xml"/><Relationship Id="Rd965de899ee843e0" Type="http://schemas.openxmlformats.org/officeDocument/2006/relationships/slideLayout" Target="../slideLayouts/slideLayout6.xml"/><Relationship Id="Rdb5189521e014dfd" Type="http://schemas.openxmlformats.org/officeDocument/2006/relationships/slideLayout" Target="../slideLayouts/slideLayout37.xml"/><Relationship Id="Rdda6c6ef540749ef" Type="http://schemas.openxmlformats.org/officeDocument/2006/relationships/slideLayout" Target="../slideLayouts/slideLayout13.xml"/><Relationship Id="Re70a4f2b59aa434f" Type="http://schemas.openxmlformats.org/officeDocument/2006/relationships/slideLayout" Target="../slideLayouts/slideLayout83.xml"/><Relationship Id="Re7a05d82de484343" Type="http://schemas.openxmlformats.org/officeDocument/2006/relationships/slideLayout" Target="../slideLayouts/slideLayout46.xml"/><Relationship Id="Rec9e338ca8c84191" Type="http://schemas.openxmlformats.org/officeDocument/2006/relationships/slideLayout" Target="../slideLayouts/slideLayout62.xml"/><Relationship Id="Rf06e3167fe5f400a" Type="http://schemas.openxmlformats.org/officeDocument/2006/relationships/slideLayout" Target="../slideLayouts/slideLayout9.xml"/><Relationship Id="Rf36530a01c3243c6" Type="http://schemas.openxmlformats.org/officeDocument/2006/relationships/slideLayout" Target="../slideLayouts/slideLayout23.xml"/><Relationship Id="Rf5ddf6e287754bd2" Type="http://schemas.openxmlformats.org/officeDocument/2006/relationships/slideLayout" Target="../slideLayouts/slideLayout71.xml"/><Relationship Id="Rf7797e6bbcb3496f" Type="http://schemas.openxmlformats.org/officeDocument/2006/relationships/slideLayout" Target="../slideLayouts/slideLayout35.xml"/><Relationship Id="Rf9ed9c2cc0db450e" Type="http://schemas.openxmlformats.org/officeDocument/2006/relationships/slideLayout" Target="../slideLayouts/slideLayout88.xml"/><Relationship Id="Rfde70aa5c0b44a2a" Type="http://schemas.openxmlformats.org/officeDocument/2006/relationships/slideLayout" Target="../slideLayouts/slideLayout65.xml"/><Relationship Id="Rfdeecfcd13d540f6" Type="http://schemas.openxmlformats.org/officeDocument/2006/relationships/slideLayout" Target="../slideLayouts/slideLayout24.xml"/><Relationship Id="Rfe0e28aa01ec4b0a" Type="http://schemas.openxmlformats.org/officeDocument/2006/relationships/slideLayout" Target="../slideLayouts/slideLayout86.xml"/><Relationship Id="Rfec8135e8e944d50" Type="http://schemas.openxmlformats.org/officeDocument/2006/relationships/slideLayout" Target="../slideLayouts/slideLayout5.xml"/></Relationships>
</file>

<file path=ppt/slideMasters/slideMaster1.xml><?xml version="1.0" encoding="utf-8"?>
<p:sldMaster xmlns:p="http://schemas.openxmlformats.org/presentationml/2006/main">
  <p:cSld>
    <p:bg>
      <p:bgPr>
        <a:solidFill xmlns:a="http://schemas.openxmlformats.org/drawingml/2006/main">
          <a:schemeClr val="bg2"/>
        </a:solidFill>
      </p:bgPr>
    </p:bg>
    <p:spTree>
      <p:nvGrpSpPr>
        <p:cNvPr id="1" name=""/>
        <p:cNvGrpSpPr/>
        <p:nvPr/>
      </p:nvGrpSpPr>
      <p:grpSpPr>
        <a:xfrm xmlns:a="http://schemas.openxmlformats.org/drawingml/2006/main"/>
      </p:grpSpPr>
      <p:sp>
        <p:nvSpPr>
          <p:cNvPr id="2" name="Title">
            <a:extLst xmlns:a="http://schemas.openxmlformats.org/drawingml/2006/main">
              <a:ext uri="{FF2B5EF4-FFF2-40B4-BE49-F238E27FC236}">
                <a16:creationId xmlns:a16="http://schemas.microsoft.com/office/drawing/2014/main" id="{8A70F255-3C2A-4AC7-8935-184146E3B6D6}"/>
              </a:ext>
            </a:extLst>
          </p:cNvPr>
          <p:cNvSpPr>
            <a:spLocks xmlns:a="http://schemas.openxmlformats.org/drawingml/2006/main" noGrp="1"/>
          </p:cNvSpPr>
          <p:nvPr>
            <p:ph type="title" idx="0"/>
          </p:nvPr>
        </p:nvSpPr>
        <p:spPr>
          <a:xfrm xmlns:a="http://schemas.openxmlformats.org/drawingml/2006/main">
            <a:off x="768875" y="182403"/>
            <a:ext cx="10671048" cy="822960"/>
          </a:xfrm>
          <a:prstGeom xmlns:a="http://schemas.openxmlformats.org/drawingml/2006/main" prst="rect">
            <a:avLst/>
          </a:prstGeom>
        </p:spPr>
        <p:txBody>
          <a:bodyPr xmlns:a="http://schemas.openxmlformats.org/drawingml/2006/main" vert="horz" lIns="0" tIns="0" rIns="0" bIns="0" anchor="b">
            <a:noAutofit/>
          </a:bodyPr>
          <a:lstStyle xmlns:a="http://schemas.openxmlformats.org/drawingml/2006/main"/>
          <a:p xmlns:a="http://schemas.openxmlformats.org/drawingml/2006/main">
            <a:pPr marL="0" indent="0">
              <a:spcBef>
                <a:spcPts val="1000"/>
              </a:spcBef>
              <a:buNone/>
            </a:pPr>
            <a:r>
              <a:t>Title</a:t>
            </a:r>
          </a:p>
        </p:txBody>
      </p:sp>
      <p:sp>
        <p:nvSpPr>
          <p:cNvPr id="4" name="Text Field">
            <a:extLst xmlns:a="http://schemas.openxmlformats.org/drawingml/2006/main">
              <a:ext uri="{FF2B5EF4-FFF2-40B4-BE49-F238E27FC236}">
                <a16:creationId xmlns:a16="http://schemas.microsoft.com/office/drawing/2014/main" id="{E46619B6-A626-4CDA-96E2-B94F4637C628}"/>
              </a:ext>
            </a:extLst>
          </p:cNvPr>
          <p:cNvSpPr>
            <a:spLocks xmlns:a="http://schemas.openxmlformats.org/drawingml/2006/main" noGrp="1"/>
          </p:cNvSpPr>
          <p:nvPr>
            <p:ph type="body" idx="1"/>
          </p:nvPr>
        </p:nvSpPr>
        <p:spPr>
          <a:xfrm xmlns:a="http://schemas.openxmlformats.org/drawingml/2006/main">
            <a:off x="768875" y="1600200"/>
            <a:ext cx="10671048" cy="4514850"/>
          </a:xfrm>
          <a:prstGeom xmlns:a="http://schemas.openxmlformats.org/drawingml/2006/main" prst="rect">
            <a:avLst/>
          </a:prstGeom>
          <a:noFill xmlns:a="http://schemas.openxmlformats.org/drawingml/2006/main"/>
        </p:spPr>
        <p:txBody>
          <a:bodyPr xmlns:a="http://schemas.openxmlformats.org/drawingml/2006/main" vert="horz" lIns="0" tIns="0" rIns="0" bIns="0">
            <a:noAutofit/>
          </a:bodyPr>
          <a:lstStyle xmlns:a="http://schemas.openxmlformats.org/drawingml/2006/main"/>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sp>
        <p:nvSpPr>
          <p:cNvPr id="17" name="Slide Number">
            <a:extLst xmlns:a="http://schemas.openxmlformats.org/drawingml/2006/main">
              <a:ext uri="{FF2B5EF4-FFF2-40B4-BE49-F238E27FC236}">
                <a16:creationId xmlns:a16="http://schemas.microsoft.com/office/drawing/2014/main" id="{08A3F6CD-49F4-D74B-8C7F-D6CA71EFB13B}"/>
              </a:ext>
            </a:extLst>
          </p:cNvPr>
          <p:cNvSpPr>
            <a:spLocks xmlns:a="http://schemas.openxmlformats.org/drawingml/2006/main" noGrp="1"/>
          </p:cNvSpPr>
          <p:nvPr>
            <p:ph type="sldNum" idx="4"/>
          </p:nvPr>
        </p:nvSpPr>
        <p:spPr>
          <a:xfrm xmlns:a="http://schemas.openxmlformats.org/drawingml/2006/main">
            <a:off x="762000" y="6423660"/>
            <a:ext cx="365760" cy="365760"/>
          </a:xfrm>
          <a:prstGeom xmlns:a="http://schemas.openxmlformats.org/drawingml/2006/main" prst="rect">
            <a:avLst/>
          </a:prstGeom>
        </p:spPr>
        <p:txBody>
          <a:bodyPr xmlns:a="http://schemas.openxmlformats.org/drawingml/2006/main" vert="horz" lIns="0" tIns="0" rIns="0" bIns="0" anchor="ctr"/>
          <a:lstStyle xmlns:a="http://schemas.openxmlformats.org/drawingml/2006/main">
            <a:lvl1pPr algn="l">
              <a:buNone/>
              <a:defRPr sz="800">
                <a:solidFill>
                  <a:srgbClr val="514C47"/>
                </a:solidFill>
                <a:latin typeface="+mn-lt"/>
                <a:ea typeface="+mn-lt"/>
                <a:cs typeface="+mn-lt"/>
              </a:defRPr>
            </a:lvl1pPr>
          </a:lstStyle>
          <a:p xmlns:a="http://schemas.openxmlformats.org/drawingml/2006/main">
            <a:fld id="{345D60D9-5372-5F40-9443-0F9AE5BDC3C8}" type="slidenum">
              <a:t>‹#›</a:t>
            </a:fld>
          </a:p>
        </p:txBody>
      </p:sp>
      <p:sp>
        <p:nvSpPr>
          <p:cNvPr id="18" name="Footer">
            <a:extLst xmlns:a="http://schemas.openxmlformats.org/drawingml/2006/main">
              <a:ext uri="{FF2B5EF4-FFF2-40B4-BE49-F238E27FC236}">
                <a16:creationId xmlns:a16="http://schemas.microsoft.com/office/drawing/2014/main" id="{8E003242-6B91-1949-A5CA-15BA57A045C9}"/>
              </a:ext>
            </a:extLst>
          </p:cNvPr>
          <p:cNvSpPr>
            <a:spLocks xmlns:a="http://schemas.openxmlformats.org/drawingml/2006/main" noGrp="1"/>
          </p:cNvSpPr>
          <p:nvPr>
            <p:ph type="ftr" idx="3"/>
          </p:nvPr>
        </p:nvSpPr>
        <p:spPr>
          <a:xfrm xmlns:a="http://schemas.openxmlformats.org/drawingml/2006/main">
            <a:off x="1127759" y="6423978"/>
            <a:ext cx="8778240" cy="365125"/>
          </a:xfrm>
          <a:prstGeom xmlns:a="http://schemas.openxmlformats.org/drawingml/2006/main" prst="rect">
            <a:avLst/>
          </a:prstGeom>
        </p:spPr>
        <p:txBody>
          <a:bodyPr xmlns:a="http://schemas.openxmlformats.org/drawingml/2006/main" vert="horz" lIns="0" tIns="0" rIns="0" bIns="0" anchor="ctr"/>
          <a:lstStyle xmlns:a="http://schemas.openxmlformats.org/drawingml/2006/main">
            <a:lvl1pPr algn="l">
              <a:buNone/>
              <a:defRPr sz="800">
                <a:solidFill>
                  <a:srgbClr val="514C47"/>
                </a:solidFill>
                <a:latin typeface="+mn-lt"/>
                <a:ea typeface="+mn-lt"/>
                <a:cs typeface="+mn-lt"/>
              </a:defRPr>
            </a:lvl1pPr>
          </a:lstStyle>
          <a:p xmlns:a="http://schemas.openxmlformats.org/drawingml/2006/main">
            <a:r>
              <a:t>Copyright © 2026, Oracle and/or its affiliates |  Confidential: Internal/Restricted/Highly Restricted</a:t>
            </a:r>
          </a:p>
        </p:txBody>
      </p:sp>
      <p:sp>
        <p:nvSpPr>
          <p:cNvPr id="20" name="Date">
            <a:extLst xmlns:a="http://schemas.openxmlformats.org/drawingml/2006/main">
              <a:ext uri="{FF2B5EF4-FFF2-40B4-BE49-F238E27FC236}">
                <a16:creationId xmlns:a16="http://schemas.microsoft.com/office/drawing/2014/main" id="{65BA88F5-EF53-415B-8446-19188BE675D3}"/>
              </a:ext>
            </a:extLst>
          </p:cNvPr>
          <p:cNvSpPr>
            <a:spLocks xmlns:a="http://schemas.openxmlformats.org/drawingml/2006/main" noGrp="1"/>
          </p:cNvSpPr>
          <p:nvPr>
            <p:ph type="dt" idx="2"/>
          </p:nvPr>
        </p:nvSpPr>
        <p:spPr>
          <a:xfrm xmlns:a="http://schemas.openxmlformats.org/drawingml/2006/main">
            <a:off x="10012578" y="6425604"/>
            <a:ext cx="1315822" cy="363500"/>
          </a:xfrm>
          <a:prstGeom xmlns:a="http://schemas.openxmlformats.org/drawingml/2006/main" prst="rect">
            <a:avLst/>
          </a:prstGeom>
        </p:spPr>
        <p:txBody>
          <a:bodyPr xmlns:a="http://schemas.openxmlformats.org/drawingml/2006/main" vert="horz" lIns="0" tIns="0" rIns="0" bIns="0" anchor="ctr"/>
          <a:lstStyle xmlns:a="http://schemas.openxmlformats.org/drawingml/2006/main">
            <a:lvl1pPr>
              <a:buNone/>
              <a:defRPr sz="800">
                <a:solidFill>
                  <a:srgbClr val="514C47"/>
                </a:solidFill>
                <a:latin typeface="+mn-lt"/>
                <a:ea typeface="+mn-lt"/>
                <a:cs typeface="+mn-lt"/>
              </a:defRPr>
            </a:lvl1pPr>
          </a:lstStyle>
          <a:p xmlns:a="http://schemas.openxmlformats.org/drawingml/2006/main">
            <a:r>
              <a:t>[Date]</a:t>
            </a:r>
          </a:p>
        </p:txBody>
      </p:sp>
      <p:pic>
        <p:nvPicPr>
          <p:cNvPr id="21" name="OTag"/>
          <p:cNvPicPr>
            <a:picLocks xmlns:a="http://schemas.openxmlformats.org/drawingml/2006/main" noChangeAspect="1"/>
          </p:cNvPicPr>
          <p:nvPr/>
        </p:nvPicPr>
        <p:blipFill>
          <a:blip xmlns:r="http://schemas.openxmlformats.org/officeDocument/2006/relationships" xmlns:a="http://schemas.openxmlformats.org/drawingml/2006/main" r:embed="R0b3c7a84879a41b8"/>
          <a:stretch xmlns:a="http://schemas.openxmlformats.org/drawingml/2006/main">
            <a:fillRect l="0" t="0" r="0" b="0"/>
          </a:stretch>
        </p:blipFill>
        <p:spPr>
          <a:xfrm xmlns:a="http://schemas.openxmlformats.org/drawingml/2006/main">
            <a:off x="11405616" y="6464808"/>
            <a:ext cx="393192" cy="393192"/>
          </a:xfrm>
          <a:prstGeom xmlns:a="http://schemas.openxmlformats.org/drawingml/2006/main" prst="rect">
            <a:avLst/>
          </a:prstGeom>
        </p:spPr>
      </p:pic>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cec9f473a6940dc"/>
    <p:sldLayoutId xmlns:r="http://schemas.openxmlformats.org/officeDocument/2006/relationships" id="2147483650" r:id="R7a515788087848d0"/>
    <p:sldLayoutId xmlns:r="http://schemas.openxmlformats.org/officeDocument/2006/relationships" id="2147483651" r:id="Rba22e715b9614381"/>
    <p:sldLayoutId xmlns:r="http://schemas.openxmlformats.org/officeDocument/2006/relationships" id="2147483652" r:id="R2761391d089c4ef7"/>
    <p:sldLayoutId xmlns:r="http://schemas.openxmlformats.org/officeDocument/2006/relationships" id="2147483653" r:id="Rfec8135e8e944d50"/>
    <p:sldLayoutId xmlns:r="http://schemas.openxmlformats.org/officeDocument/2006/relationships" id="2147483654" r:id="Rd965de899ee843e0"/>
    <p:sldLayoutId xmlns:r="http://schemas.openxmlformats.org/officeDocument/2006/relationships" id="2147483655" r:id="Ra4be4712d63a4038"/>
    <p:sldLayoutId xmlns:r="http://schemas.openxmlformats.org/officeDocument/2006/relationships" id="2147483656" r:id="Rc49a3ecc681b42f1"/>
    <p:sldLayoutId xmlns:r="http://schemas.openxmlformats.org/officeDocument/2006/relationships" id="2147483657" r:id="Rf06e3167fe5f400a"/>
    <p:sldLayoutId xmlns:r="http://schemas.openxmlformats.org/officeDocument/2006/relationships" id="2147483658" r:id="Rb08ecf87134e49a6"/>
    <p:sldLayoutId xmlns:r="http://schemas.openxmlformats.org/officeDocument/2006/relationships" id="2147483659" r:id="R0c54ecedd6954573"/>
    <p:sldLayoutId xmlns:r="http://schemas.openxmlformats.org/officeDocument/2006/relationships" id="2147483660" r:id="R79f973516b4845b6"/>
    <p:sldLayoutId xmlns:r="http://schemas.openxmlformats.org/officeDocument/2006/relationships" id="2147483661" r:id="Rdda6c6ef540749ef"/>
    <p:sldLayoutId xmlns:r="http://schemas.openxmlformats.org/officeDocument/2006/relationships" id="2147483662" r:id="R0a520d107b8a4d5a"/>
    <p:sldLayoutId xmlns:r="http://schemas.openxmlformats.org/officeDocument/2006/relationships" id="2147483663" r:id="R5390be5287004229"/>
    <p:sldLayoutId xmlns:r="http://schemas.openxmlformats.org/officeDocument/2006/relationships" id="2147483664" r:id="Ra9022b24f7f64922"/>
    <p:sldLayoutId xmlns:r="http://schemas.openxmlformats.org/officeDocument/2006/relationships" id="2147483665" r:id="R80fdedddd3de45fd"/>
    <p:sldLayoutId xmlns:r="http://schemas.openxmlformats.org/officeDocument/2006/relationships" id="2147483666" r:id="R7162ef11a1d44504"/>
    <p:sldLayoutId xmlns:r="http://schemas.openxmlformats.org/officeDocument/2006/relationships" id="2147483667" r:id="R411be9c05c184781"/>
    <p:sldLayoutId xmlns:r="http://schemas.openxmlformats.org/officeDocument/2006/relationships" id="2147483668" r:id="R1ec1d7f3f93e402d"/>
    <p:sldLayoutId xmlns:r="http://schemas.openxmlformats.org/officeDocument/2006/relationships" id="2147483669" r:id="R3d5e6b0b4ae3404d"/>
    <p:sldLayoutId xmlns:r="http://schemas.openxmlformats.org/officeDocument/2006/relationships" id="2147483670" r:id="Rcd19aada1a904989"/>
    <p:sldLayoutId xmlns:r="http://schemas.openxmlformats.org/officeDocument/2006/relationships" id="2147483671" r:id="Rf36530a01c3243c6"/>
    <p:sldLayoutId xmlns:r="http://schemas.openxmlformats.org/officeDocument/2006/relationships" id="2147483672" r:id="Rfdeecfcd13d540f6"/>
    <p:sldLayoutId xmlns:r="http://schemas.openxmlformats.org/officeDocument/2006/relationships" id="2147483673" r:id="Ra2910f87a536426a"/>
    <p:sldLayoutId xmlns:r="http://schemas.openxmlformats.org/officeDocument/2006/relationships" id="2147483674" r:id="R872d1ec614374ed0"/>
    <p:sldLayoutId xmlns:r="http://schemas.openxmlformats.org/officeDocument/2006/relationships" id="2147483675" r:id="Radc0beba688643e1"/>
    <p:sldLayoutId xmlns:r="http://schemas.openxmlformats.org/officeDocument/2006/relationships" id="2147483676" r:id="R1628dfdcfbde499e"/>
    <p:sldLayoutId xmlns:r="http://schemas.openxmlformats.org/officeDocument/2006/relationships" id="2147483677" r:id="Rb5423568ea7641a3"/>
    <p:sldLayoutId xmlns:r="http://schemas.openxmlformats.org/officeDocument/2006/relationships" id="2147483678" r:id="R26fd0de031074791"/>
    <p:sldLayoutId xmlns:r="http://schemas.openxmlformats.org/officeDocument/2006/relationships" id="2147483679" r:id="R51fea8a86f0e49c2"/>
    <p:sldLayoutId xmlns:r="http://schemas.openxmlformats.org/officeDocument/2006/relationships" id="2147483680" r:id="R04eca447988749ce"/>
    <p:sldLayoutId xmlns:r="http://schemas.openxmlformats.org/officeDocument/2006/relationships" id="2147483681" r:id="R500124025f3148c1"/>
    <p:sldLayoutId xmlns:r="http://schemas.openxmlformats.org/officeDocument/2006/relationships" id="2147483682" r:id="Radd79299156f4fb5"/>
    <p:sldLayoutId xmlns:r="http://schemas.openxmlformats.org/officeDocument/2006/relationships" id="2147483683" r:id="Rf7797e6bbcb3496f"/>
    <p:sldLayoutId xmlns:r="http://schemas.openxmlformats.org/officeDocument/2006/relationships" id="2147483684" r:id="R18f8e098ed9845ca"/>
    <p:sldLayoutId xmlns:r="http://schemas.openxmlformats.org/officeDocument/2006/relationships" id="2147483685" r:id="Rdb5189521e014dfd"/>
    <p:sldLayoutId xmlns:r="http://schemas.openxmlformats.org/officeDocument/2006/relationships" id="2147483686" r:id="R3b229a2f97754c36"/>
    <p:sldLayoutId xmlns:r="http://schemas.openxmlformats.org/officeDocument/2006/relationships" id="2147483687" r:id="Rbe764683a7804925"/>
    <p:sldLayoutId xmlns:r="http://schemas.openxmlformats.org/officeDocument/2006/relationships" id="2147483688" r:id="R13db7ee9f61c4e39"/>
    <p:sldLayoutId xmlns:r="http://schemas.openxmlformats.org/officeDocument/2006/relationships" id="2147483689" r:id="R131045f690e9443d"/>
    <p:sldLayoutId xmlns:r="http://schemas.openxmlformats.org/officeDocument/2006/relationships" id="2147483690" r:id="R4e36370773d64676"/>
    <p:sldLayoutId xmlns:r="http://schemas.openxmlformats.org/officeDocument/2006/relationships" id="2147483691" r:id="R0d133da146fa4fd3"/>
    <p:sldLayoutId xmlns:r="http://schemas.openxmlformats.org/officeDocument/2006/relationships" id="2147483692" r:id="R4aaece7b12224a77"/>
    <p:sldLayoutId xmlns:r="http://schemas.openxmlformats.org/officeDocument/2006/relationships" id="2147483693" r:id="R53993c8fa04a4913"/>
    <p:sldLayoutId xmlns:r="http://schemas.openxmlformats.org/officeDocument/2006/relationships" id="2147483694" r:id="Re7a05d82de484343"/>
    <p:sldLayoutId xmlns:r="http://schemas.openxmlformats.org/officeDocument/2006/relationships" id="2147483695" r:id="R7e489e4aef6c450f"/>
    <p:sldLayoutId xmlns:r="http://schemas.openxmlformats.org/officeDocument/2006/relationships" id="2147483696" r:id="R52487d5db62b4fda"/>
    <p:sldLayoutId xmlns:r="http://schemas.openxmlformats.org/officeDocument/2006/relationships" id="2147483697" r:id="R00c0dfa4f1434088"/>
    <p:sldLayoutId xmlns:r="http://schemas.openxmlformats.org/officeDocument/2006/relationships" id="2147483698" r:id="R2b478e24586a4736"/>
    <p:sldLayoutId xmlns:r="http://schemas.openxmlformats.org/officeDocument/2006/relationships" id="2147483699" r:id="R2ac1af94069d4ecb"/>
    <p:sldLayoutId xmlns:r="http://schemas.openxmlformats.org/officeDocument/2006/relationships" id="2147483700" r:id="R21e25ef93fa24b8f"/>
    <p:sldLayoutId xmlns:r="http://schemas.openxmlformats.org/officeDocument/2006/relationships" id="2147483701" r:id="Rd122dd00d3f947d8"/>
    <p:sldLayoutId xmlns:r="http://schemas.openxmlformats.org/officeDocument/2006/relationships" id="2147483702" r:id="R1901eea1043a4fb2"/>
    <p:sldLayoutId xmlns:r="http://schemas.openxmlformats.org/officeDocument/2006/relationships" id="2147483703" r:id="R038c8ac28c1d40ac"/>
    <p:sldLayoutId xmlns:r="http://schemas.openxmlformats.org/officeDocument/2006/relationships" id="2147483704" r:id="R1c6eb2de40104297"/>
    <p:sldLayoutId xmlns:r="http://schemas.openxmlformats.org/officeDocument/2006/relationships" id="2147483705" r:id="Rd162df94bf414261"/>
    <p:sldLayoutId xmlns:r="http://schemas.openxmlformats.org/officeDocument/2006/relationships" id="2147483706" r:id="Rd6b43c2ab2924d4b"/>
    <p:sldLayoutId xmlns:r="http://schemas.openxmlformats.org/officeDocument/2006/relationships" id="2147483707" r:id="R0255ebefc1964781"/>
    <p:sldLayoutId xmlns:r="http://schemas.openxmlformats.org/officeDocument/2006/relationships" id="2147483708" r:id="R59d45e7f7b1247bd"/>
    <p:sldLayoutId xmlns:r="http://schemas.openxmlformats.org/officeDocument/2006/relationships" id="2147483709" r:id="R650bd15689b442e1"/>
    <p:sldLayoutId xmlns:r="http://schemas.openxmlformats.org/officeDocument/2006/relationships" id="2147483710" r:id="Rec9e338ca8c84191"/>
    <p:sldLayoutId xmlns:r="http://schemas.openxmlformats.org/officeDocument/2006/relationships" id="2147483711" r:id="R1034e68f22e54ec5"/>
    <p:sldLayoutId xmlns:r="http://schemas.openxmlformats.org/officeDocument/2006/relationships" id="2147483712" r:id="R13c39e24c7e54213"/>
    <p:sldLayoutId xmlns:r="http://schemas.openxmlformats.org/officeDocument/2006/relationships" id="2147483713" r:id="Rfde70aa5c0b44a2a"/>
    <p:sldLayoutId xmlns:r="http://schemas.openxmlformats.org/officeDocument/2006/relationships" id="2147483714" r:id="R7d1d4a39878245a1"/>
    <p:sldLayoutId xmlns:r="http://schemas.openxmlformats.org/officeDocument/2006/relationships" id="2147483715" r:id="R3ed3a5821e334982"/>
    <p:sldLayoutId xmlns:r="http://schemas.openxmlformats.org/officeDocument/2006/relationships" id="2147483716" r:id="Rd29f1b60f1b04559"/>
    <p:sldLayoutId xmlns:r="http://schemas.openxmlformats.org/officeDocument/2006/relationships" id="2147483717" r:id="R0217b73c822645d6"/>
    <p:sldLayoutId xmlns:r="http://schemas.openxmlformats.org/officeDocument/2006/relationships" id="2147483718" r:id="R134e69ba6cbe4ee0"/>
    <p:sldLayoutId xmlns:r="http://schemas.openxmlformats.org/officeDocument/2006/relationships" id="2147483719" r:id="Rf5ddf6e287754bd2"/>
    <p:sldLayoutId xmlns:r="http://schemas.openxmlformats.org/officeDocument/2006/relationships" id="2147483720" r:id="R2b524a338bd84805"/>
    <p:sldLayoutId xmlns:r="http://schemas.openxmlformats.org/officeDocument/2006/relationships" id="2147483721" r:id="Rb182ab0b0fd04d55"/>
    <p:sldLayoutId xmlns:r="http://schemas.openxmlformats.org/officeDocument/2006/relationships" id="2147483722" r:id="R05089934e35f4fef"/>
    <p:sldLayoutId xmlns:r="http://schemas.openxmlformats.org/officeDocument/2006/relationships" id="2147483723" r:id="Rb71bf5e58efe4116"/>
    <p:sldLayoutId xmlns:r="http://schemas.openxmlformats.org/officeDocument/2006/relationships" id="2147483724" r:id="Rc02f271955d84e11"/>
    <p:sldLayoutId xmlns:r="http://schemas.openxmlformats.org/officeDocument/2006/relationships" id="2147483725" r:id="R3873fc195a5244a7"/>
    <p:sldLayoutId xmlns:r="http://schemas.openxmlformats.org/officeDocument/2006/relationships" id="2147483726" r:id="R4a1bca8597a045f7"/>
    <p:sldLayoutId xmlns:r="http://schemas.openxmlformats.org/officeDocument/2006/relationships" id="2147483727" r:id="Rcaef057c7494411d"/>
    <p:sldLayoutId xmlns:r="http://schemas.openxmlformats.org/officeDocument/2006/relationships" id="2147483728" r:id="R527b712f3c2e4eb9"/>
    <p:sldLayoutId xmlns:r="http://schemas.openxmlformats.org/officeDocument/2006/relationships" id="2147483729" r:id="R51c1dc669a144477"/>
    <p:sldLayoutId xmlns:r="http://schemas.openxmlformats.org/officeDocument/2006/relationships" id="2147483730" r:id="Rd1e617c527ae480f"/>
    <p:sldLayoutId xmlns:r="http://schemas.openxmlformats.org/officeDocument/2006/relationships" id="2147483731" r:id="Re70a4f2b59aa434f"/>
    <p:sldLayoutId xmlns:r="http://schemas.openxmlformats.org/officeDocument/2006/relationships" id="2147483732" r:id="R33b8a277dcce473f"/>
    <p:sldLayoutId xmlns:r="http://schemas.openxmlformats.org/officeDocument/2006/relationships" id="2147483733" r:id="R02772f9529b444f3"/>
    <p:sldLayoutId xmlns:r="http://schemas.openxmlformats.org/officeDocument/2006/relationships" id="2147483734" r:id="Rfe0e28aa01ec4b0a"/>
    <p:sldLayoutId xmlns:r="http://schemas.openxmlformats.org/officeDocument/2006/relationships" id="2147483735" r:id="R70b232dfc74f4a72"/>
    <p:sldLayoutId xmlns:r="http://schemas.openxmlformats.org/officeDocument/2006/relationships" id="2147483736" r:id="Rf9ed9c2cc0db450e"/>
    <p:sldLayoutId xmlns:r="http://schemas.openxmlformats.org/officeDocument/2006/relationships" id="2147483737" r:id="R215318545c53400a"/>
    <p:sldLayoutId xmlns:r="http://schemas.openxmlformats.org/officeDocument/2006/relationships" id="2147483738" r:id="R84e0e1198cd44633"/>
    <p:sldLayoutId xmlns:r="http://schemas.openxmlformats.org/officeDocument/2006/relationships" id="2147483739" r:id="Rd5dec3669d494036"/>
    <p:sldLayoutId xmlns:r="http://schemas.openxmlformats.org/officeDocument/2006/relationships" id="2147483740" r:id="Ra0ddfb12e1a240cb"/>
    <p:sldLayoutId xmlns:r="http://schemas.openxmlformats.org/officeDocument/2006/relationships" id="2147483741" r:id="R4ccd9051e13f4beb"/>
    <p:sldLayoutId xmlns:r="http://schemas.openxmlformats.org/officeDocument/2006/relationships" id="2147483742" r:id="R942a7279fec948e1"/>
    <p:sldLayoutId xmlns:r="http://schemas.openxmlformats.org/officeDocument/2006/relationships" id="2147483743" r:id="R485ae157352240bc"/>
    <p:sldLayoutId xmlns:r="http://schemas.openxmlformats.org/officeDocument/2006/relationships" id="2147483744" r:id="R88107c628281417c"/>
    <p:sldLayoutId xmlns:r="http://schemas.openxmlformats.org/officeDocument/2006/relationships" id="2147483745" r:id="R155249a0b7174569"/>
    <p:sldLayoutId xmlns:r="http://schemas.openxmlformats.org/officeDocument/2006/relationships" id="2147483746" r:id="R4739e098731a4db2"/>
    <p:sldLayoutId xmlns:r="http://schemas.openxmlformats.org/officeDocument/2006/relationships" id="2147483747" r:id="R7228f4fac82140ad"/>
    <p:sldLayoutId xmlns:r="http://schemas.openxmlformats.org/officeDocument/2006/relationships" id="2147483748" r:id="Ra4a2ac72fb8e4dc5"/>
    <p:sldLayoutId xmlns:r="http://schemas.openxmlformats.org/officeDocument/2006/relationships" id="2147483749" r:id="R038a5ef5d6e84a70"/>
    <p:sldLayoutId xmlns:r="http://schemas.openxmlformats.org/officeDocument/2006/relationships" id="2147483750" r:id="Rbd47a5bb4e7b455b"/>
    <p:sldLayoutId xmlns:r="http://schemas.openxmlformats.org/officeDocument/2006/relationships" id="2147483751" r:id="R2780e2272fec4731"/>
    <p:sldLayoutId xmlns:r="http://schemas.openxmlformats.org/officeDocument/2006/relationships" id="2147483752" r:id="R92ade504fa5e4828"/>
    <p:sldLayoutId xmlns:r="http://schemas.openxmlformats.org/officeDocument/2006/relationships" id="2147483753" r:id="R29704d3daad24f48"/>
    <p:sldLayoutId xmlns:r="http://schemas.openxmlformats.org/officeDocument/2006/relationships" id="2147483754" r:id="R1a0c02b8df0f4f5e"/>
    <p:sldLayoutId xmlns:r="http://schemas.openxmlformats.org/officeDocument/2006/relationships" id="2147483755" r:id="Ra84f27fbbd6f41f0"/>
    <p:sldLayoutId xmlns:r="http://schemas.openxmlformats.org/officeDocument/2006/relationships" id="2147483756" r:id="Ra6ba7915b3c6436f"/>
    <p:sldLayoutId xmlns:r="http://schemas.openxmlformats.org/officeDocument/2006/relationships" id="2147483757" r:id="Rc1a2ff82334f46a8"/>
    <p:sldLayoutId xmlns:r="http://schemas.openxmlformats.org/officeDocument/2006/relationships" id="2147483758" r:id="R37a189c2a47c434e"/>
    <p:sldLayoutId xmlns:r="http://schemas.openxmlformats.org/officeDocument/2006/relationships" id="2147483759" r:id="R0b4bd828d0184f00"/>
    <p:sldLayoutId xmlns:r="http://schemas.openxmlformats.org/officeDocument/2006/relationships" id="2147483760" r:id="R99dc13fb045d4567"/>
    <p:sldLayoutId xmlns:r="http://schemas.openxmlformats.org/officeDocument/2006/relationships" id="2147483761" r:id="R3ad33487dfea4c7d"/>
    <p:sldLayoutId xmlns:r="http://schemas.openxmlformats.org/officeDocument/2006/relationships" id="2147483762" r:id="Ra1abde13f3d94783"/>
  </p:sldLayoutIdLst>
  <p:hf hdr="0" dt="0"/>
  <p:txStyles>
    <p:titleStyle>
      <a:lvl1pPr xmlns:a="http://schemas.openxmlformats.org/drawingml/2006/main" algn="l">
        <a:lnSpc>
          <a:spcPct val="95000"/>
        </a:lnSpc>
        <a:spcBef>
          <a:spcPts val="0"/>
        </a:spcBef>
        <a:buNone/>
        <a:defRPr sz="2400" b="1" i="0">
          <a:solidFill>
            <a:schemeClr val="tx1"/>
          </a:solidFill>
          <a:latin typeface="+mn-lt"/>
          <a:ea typeface="+mn-lt"/>
          <a:cs typeface="+mn-lt"/>
        </a:defRPr>
      </a:lvl1pPr>
    </p:titleStyle>
    <p:bodyStyle>
      <a:lvl1pPr xmlns:a="http://schemas.openxmlformats.org/drawingml/2006/main" marL="0" indent="0" algn="l">
        <a:lnSpc>
          <a:spcPct val="95000"/>
        </a:lnSpc>
        <a:spcBef>
          <a:spcPts val="600"/>
        </a:spcBef>
        <a:spcAft>
          <a:spcPts val="0"/>
        </a:spcAft>
        <a:buNone/>
        <a:defRPr sz="1600" b="0" i="0">
          <a:solidFill>
            <a:schemeClr val="tx1"/>
          </a:solidFill>
          <a:latin typeface="Oracle Sans Tab"/>
          <a:ea typeface="Oracle Sans Tab"/>
          <a:cs typeface="Oracle Sans Tab"/>
        </a:defRPr>
      </a:lvl1pPr>
      <a:lvl2pPr xmlns:a="http://schemas.openxmlformats.org/drawingml/2006/main" marL="365760" indent="-182880" algn="l">
        <a:lnSpc>
          <a:spcPct val="95000"/>
        </a:lnSpc>
        <a:spcBef>
          <a:spcPts val="600"/>
        </a:spcBef>
        <a:spcAft>
          <a:spcPts val="0"/>
        </a:spcAft>
        <a:buChar char="•"/>
        <a:defRPr sz="1600" b="0" i="0">
          <a:solidFill>
            <a:schemeClr val="tx1"/>
          </a:solidFill>
          <a:latin typeface="Oracle Sans"/>
          <a:ea typeface="Oracle Sans"/>
          <a:cs typeface="Oracle Sans"/>
        </a:defRPr>
      </a:lvl2pPr>
      <a:lvl3pPr xmlns:a="http://schemas.openxmlformats.org/drawingml/2006/main" marL="547688" indent="-182563" algn="l">
        <a:lnSpc>
          <a:spcPct val="95000"/>
        </a:lnSpc>
        <a:spcBef>
          <a:spcPts val="400"/>
        </a:spcBef>
        <a:spcAft>
          <a:spcPts val="0"/>
        </a:spcAft>
        <a:buChar char="-"/>
        <a:defRPr sz="1600" b="0" i="0">
          <a:solidFill>
            <a:schemeClr val="tx1"/>
          </a:solidFill>
          <a:latin typeface="Oracle Sans"/>
          <a:ea typeface="Oracle Sans"/>
          <a:cs typeface="Oracle Sans"/>
        </a:defRPr>
      </a:lvl3pPr>
      <a:lvl4pPr xmlns:a="http://schemas.openxmlformats.org/drawingml/2006/main" marL="730250" indent="-182563" algn="l">
        <a:lnSpc>
          <a:spcPct val="95000"/>
        </a:lnSpc>
        <a:spcBef>
          <a:spcPts val="400"/>
        </a:spcBef>
        <a:spcAft>
          <a:spcPts val="0"/>
        </a:spcAft>
        <a:buChar char="•"/>
        <a:defRPr sz="1600" b="0" i="0">
          <a:solidFill>
            <a:schemeClr val="tx1"/>
          </a:solidFill>
          <a:latin typeface="Oracle Sans"/>
          <a:ea typeface="Oracle Sans"/>
          <a:cs typeface="Oracle Sans"/>
        </a:defRPr>
      </a:lvl4pPr>
      <a:lvl5pPr xmlns:a="http://schemas.openxmlformats.org/drawingml/2006/main" marL="914400" indent="-182880" algn="l">
        <a:lnSpc>
          <a:spcPct val="95000"/>
        </a:lnSpc>
        <a:spcBef>
          <a:spcPts val="400"/>
        </a:spcBef>
        <a:spcAft>
          <a:spcPts val="0"/>
        </a:spcAft>
        <a:buChar char="-"/>
        <a:defRPr sz="1600" b="0" i="0">
          <a:solidFill>
            <a:schemeClr val="tx1"/>
          </a:solidFill>
          <a:latin typeface="Oracle Sans"/>
          <a:ea typeface="Oracle Sans"/>
          <a:cs typeface="Oracle Sans"/>
        </a:defRPr>
      </a:lvl5pPr>
      <a:lvl6pPr xmlns:a="http://schemas.openxmlformats.org/drawingml/2006/main" marL="1097280" indent="-182880" algn="l">
        <a:lnSpc>
          <a:spcPct val="95000"/>
        </a:lnSpc>
        <a:spcBef>
          <a:spcPts val="400"/>
        </a:spcBef>
        <a:spcAft>
          <a:spcPts val="0"/>
        </a:spcAft>
        <a:buChar char="•"/>
        <a:defRPr sz="1600" b="0" i="0">
          <a:solidFill>
            <a:schemeClr val="tx1"/>
          </a:solidFill>
          <a:latin typeface="Oracle Sans"/>
          <a:ea typeface="Oracle Sans"/>
          <a:cs typeface="Oracle Sans"/>
        </a:defRPr>
      </a:lvl6pPr>
      <a:lvl7pPr xmlns:a="http://schemas.openxmlformats.org/drawingml/2006/main" marL="1280160" indent="-182880" algn="l">
        <a:lnSpc>
          <a:spcPct val="95000"/>
        </a:lnSpc>
        <a:spcBef>
          <a:spcPts val="400"/>
        </a:spcBef>
        <a:spcAft>
          <a:spcPts val="0"/>
        </a:spcAft>
        <a:buChar char="-"/>
        <a:defRPr sz="1600" b="0" i="0">
          <a:solidFill>
            <a:schemeClr val="tx1"/>
          </a:solidFill>
          <a:latin typeface="Oracle Sans"/>
          <a:ea typeface="Oracle Sans"/>
          <a:cs typeface="Oracle Sans"/>
        </a:defRPr>
      </a:lvl7pPr>
      <a:lvl8pPr xmlns:a="http://schemas.openxmlformats.org/drawingml/2006/main" marL="1604963" indent="-203200" algn="l">
        <a:lnSpc>
          <a:spcPct val="90000"/>
        </a:lnSpc>
        <a:spcBef>
          <a:spcPts val="500"/>
        </a:spcBef>
        <a:buChar char="•"/>
        <a:defRPr sz="1600" b="0" i="0">
          <a:solidFill>
            <a:schemeClr val="tx1"/>
          </a:solidFill>
          <a:latin typeface="Oracle Sans"/>
          <a:ea typeface="Oracle Sans"/>
          <a:cs typeface="Oracle Sans"/>
        </a:defRPr>
      </a:lvl8pPr>
      <a:lvl9pPr xmlns:a="http://schemas.openxmlformats.org/drawingml/2006/main" marL="1889125" indent="-203200" algn="l">
        <a:lnSpc>
          <a:spcPct val="90000"/>
        </a:lnSpc>
        <a:spcBef>
          <a:spcPts val="500"/>
        </a:spcBef>
        <a:buChar char="-"/>
        <a:defRPr sz="1600" b="0" i="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extLst>
    <p:ext uri="{27BBF7A9-308A-43DC-89C8-2F10F3537804}">
      <p15:sldGuideLst xmlns:p15="http://schemas.microsoft.com/office/powerpoint/2012/main">
        <p15:guide id="1" orient="horz" pos="2160" userDrawn="1">
          <p15:clr>
            <a:srgbClr xmlns:a="http://schemas.openxmlformats.org/drawingml/2006/main" val="F26B43"/>
          </p15:clr>
        </p15:guide>
        <p15:guide id="2" pos="3840" userDrawn="1">
          <p15:clr>
            <a:srgbClr xmlns:a="http://schemas.openxmlformats.org/drawingml/2006/main" val="F26B43"/>
          </p15:clr>
        </p15:guide>
        <p15:guide id="3" orient="horz" pos="1008" userDrawn="1">
          <p15:clr>
            <a:srgbClr xmlns:a="http://schemas.openxmlformats.org/drawingml/2006/main" val="5ACBF0"/>
          </p15:clr>
        </p15:guide>
        <p15:guide id="4" orient="horz" pos="3852" userDrawn="1">
          <p15:clr>
            <a:srgbClr xmlns:a="http://schemas.openxmlformats.org/drawingml/2006/main" val="F26B43"/>
          </p15:clr>
        </p15:guide>
        <p15:guide id="5" pos="480" userDrawn="1">
          <p15:clr>
            <a:srgbClr xmlns:a="http://schemas.openxmlformats.org/drawingml/2006/main" val="F26B43"/>
          </p15:clr>
        </p15:guide>
        <p15:guide id="6" orient="horz" pos="795" userDrawn="1">
          <p15:clr>
            <a:srgbClr xmlns:a="http://schemas.openxmlformats.org/drawingml/2006/main" val="F26B43"/>
          </p15:clr>
        </p15:guide>
        <p15:guide id="7" orient="horz" pos="590" userDrawn="1">
          <p15:clr>
            <a:srgbClr xmlns:a="http://schemas.openxmlformats.org/drawingml/2006/main" val="F26B43"/>
          </p15:clr>
        </p15:guide>
        <p15:guide id="8" pos="7212" userDrawn="1">
          <p15:clr>
            <a:srgbClr xmlns:a="http://schemas.openxmlformats.org/drawingml/2006/main" val="F26B43"/>
          </p15:clr>
        </p15:guide>
      </p15:sldGuideLst>
    </p:ext>
  </p:extLst>
</p:sldMaster>
</file>

<file path=ppt/slideMasters/theme/theme2.xml><?xml version="1.0" encoding="utf-8"?>
<a:theme xmlns:a="http://schemas.openxmlformats.org/drawingml/2006/main" name="Oracle-8.8.2">
  <a:themeElements>
    <a:clrScheme name="Custom 151">
      <a:dk1>
        <a:srgbClr val="2A2F2F"/>
      </a:dk1>
      <a:lt1>
        <a:srgbClr val="FFFFFF"/>
      </a:lt1>
      <a:dk2>
        <a:srgbClr val="2A2F2F"/>
      </a:dk2>
      <a:lt2>
        <a:srgbClr val="FBF9F8"/>
      </a:lt2>
      <a:accent1>
        <a:srgbClr val="04536F"/>
      </a:accent1>
      <a:accent2>
        <a:srgbClr val="6C3F49"/>
      </a:accent2>
      <a:accent3>
        <a:srgbClr val="C74634"/>
      </a:accent3>
      <a:accent4>
        <a:srgbClr val="F0CC71"/>
      </a:accent4>
      <a:accent5>
        <a:srgbClr val="89B2B0"/>
      </a:accent5>
      <a:accent6>
        <a:srgbClr val="86B596"/>
      </a:accent6>
      <a:hlink>
        <a:srgbClr val="00688C"/>
      </a:hlink>
      <a:folHlink>
        <a:srgbClr val="F0CC71"/>
      </a:folHlink>
    </a:clrScheme>
    <a:fontScheme name="Oracle Pillars">
      <a:majorFont>
        <a:latin typeface="Georgia"/>
        <a:ea typeface=""/>
        <a:cs typeface=""/>
      </a:majorFont>
      <a:minorFont>
        <a:latin typeface="Oracle Sans Tab"/>
        <a:ea typeface=""/>
        <a:cs typeface=""/>
      </a:minorFont>
    </a:fontScheme>
    <a:fmtScheme name="Custom 151">
      <a:fillStyleLst>
        <a:solidFill>
          <a:schemeClr val="phClr"/>
        </a:solidFill>
        <a:solidFill>
          <a:schemeClr val="phClr">
            <a:tint val="50000"/>
          </a:schemeClr>
        </a:solidFill>
        <a:solidFill>
          <a:schemeClr val="phClr">
            <a:shade val="65000"/>
          </a:schemeClr>
        </a:solidFill>
      </a:fillStyleLst>
      <a:lnStyleLst>
        <a:ln w="3175">
          <a:solidFill>
            <a:schemeClr val="phClr">
              <a:shade val="65000"/>
            </a:schemeClr>
          </a:solidFill>
          <a:prstDash val="solid"/>
        </a:ln>
        <a:ln w="3175">
          <a:solidFill>
            <a:schemeClr val="phClr"/>
          </a:solidFill>
          <a:prstDash val="solid"/>
        </a:ln>
        <a:ln w="0">
          <a:noFill/>
        </a:ln>
      </a:lnStyleLst>
      <a:effectStyleLst>
        <a:effectStyle>
          <a:effectLst/>
        </a:effectStyle>
        <a:effectStyle>
          <a:effectLst/>
        </a:effectStyle>
        <a:effectStyle>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2a24b3f35a324e0a" Type="http://schemas.openxmlformats.org/officeDocument/2006/relationships/notesSlide" Target="../notesSlides/notesSlide1.xml"/><Relationship Id="Rb1ba2098847d4058" Type="http://schemas.openxmlformats.org/officeDocument/2006/relationships/slideLayout" Target="../slideLayouts/slideLayout11.xml"/><Relationship Id="rId3" Type="http://schemas.openxmlformats.org/officeDocument/2006/relationships/hyperlink" Target="https://github.com/LiviaFernandes/tdc-oci-ai-agents-lab" TargetMode="External"/><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2e8f31bb21ab4c87" Type="http://schemas.openxmlformats.org/officeDocument/2006/relationships/slideLayout" Target="../slideLayouts/slideLayout69.xml"/><Relationship Id="Rd8389e91abfb49c1"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8361e815d9a6423c" Type="http://schemas.openxmlformats.org/officeDocument/2006/relationships/notesSlide" Target="../notesSlides/notesSlide3.xml"/><Relationship Id="Rc8f345b9eac74a00" Type="http://schemas.openxmlformats.org/officeDocument/2006/relationships/slideLayout" Target="../slideLayouts/slideLayout69.xml"/><Relationship Id="rId3" Type="http://schemas.openxmlformats.org/officeDocument/2006/relationships/image" Target="../media/image44.png"/></Relationships>
</file>

<file path=ppt/slides/_rels/slide4.xml.rels><?xml version='1.0' encoding='UTF-8' standalone='yes'?>
<Relationships xmlns="http://schemas.openxmlformats.org/package/2006/relationships"><Relationship Id="R44889645d39041a8" Type="http://schemas.openxmlformats.org/officeDocument/2006/relationships/slideLayout" Target="../slideLayouts/slideLayout69.xml"/><Relationship Id="Rcfbafe38d2ad46fc"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196e445510d74bb7" Type="http://schemas.openxmlformats.org/officeDocument/2006/relationships/notesSlide" Target="../notesSlides/notesSlide9.xml"/><Relationship Id="R37d8243ad741489b" Type="http://schemas.openxmlformats.org/officeDocument/2006/relationships/slideLayout" Target="../slideLayouts/slideLayout113.xml"/><Relationship Id="rId3" Type="http://schemas.openxmlformats.org/officeDocument/2006/relationships/hyperlink" Target="https://github.com/LiviaFernandes/tdc-oci-ai-agents-lab" TargetMode="External"/><Relationship Id="rId4" Type="http://schemas.openxmlformats.org/officeDocument/2006/relationships/image" Target="../media/image1.png"/></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6" name="Slide Number Placeholder 5">
            <a:extLst xmlns:a="http://schemas.openxmlformats.org/drawingml/2006/main">
              <a:ext uri="{FF2B5EF4-FFF2-40B4-BE49-F238E27FC236}">
                <a16:creationId xmlns:a16="http://schemas.microsoft.com/office/drawing/2014/main" id="{EEAB4414-CB66-1961-4851-D15630C3CD26}"/>
              </a:ext>
            </a:extLst>
          </p:cNvPr>
          <p:cNvSpPr>
            <a:spLocks xmlns:a="http://schemas.openxmlformats.org/drawingml/2006/main" noGrp="1"/>
          </p:cNvSpPr>
          <p:nvPr>
            <p:ph type="sldNum" idx="12"/>
          </p:nvPr>
        </p:nvSpPr>
        <p:spPr>
          <a:xfrm xmlns:a="http://schemas.openxmlformats.org/drawingml/2006/main">
            <a:off x="762000" y="6995117"/>
            <a:ext cx="365760" cy="365760"/>
          </a:xfrm>
        </p:spPr>
        <p:txBody>
          <a:bodyPr xmlns:a="http://schemas.openxmlformats.org/drawingml/2006/main"/>
          <a:lstStyle xmlns:a="http://schemas.openxmlformats.org/drawingml/2006/main"/>
          <a:p xmlns:a="http://schemas.openxmlformats.org/drawingml/2006/main">
            <a:r>
              <a:rPr sz="600">
                <a:solidFill>
                  <a:srgbClr val="5C5650"/>
                </a:solidFill>
                <a:latin typeface="Oracle Sans"/>
              </a:rPr>
              <a:t>1</a:t>
            </a:r>
          </a:p>
        </p:txBody>
      </p:sp>
      <p:sp>
        <p:nvSpPr>
          <p:cNvPr id="7" name="Footer Placeholder 6">
            <a:extLst xmlns:a="http://schemas.openxmlformats.org/drawingml/2006/main">
              <a:ext uri="{FF2B5EF4-FFF2-40B4-BE49-F238E27FC236}">
                <a16:creationId xmlns:a16="http://schemas.microsoft.com/office/drawing/2014/main" id="{2F6DC71C-6266-BA3E-B5B9-4423AABAEE66}"/>
              </a:ext>
            </a:extLst>
          </p:cNvPr>
          <p:cNvSpPr>
            <a:spLocks xmlns:a="http://schemas.openxmlformats.org/drawingml/2006/main" noGrp="1"/>
          </p:cNvSpPr>
          <p:nvPr>
            <p:ph type="ftr" idx="36"/>
          </p:nvPr>
        </p:nvSpPr>
        <p:spPr>
          <a:xfrm xmlns:a="http://schemas.openxmlformats.org/drawingml/2006/main">
            <a:off x="1127759" y="6995435"/>
            <a:ext cx="5745379" cy="365125"/>
          </a:xfrm>
        </p:spPr>
        <p:txBody>
          <a:bodyPr xmlns:a="http://schemas.openxmlformats.org/drawingml/2006/main"/>
          <a:lstStyle xmlns:a="http://schemas.openxmlformats.org/drawingml/2006/main"/>
          <a:p xmlns:a="http://schemas.openxmlformats.org/drawingml/2006/main">
            <a:r>
              <a:rPr sz="600">
                <a:solidFill>
                  <a:srgbClr val="5C5650"/>
                </a:solidFill>
                <a:latin typeface="Oracle Sans"/>
              </a:rPr>
              <a:t>Copyright © 2026, Oracle and/or its affiliates | Confidential: Internal</a:t>
            </a:r>
          </a:p>
        </p:txBody>
      </p:sp>
      <p:sp xmlns:a="http://schemas.openxmlformats.org/drawingml/2006/main">
        <p:nvSpPr>
          <p:cNvPr id="8" name="TextBox 7"/>
          <p:cNvSpPr txBox="1"/>
          <p:nvPr/>
        </p:nvSpPr>
        <p:spPr>
          <a:xfrm>
            <a:off x="685800" y="685800"/>
            <a:ext cx="6766560" cy="594360"/>
          </a:xfrm>
          <a:prstGeom prst="rect">
            <a:avLst/>
          </a:prstGeom>
          <a:noFill/>
        </p:spPr>
        <p:txBody>
          <a:bodyPr wrap="square">
            <a:spAutoFit/>
          </a:bodyPr>
          <a:lstStyle/>
          <a:p>
            <a:pPr algn="l"/>
            <a:r>
              <a:rPr sz="3400" b="1">
                <a:solidFill>
                  <a:srgbClr val="FFFFFF"/>
                </a:solidFill>
                <a:latin typeface="Oracle Sans"/>
              </a:rPr>
              <a:t>Lab TDC: AI Agents na OCI</a:t>
            </a:r>
          </a:p>
        </p:txBody>
      </p:sp>
      <p:sp xmlns:a="http://schemas.openxmlformats.org/drawingml/2006/main">
        <p:nvSpPr>
          <p:cNvPr id="9" name="TextBox 8"/>
          <p:cNvSpPr txBox="1"/>
          <p:nvPr/>
        </p:nvSpPr>
        <p:spPr>
          <a:xfrm>
            <a:off x="713232" y="1298448"/>
            <a:ext cx="7132320" cy="320040"/>
          </a:xfrm>
          <a:prstGeom prst="rect">
            <a:avLst/>
          </a:prstGeom>
          <a:noFill/>
        </p:spPr>
        <p:txBody>
          <a:bodyPr wrap="square">
            <a:spAutoFit/>
          </a:bodyPr>
          <a:lstStyle/>
          <a:p>
            <a:pPr algn="l"/>
            <a:r>
              <a:rPr sz="1800" b="0">
                <a:solidFill>
                  <a:srgbClr val="FFFFFF"/>
                </a:solidFill>
                <a:latin typeface="Oracle Sans"/>
              </a:rPr>
              <a:t>RAG, Custom Tools e endpoint em uma demo de 1 hora</a:t>
            </a:r>
          </a:p>
        </p:txBody>
      </p:sp>
      <p:sp xmlns:a="http://schemas.openxmlformats.org/drawingml/2006/main">
        <p:nvSpPr>
          <p:cNvPr id="10" name="TextBox 9"/>
          <p:cNvSpPr txBox="1"/>
          <p:nvPr/>
        </p:nvSpPr>
        <p:spPr>
          <a:xfrm>
            <a:off x="713232" y="4160520"/>
            <a:ext cx="2286000" cy="274320"/>
          </a:xfrm>
          <a:prstGeom prst="rect">
            <a:avLst/>
          </a:prstGeom>
          <a:noFill/>
        </p:spPr>
        <p:txBody>
          <a:bodyPr wrap="square">
            <a:spAutoFit/>
          </a:bodyPr>
          <a:lstStyle/>
          <a:p>
            <a:pPr algn="l"/>
            <a:r>
              <a:rPr sz="1400" b="0">
                <a:solidFill>
                  <a:srgbClr val="FFFFFF"/>
                </a:solidFill>
                <a:latin typeface="Oracle Sans"/>
              </a:rPr>
              <a:t>Material de apoio</a:t>
            </a:r>
          </a:p>
        </p:txBody>
      </p:sp>
      <p:sp xmlns:a="http://schemas.openxmlformats.org/drawingml/2006/main">
        <p:nvSpPr>
          <p:cNvPr id="11" name="TextBox 10"/>
          <p:cNvSpPr txBox="1"/>
          <p:nvPr/>
        </p:nvSpPr>
        <p:spPr>
          <a:xfrm>
            <a:off x="713232" y="4480560"/>
            <a:ext cx="5669280" cy="384048"/>
          </a:xfrm>
          <a:prstGeom prst="rect">
            <a:avLst/>
          </a:prstGeom>
          <a:noFill/>
        </p:spPr>
        <p:txBody>
          <a:bodyPr wrap="none">
            <a:spAutoFit/>
          </a:bodyPr>
          <a:lstStyle/>
          <a:p>
            <a:r>
              <a:rPr sz="1600">
                <a:solidFill>
                  <a:srgbClr val="2C5967"/>
                </a:solidFill>
                <a:latin typeface="Oracle Sans"/>
                <a:hlinkClick xmlns:ns0="http://schemas.openxmlformats.org/officeDocument/2006/relationships" ns0:id="rId3"/>
              </a:rPr>
              <a:t>https://github.com/LiviaFernandes/tdc-oci-ai-agents-lab</a:t>
            </a:r>
          </a:p>
        </p:txBody>
      </p:sp>
      <p:pic xmlns:a="http://schemas.openxmlformats.org/drawingml/2006/main" xmlns:r="http://schemas.openxmlformats.org/officeDocument/2006/relationships">
        <p:nvPicPr>
          <p:cNvPr id="12" name="Picture 11" descr="github-qr.png"/>
          <p:cNvPicPr>
            <a:picLocks noChangeAspect="1"/>
          </p:cNvPicPr>
          <p:nvPr/>
        </p:nvPicPr>
        <p:blipFill>
          <a:blip r:embed="rId4"/>
          <a:stretch>
            <a:fillRect/>
          </a:stretch>
        </p:blipFill>
        <p:spPr>
          <a:xfrm>
            <a:off x="9281160" y="1051560"/>
            <a:ext cx="1874519" cy="1874519"/>
          </a:xfrm>
          <a:prstGeom prst="rect">
            <a:avLst/>
          </a:prstGeom>
        </p:spPr>
      </p:pic>
      <p:sp xmlns:a="http://schemas.openxmlformats.org/drawingml/2006/main">
        <p:nvSpPr>
          <p:cNvPr id="13" name="TextBox 12"/>
          <p:cNvSpPr txBox="1"/>
          <p:nvPr/>
        </p:nvSpPr>
        <p:spPr>
          <a:xfrm>
            <a:off x="8823960" y="3063240"/>
            <a:ext cx="2743200" cy="365760"/>
          </a:xfrm>
          <a:prstGeom prst="rect">
            <a:avLst/>
          </a:prstGeom>
          <a:noFill/>
        </p:spPr>
        <p:txBody>
          <a:bodyPr wrap="square">
            <a:spAutoFit/>
          </a:bodyPr>
          <a:lstStyle/>
          <a:p>
            <a:pPr algn="ctr"/>
            <a:r>
              <a:rPr sz="1300" b="0">
                <a:solidFill>
                  <a:srgbClr val="FFFFFF"/>
                </a:solidFill>
                <a:latin typeface="Oracle Sans"/>
              </a:rPr>
              <a:t>Aponte a camera para abrir o GitHub</a:t>
            </a:r>
          </a:p>
        </p:txBody>
      </p:sp>
    </p:spTree>
    <p:extLst>
      <p:ext uri="{BB962C8B-B14F-4D97-AF65-F5344CB8AC3E}">
        <p14:creationId xmlns:p14="http://schemas.microsoft.com/office/powerpoint/2010/main" val="2008023158"/>
      </p:ext>
    </p:extLst>
  </p:cSld>
</p:sld>
</file>

<file path=ppt/slides/slide2.xml><?xml version="1.0" encoding="utf-8"?>
<p:sld xmlns:p="http://schemas.openxmlformats.org/presentationml/2006/main">
  <p:cSld>
    <p:bg>
      <p:bgPr>
        <a:solidFill xmlns:a="http://schemas.openxmlformats.org/drawingml/2006/main">
          <a:schemeClr val="bg2"/>
        </a:solidFill>
      </p:bgPr>
    </p:bg>
    <p:spTree>
      <p:nvGrpSpPr>
        <p:cNvPr id="1" name=""/>
        <p:cNvGrpSpPr/>
        <p:nvPr/>
      </p:nvGrpSpPr>
      <p:grpSpPr>
        <a:xfrm xmlns:a="http://schemas.openxmlformats.org/drawingml/2006/main"/>
      </p:grpSpPr>
      <p:sp>
        <p:nvSpPr>
          <p:cNvPr id="5" name="Slide Number Placeholder 4">
            <a:extLst xmlns:a="http://schemas.openxmlformats.org/drawingml/2006/main">
              <a:ext uri="{FF2B5EF4-FFF2-40B4-BE49-F238E27FC236}">
                <a16:creationId xmlns:a16="http://schemas.microsoft.com/office/drawing/2014/main" id="{D1C1AC08-3D17-B7B4-1AE3-423663671F05}"/>
              </a:ext>
            </a:extLst>
          </p:cNvPr>
          <p:cNvSpPr>
            <a:spLocks xmlns:a="http://schemas.openxmlformats.org/drawingml/2006/main" noGrp="1"/>
          </p:cNvSpPr>
          <p:nvPr>
            <p:ph type="sldNum" idx="22"/>
          </p:nvPr>
        </p:nvSpPr>
        <p:spPr>
          <a:xfrm xmlns:a="http://schemas.openxmlformats.org/drawingml/2006/main">
            <a:off x="762000" y="6423660"/>
            <a:ext cx="365760" cy="365760"/>
          </a:xfrm>
        </p:spPr>
        <p:txBody>
          <a:bodyPr xmlns:a="http://schemas.openxmlformats.org/drawingml/2006/main"/>
          <a:lstStyle xmlns:a="http://schemas.openxmlformats.org/drawingml/2006/main"/>
          <a:p xmlns:a="http://schemas.openxmlformats.org/drawingml/2006/main">
            <a:r>
              <a:rPr sz="600">
                <a:solidFill>
                  <a:srgbClr val="5C5650"/>
                </a:solidFill>
                <a:latin typeface="Oracle Sans"/>
              </a:rPr>
              <a:t>2</a:t>
            </a:r>
          </a:p>
        </p:txBody>
      </p:sp>
      <p:sp>
        <p:nvSpPr>
          <p:cNvPr id="6" name="Footer Placeholder 5">
            <a:extLst xmlns:a="http://schemas.openxmlformats.org/drawingml/2006/main">
              <a:ext uri="{FF2B5EF4-FFF2-40B4-BE49-F238E27FC236}">
                <a16:creationId xmlns:a16="http://schemas.microsoft.com/office/drawing/2014/main" id="{0C96F817-67DC-36D5-86CB-CCBE3DAF9CDA}"/>
              </a:ext>
            </a:extLst>
          </p:cNvPr>
          <p:cNvSpPr>
            <a:spLocks xmlns:a="http://schemas.openxmlformats.org/drawingml/2006/main" noGrp="1"/>
          </p:cNvSpPr>
          <p:nvPr>
            <p:ph type="ftr" idx="21"/>
          </p:nvPr>
        </p:nvSpPr>
        <p:spPr>
          <a:xfrm xmlns:a="http://schemas.openxmlformats.org/drawingml/2006/main">
            <a:off x="1127759" y="6423978"/>
            <a:ext cx="5745379" cy="365125"/>
          </a:xfrm>
        </p:spPr>
        <p:txBody>
          <a:bodyPr xmlns:a="http://schemas.openxmlformats.org/drawingml/2006/main"/>
          <a:lstStyle xmlns:a="http://schemas.openxmlformats.org/drawingml/2006/main"/>
          <a:p xmlns:a="http://schemas.openxmlformats.org/drawingml/2006/main">
            <a:r>
              <a:rPr sz="600">
                <a:solidFill>
                  <a:srgbClr val="5C5650"/>
                </a:solidFill>
                <a:latin typeface="Oracle Sans"/>
              </a:rPr>
              <a:t>Copyright © 2026, Oracle and/or its affiliates | Confidential: Internal</a:t>
            </a:r>
          </a:p>
        </p:txBody>
      </p:sp>
      <p:sp xmlns:a="http://schemas.openxmlformats.org/drawingml/2006/main">
        <p:nvSpPr>
          <p:cNvPr id="7" name="TextBox 6"/>
          <p:cNvSpPr txBox="1"/>
          <p:nvPr/>
        </p:nvSpPr>
        <p:spPr>
          <a:xfrm>
            <a:off x="640080" y="502920"/>
            <a:ext cx="6126480" cy="457200"/>
          </a:xfrm>
          <a:prstGeom prst="rect">
            <a:avLst/>
          </a:prstGeom>
          <a:noFill/>
        </p:spPr>
        <p:txBody>
          <a:bodyPr wrap="square">
            <a:spAutoFit/>
          </a:bodyPr>
          <a:lstStyle/>
          <a:p>
            <a:pPr algn="l"/>
            <a:r>
              <a:rPr sz="3000" b="1">
                <a:solidFill>
                  <a:srgbClr val="312D2A"/>
                </a:solidFill>
                <a:latin typeface="Oracle Sans"/>
              </a:rPr>
              <a:t>O que a demo mostra</a:t>
            </a:r>
          </a:p>
        </p:txBody>
      </p:sp>
      <p:sp xmlns:a="http://schemas.openxmlformats.org/drawingml/2006/main">
        <p:nvSpPr>
          <p:cNvPr id="8" name="TextBox 7"/>
          <p:cNvSpPr txBox="1"/>
          <p:nvPr/>
        </p:nvSpPr>
        <p:spPr>
          <a:xfrm>
            <a:off x="777240" y="1325880"/>
            <a:ext cx="5577840" cy="3931920"/>
          </a:xfrm>
          <a:prstGeom prst="rect">
            <a:avLst/>
          </a:prstGeom>
          <a:noFill/>
        </p:spPr>
        <p:txBody>
          <a:bodyPr wrap="square">
            <a:spAutoFit/>
          </a:bodyPr>
          <a:lstStyle/>
          <a:p>
            <a:pPr>
              <a:spcAft>
                <a:spcPts val="1000"/>
              </a:spcAft>
              <a:defRPr sz="1900">
                <a:solidFill>
                  <a:srgbClr val="312D2A"/>
                </a:solidFill>
                <a:latin typeface="Oracle Sans"/>
              </a:defRPr>
            </a:pPr>
            <a:r>
              <a:t>Criacao de um OCI Generative AI Agent em uma tenancy trial do zero.</a:t>
            </a:r>
          </a:p>
          <a:p>
            <a:pPr>
              <a:spcAft>
                <a:spcPts val="1000"/>
              </a:spcAft>
              <a:defRPr sz="1900">
                <a:solidFill>
                  <a:srgbClr val="312D2A"/>
                </a:solidFill>
                <a:latin typeface="Oracle Sans"/>
              </a:defRPr>
            </a:pPr>
            <a:r>
              <a:t>RAG com PDF do TDC Floripa 2026 para contexto geral do evento.</a:t>
            </a:r>
          </a:p>
          <a:p>
            <a:pPr>
              <a:spcAft>
                <a:spcPts val="1000"/>
              </a:spcAft>
              <a:defRPr sz="1900">
                <a:solidFill>
                  <a:srgbClr val="312D2A"/>
                </a:solidFill>
                <a:latin typeface="Oracle Sans"/>
              </a:defRPr>
            </a:pPr>
            <a:r>
              <a:t>Custom Tool HTTP para buscar agenda, speakers, trilhas e horarios.</a:t>
            </a:r>
          </a:p>
          <a:p>
            <a:pPr>
              <a:spcAft>
                <a:spcPts val="1000"/>
              </a:spcAft>
              <a:defRPr sz="1900">
                <a:solidFill>
                  <a:srgbClr val="312D2A"/>
                </a:solidFill>
                <a:latin typeface="Oracle Sans"/>
              </a:defRPr>
            </a:pPr>
            <a:r>
              <a:t>Agent Endpoint consumido por um canal externo: Telegram via backend Render.</a:t>
            </a:r>
          </a:p>
        </p:txBody>
      </p:sp>
      <p:sp xmlns:a="http://schemas.openxmlformats.org/drawingml/2006/main">
        <p:nvSpPr>
          <p:cNvPr id="9" name="Rounded Rectangle 8"/>
          <p:cNvSpPr/>
          <p:nvPr/>
        </p:nvSpPr>
        <p:spPr>
          <a:xfrm>
            <a:off x="6812280" y="1417320"/>
            <a:ext cx="4206240" cy="502920"/>
          </a:xfrm>
          <a:prstGeom prst="roundRect">
            <a:avLst/>
          </a:prstGeom>
          <a:solidFill>
            <a:srgbClr val="F5F4F2"/>
          </a:solidFill>
          <a:ln w="15875">
            <a:solidFill>
              <a:srgbClr val="759C6C"/>
            </a:solidFill>
          </a:ln>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r>
              <a:rPr sz="1500" b="1">
                <a:solidFill>
                  <a:srgbClr val="312D2A"/>
                </a:solidFill>
                <a:latin typeface="Oracle Sans"/>
              </a:rPr>
              <a:t>RAG = conhecimento nao estruturado</a:t>
            </a:r>
          </a:p>
        </p:txBody>
      </p:sp>
      <p:sp xmlns:a="http://schemas.openxmlformats.org/drawingml/2006/main">
        <p:nvSpPr>
          <p:cNvPr id="10" name="Rounded Rectangle 9"/>
          <p:cNvSpPr/>
          <p:nvPr/>
        </p:nvSpPr>
        <p:spPr>
          <a:xfrm>
            <a:off x="6812280" y="2148840"/>
            <a:ext cx="4206240" cy="502920"/>
          </a:xfrm>
          <a:prstGeom prst="roundRect">
            <a:avLst/>
          </a:prstGeom>
          <a:solidFill>
            <a:srgbClr val="F5F4F2"/>
          </a:solidFill>
          <a:ln w="15875">
            <a:solidFill>
              <a:srgbClr val="AE562C"/>
            </a:solidFill>
          </a:ln>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r>
              <a:rPr sz="1500" b="1">
                <a:solidFill>
                  <a:srgbClr val="312D2A"/>
                </a:solidFill>
                <a:latin typeface="Oracle Sans"/>
              </a:rPr>
              <a:t>Tool = dado estruturado e atualizavel</a:t>
            </a:r>
          </a:p>
        </p:txBody>
      </p:sp>
      <p:sp xmlns:a="http://schemas.openxmlformats.org/drawingml/2006/main">
        <p:nvSpPr>
          <p:cNvPr id="11" name="Rounded Rectangle 10"/>
          <p:cNvSpPr/>
          <p:nvPr/>
        </p:nvSpPr>
        <p:spPr>
          <a:xfrm>
            <a:off x="6812280" y="2880360"/>
            <a:ext cx="4206240" cy="502920"/>
          </a:xfrm>
          <a:prstGeom prst="roundRect">
            <a:avLst/>
          </a:prstGeom>
          <a:solidFill>
            <a:srgbClr val="F5F4F2"/>
          </a:solidFill>
          <a:ln w="15875">
            <a:solidFill>
              <a:srgbClr val="2C5967"/>
            </a:solidFill>
          </a:ln>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r>
              <a:rPr sz="1500" b="1">
                <a:solidFill>
                  <a:srgbClr val="312D2A"/>
                </a:solidFill>
                <a:latin typeface="Oracle Sans"/>
              </a:rPr>
              <a:t>Endpoint = integracao real</a:t>
            </a:r>
          </a:p>
        </p:txBody>
      </p:sp>
      <p:sp xmlns:a="http://schemas.openxmlformats.org/drawingml/2006/main">
        <p:nvSpPr>
          <p:cNvPr id="12" name="Rounded Rectangle 11"/>
          <p:cNvSpPr/>
          <p:nvPr/>
        </p:nvSpPr>
        <p:spPr>
          <a:xfrm>
            <a:off x="6812280" y="3611880"/>
            <a:ext cx="4206240" cy="502920"/>
          </a:xfrm>
          <a:prstGeom prst="roundRect">
            <a:avLst/>
          </a:prstGeom>
          <a:solidFill>
            <a:srgbClr val="F5F4F2"/>
          </a:solidFill>
          <a:ln w="15875">
            <a:solidFill>
              <a:srgbClr val="A36472"/>
            </a:solidFill>
          </a:ln>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r>
              <a:rPr sz="1500" b="1">
                <a:solidFill>
                  <a:srgbClr val="312D2A"/>
                </a:solidFill>
                <a:latin typeface="Oracle Sans"/>
              </a:rPr>
              <a:t>Telegram = experiencia de canal</a:t>
            </a:r>
          </a:p>
        </p:txBody>
      </p:sp>
    </p:spTree>
    <p:extLst>
      <p:ext uri="{BB962C8B-B14F-4D97-AF65-F5344CB8AC3E}">
        <p14:creationId xmlns:p14="http://schemas.microsoft.com/office/powerpoint/2010/main" val="3409006694"/>
      </p:ext>
    </p:extLst>
  </p:cSld>
</p:sld>
</file>

<file path=ppt/slides/slide3.xml><?xml version="1.0" encoding="utf-8"?>
<p:sld xmlns:p="http://schemas.openxmlformats.org/presentationml/2006/main">
  <p:cSld>
    <p:bg>
      <p:bgPr>
        <a:solidFill xmlns:a="http://schemas.openxmlformats.org/drawingml/2006/main">
          <a:schemeClr val="bg2"/>
        </a:solidFill>
      </p:bgPr>
    </p:bg>
    <p:spTree>
      <p:nvGrpSpPr>
        <p:cNvPr id="1" name=""/>
        <p:cNvGrpSpPr/>
        <p:nvPr/>
      </p:nvGrpSpPr>
      <p:grpSpPr>
        <a:xfrm xmlns:a="http://schemas.openxmlformats.org/drawingml/2006/main"/>
      </p:grpSpPr>
      <p:sp>
        <p:nvSpPr>
          <p:cNvPr id="5" name="Slide Number Placeholder 4">
            <a:extLst xmlns:a="http://schemas.openxmlformats.org/drawingml/2006/main">
              <a:ext uri="{FF2B5EF4-FFF2-40B4-BE49-F238E27FC236}">
                <a16:creationId xmlns:a16="http://schemas.microsoft.com/office/drawing/2014/main" id="{D1C1AC08-3D17-B7B4-1AE3-423663671F05}"/>
              </a:ext>
            </a:extLst>
          </p:cNvPr>
          <p:cNvSpPr>
            <a:spLocks xmlns:a="http://schemas.openxmlformats.org/drawingml/2006/main" noGrp="1"/>
          </p:cNvSpPr>
          <p:nvPr>
            <p:ph type="sldNum" idx="22"/>
          </p:nvPr>
        </p:nvSpPr>
        <p:spPr>
          <a:xfrm xmlns:a="http://schemas.openxmlformats.org/drawingml/2006/main">
            <a:off x="762000" y="6423660"/>
            <a:ext cx="365760" cy="365760"/>
          </a:xfrm>
        </p:spPr>
        <p:txBody>
          <a:bodyPr xmlns:a="http://schemas.openxmlformats.org/drawingml/2006/main"/>
          <a:lstStyle xmlns:a="http://schemas.openxmlformats.org/drawingml/2006/main"/>
          <a:p xmlns:a="http://schemas.openxmlformats.org/drawingml/2006/main">
            <a:r>
              <a:rPr sz="600">
                <a:solidFill>
                  <a:srgbClr val="5C5650"/>
                </a:solidFill>
                <a:latin typeface="Oracle Sans"/>
              </a:rPr>
              <a:t>3</a:t>
            </a:r>
          </a:p>
        </p:txBody>
      </p:sp>
      <p:sp>
        <p:nvSpPr>
          <p:cNvPr id="6" name="Footer Placeholder 5">
            <a:extLst xmlns:a="http://schemas.openxmlformats.org/drawingml/2006/main">
              <a:ext uri="{FF2B5EF4-FFF2-40B4-BE49-F238E27FC236}">
                <a16:creationId xmlns:a16="http://schemas.microsoft.com/office/drawing/2014/main" id="{0C96F817-67DC-36D5-86CB-CCBE3DAF9CDA}"/>
              </a:ext>
            </a:extLst>
          </p:cNvPr>
          <p:cNvSpPr>
            <a:spLocks xmlns:a="http://schemas.openxmlformats.org/drawingml/2006/main" noGrp="1"/>
          </p:cNvSpPr>
          <p:nvPr>
            <p:ph type="ftr" idx="21"/>
          </p:nvPr>
        </p:nvSpPr>
        <p:spPr>
          <a:xfrm xmlns:a="http://schemas.openxmlformats.org/drawingml/2006/main">
            <a:off x="1127759" y="6423978"/>
            <a:ext cx="5745379" cy="365125"/>
          </a:xfrm>
        </p:spPr>
        <p:txBody>
          <a:bodyPr xmlns:a="http://schemas.openxmlformats.org/drawingml/2006/main"/>
          <a:lstStyle xmlns:a="http://schemas.openxmlformats.org/drawingml/2006/main"/>
          <a:p xmlns:a="http://schemas.openxmlformats.org/drawingml/2006/main">
            <a:r>
              <a:rPr sz="600">
                <a:solidFill>
                  <a:srgbClr val="5C5650"/>
                </a:solidFill>
                <a:latin typeface="Oracle Sans"/>
              </a:rPr>
              <a:t>Copyright © 2026, Oracle and/or its affiliates | Confidential: Internal</a:t>
            </a:r>
          </a:p>
        </p:txBody>
      </p:sp>
      <p:sp xmlns:a="http://schemas.openxmlformats.org/drawingml/2006/main">
        <p:nvSpPr>
          <p:cNvPr id="7" name="TextBox 6"/>
          <p:cNvSpPr txBox="1"/>
          <p:nvPr/>
        </p:nvSpPr>
        <p:spPr>
          <a:xfrm>
            <a:off x="640080" y="411480"/>
            <a:ext cx="6858000" cy="457200"/>
          </a:xfrm>
          <a:prstGeom prst="rect">
            <a:avLst/>
          </a:prstGeom>
          <a:noFill/>
        </p:spPr>
        <p:txBody>
          <a:bodyPr wrap="square">
            <a:spAutoFit/>
          </a:bodyPr>
          <a:lstStyle/>
          <a:p>
            <a:pPr algn="l"/>
            <a:r>
              <a:rPr sz="3000" b="1">
                <a:solidFill>
                  <a:srgbClr val="312D2A"/>
                </a:solidFill>
                <a:latin typeface="Oracle Sans"/>
              </a:rPr>
              <a:t>Arquitetura da solucao</a:t>
            </a:r>
          </a:p>
        </p:txBody>
      </p:sp>
      <p:sp xmlns:a="http://schemas.openxmlformats.org/drawingml/2006/main">
        <p:nvSpPr>
          <p:cNvPr id="8" name="TextBox 7"/>
          <p:cNvSpPr txBox="1"/>
          <p:nvPr/>
        </p:nvSpPr>
        <p:spPr>
          <a:xfrm>
            <a:off x="658368" y="868680"/>
            <a:ext cx="7863840" cy="320040"/>
          </a:xfrm>
          <a:prstGeom prst="rect">
            <a:avLst/>
          </a:prstGeom>
          <a:noFill/>
        </p:spPr>
        <p:txBody>
          <a:bodyPr wrap="square">
            <a:spAutoFit/>
          </a:bodyPr>
          <a:lstStyle/>
          <a:p>
            <a:pPr algn="l"/>
            <a:r>
              <a:rPr sz="1500" b="0">
                <a:solidFill>
                  <a:srgbClr val="5C5650"/>
                </a:solidFill>
                <a:latin typeface="Oracle Sans"/>
              </a:rPr>
              <a:t>Do canal externo ao Agent Endpoint, combinando RAG e Custom Tool.</a:t>
            </a:r>
          </a:p>
        </p:txBody>
      </p:sp>
      <p:pic xmlns:a="http://schemas.openxmlformats.org/drawingml/2006/main" xmlns:r="http://schemas.openxmlformats.org/officeDocument/2006/relationships">
        <p:nvPicPr>
          <p:cNvPr id="9" name="Picture 8" descr="arquitetura-oci-ai-agents-tdc.png"/>
          <p:cNvPicPr>
            <a:picLocks noChangeAspect="1"/>
          </p:cNvPicPr>
          <p:nvPr/>
        </p:nvPicPr>
        <p:blipFill>
          <a:blip r:embed="rId3"/>
          <a:stretch>
            <a:fillRect/>
          </a:stretch>
        </p:blipFill>
        <p:spPr>
          <a:xfrm>
            <a:off x="502920" y="1234440"/>
            <a:ext cx="11201400" cy="4983480"/>
          </a:xfrm>
          <a:prstGeom prst="rect">
            <a:avLst/>
          </a:prstGeom>
        </p:spPr>
      </p:pic>
    </p:spTree>
    <p:extLst>
      <p:ext uri="{BB962C8B-B14F-4D97-AF65-F5344CB8AC3E}">
        <p14:creationId xmlns:p14="http://schemas.microsoft.com/office/powerpoint/2010/main" val="3409006694"/>
      </p:ext>
    </p:extLst>
  </p:cSld>
</p:sld>
</file>

<file path=ppt/slides/slide4.xml><?xml version="1.0" encoding="utf-8"?>
<p:sld xmlns:p="http://schemas.openxmlformats.org/presentationml/2006/main">
  <p:cSld>
    <p:bg>
      <p:bgPr>
        <a:solidFill xmlns:a="http://schemas.openxmlformats.org/drawingml/2006/main">
          <a:schemeClr val="bg2"/>
        </a:solidFill>
      </p:bgPr>
    </p:bg>
    <p:spTree>
      <p:nvGrpSpPr>
        <p:cNvPr id="1" name=""/>
        <p:cNvGrpSpPr/>
        <p:nvPr/>
      </p:nvGrpSpPr>
      <p:grpSpPr>
        <a:xfrm xmlns:a="http://schemas.openxmlformats.org/drawingml/2006/main"/>
      </p:grpSpPr>
      <p:sp>
        <p:nvSpPr>
          <p:cNvPr id="5" name="Slide Number Placeholder 4">
            <a:extLst xmlns:a="http://schemas.openxmlformats.org/drawingml/2006/main">
              <a:ext uri="{FF2B5EF4-FFF2-40B4-BE49-F238E27FC236}">
                <a16:creationId xmlns:a16="http://schemas.microsoft.com/office/drawing/2014/main" id="{D1C1AC08-3D17-B7B4-1AE3-423663671F05}"/>
              </a:ext>
            </a:extLst>
          </p:cNvPr>
          <p:cNvSpPr>
            <a:spLocks xmlns:a="http://schemas.openxmlformats.org/drawingml/2006/main" noGrp="1"/>
          </p:cNvSpPr>
          <p:nvPr>
            <p:ph type="sldNum" idx="22"/>
          </p:nvPr>
        </p:nvSpPr>
        <p:spPr>
          <a:xfrm xmlns:a="http://schemas.openxmlformats.org/drawingml/2006/main">
            <a:off x="762000" y="6423660"/>
            <a:ext cx="365760" cy="365760"/>
          </a:xfrm>
        </p:spPr>
        <p:txBody>
          <a:bodyPr xmlns:a="http://schemas.openxmlformats.org/drawingml/2006/main"/>
          <a:lstStyle xmlns:a="http://schemas.openxmlformats.org/drawingml/2006/main"/>
          <a:p xmlns:a="http://schemas.openxmlformats.org/drawingml/2006/main">
            <a:r>
              <a:rPr sz="600">
                <a:solidFill>
                  <a:srgbClr val="5C5650"/>
                </a:solidFill>
                <a:latin typeface="Oracle Sans"/>
              </a:rPr>
              <a:t>4</a:t>
            </a:r>
          </a:p>
        </p:txBody>
      </p:sp>
      <p:sp>
        <p:nvSpPr>
          <p:cNvPr id="6" name="Footer Placeholder 5">
            <a:extLst xmlns:a="http://schemas.openxmlformats.org/drawingml/2006/main">
              <a:ext uri="{FF2B5EF4-FFF2-40B4-BE49-F238E27FC236}">
                <a16:creationId xmlns:a16="http://schemas.microsoft.com/office/drawing/2014/main" id="{0C96F817-67DC-36D5-86CB-CCBE3DAF9CDA}"/>
              </a:ext>
            </a:extLst>
          </p:cNvPr>
          <p:cNvSpPr>
            <a:spLocks xmlns:a="http://schemas.openxmlformats.org/drawingml/2006/main" noGrp="1"/>
          </p:cNvSpPr>
          <p:nvPr>
            <p:ph type="ftr" idx="21"/>
          </p:nvPr>
        </p:nvSpPr>
        <p:spPr>
          <a:xfrm xmlns:a="http://schemas.openxmlformats.org/drawingml/2006/main">
            <a:off x="1127759" y="6423978"/>
            <a:ext cx="5745379" cy="365125"/>
          </a:xfrm>
        </p:spPr>
        <p:txBody>
          <a:bodyPr xmlns:a="http://schemas.openxmlformats.org/drawingml/2006/main"/>
          <a:lstStyle xmlns:a="http://schemas.openxmlformats.org/drawingml/2006/main"/>
          <a:p xmlns:a="http://schemas.openxmlformats.org/drawingml/2006/main">
            <a:r>
              <a:rPr sz="600">
                <a:solidFill>
                  <a:srgbClr val="5C5650"/>
                </a:solidFill>
                <a:latin typeface="Oracle Sans"/>
              </a:rPr>
              <a:t>Copyright © 2026, Oracle and/or its affiliates | Confidential: Internal</a:t>
            </a:r>
          </a:p>
        </p:txBody>
      </p:sp>
      <p:sp xmlns:a="http://schemas.openxmlformats.org/drawingml/2006/main">
        <p:nvSpPr>
          <p:cNvPr id="7" name="TextBox 6"/>
          <p:cNvSpPr txBox="1"/>
          <p:nvPr/>
        </p:nvSpPr>
        <p:spPr>
          <a:xfrm>
            <a:off x="640080" y="502920"/>
            <a:ext cx="6675120" cy="457200"/>
          </a:xfrm>
          <a:prstGeom prst="rect">
            <a:avLst/>
          </a:prstGeom>
          <a:noFill/>
        </p:spPr>
        <p:txBody>
          <a:bodyPr wrap="square">
            <a:spAutoFit/>
          </a:bodyPr>
          <a:lstStyle/>
          <a:p>
            <a:pPr algn="l"/>
            <a:r>
              <a:rPr sz="3000" b="1">
                <a:solidFill>
                  <a:srgbClr val="312D2A"/>
                </a:solidFill>
                <a:latin typeface="Oracle Sans"/>
              </a:rPr>
              <a:t>Roteiro da demonstracao</a:t>
            </a:r>
          </a:p>
        </p:txBody>
      </p:sp>
      <p:sp xmlns:a="http://schemas.openxmlformats.org/drawingml/2006/main">
        <p:nvSpPr>
          <p:cNvPr id="8" name="TextBox 7"/>
          <p:cNvSpPr txBox="1"/>
          <p:nvPr/>
        </p:nvSpPr>
        <p:spPr>
          <a:xfrm>
            <a:off x="777240" y="1234440"/>
            <a:ext cx="5852160" cy="4389120"/>
          </a:xfrm>
          <a:prstGeom prst="rect">
            <a:avLst/>
          </a:prstGeom>
          <a:noFill/>
        </p:spPr>
        <p:txBody>
          <a:bodyPr wrap="square">
            <a:spAutoFit/>
          </a:bodyPr>
          <a:lstStyle/>
          <a:p>
            <a:pPr>
              <a:spcAft>
                <a:spcPts val="1000"/>
              </a:spcAft>
              <a:defRPr sz="1800">
                <a:solidFill>
                  <a:srgbClr val="312D2A"/>
                </a:solidFill>
                <a:latin typeface="Oracle Sans"/>
              </a:defRPr>
            </a:pPr>
            <a:r>
              <a:t>1. Preparar OCI: compartment, policies, bucket, rede e subnet privada.</a:t>
            </a:r>
          </a:p>
          <a:p>
            <a:pPr>
              <a:spcAft>
                <a:spcPts val="1000"/>
              </a:spcAft>
              <a:defRPr sz="1800">
                <a:solidFill>
                  <a:srgbClr val="312D2A"/>
                </a:solidFill>
                <a:latin typeface="Oracle Sans"/>
              </a:defRPr>
            </a:pPr>
            <a:r>
              <a:t>2. Criar Knowledge Base e ingerir o PDF do evento.</a:t>
            </a:r>
          </a:p>
          <a:p>
            <a:pPr>
              <a:spcAft>
                <a:spcPts val="1000"/>
              </a:spcAft>
              <a:defRPr sz="1800">
                <a:solidFill>
                  <a:srgbClr val="312D2A"/>
                </a:solidFill>
                <a:latin typeface="Oracle Sans"/>
              </a:defRPr>
            </a:pPr>
            <a:r>
              <a:t>3. Criar Agent, adicionar RAG Tool e Custom Tool via OpenAPI.</a:t>
            </a:r>
          </a:p>
          <a:p>
            <a:pPr>
              <a:spcAft>
                <a:spcPts val="1000"/>
              </a:spcAft>
              <a:defRPr sz="1800">
                <a:solidFill>
                  <a:srgbClr val="312D2A"/>
                </a:solidFill>
                <a:latin typeface="Oracle Sans"/>
              </a:defRPr>
            </a:pPr>
            <a:r>
              <a:t>4. Testar perguntas: geral do evento, speaker, agenda e roteiro personalizado.</a:t>
            </a:r>
          </a:p>
          <a:p>
            <a:pPr>
              <a:spcAft>
                <a:spcPts val="1000"/>
              </a:spcAft>
              <a:defRPr sz="1800">
                <a:solidFill>
                  <a:srgbClr val="312D2A"/>
                </a:solidFill>
                <a:latin typeface="Oracle Sans"/>
              </a:defRPr>
            </a:pPr>
            <a:r>
              <a:t>5. Mostrar endpoint em canal externo com Telegram e Render.</a:t>
            </a:r>
          </a:p>
        </p:txBody>
      </p:sp>
      <p:sp xmlns:a="http://schemas.openxmlformats.org/drawingml/2006/main">
        <p:nvSpPr>
          <p:cNvPr id="9" name="TextBox 8"/>
          <p:cNvSpPr txBox="1"/>
          <p:nvPr/>
        </p:nvSpPr>
        <p:spPr>
          <a:xfrm>
            <a:off x="7086600" y="1234440"/>
            <a:ext cx="3931920" cy="320040"/>
          </a:xfrm>
          <a:prstGeom prst="rect">
            <a:avLst/>
          </a:prstGeom>
          <a:noFill/>
        </p:spPr>
        <p:txBody>
          <a:bodyPr wrap="square">
            <a:spAutoFit/>
          </a:bodyPr>
          <a:lstStyle/>
          <a:p>
            <a:pPr algn="l"/>
            <a:r>
              <a:rPr sz="1800" b="1">
                <a:solidFill>
                  <a:srgbClr val="312D2A"/>
                </a:solidFill>
                <a:latin typeface="Oracle Sans"/>
              </a:rPr>
              <a:t>Perguntas boas para testar</a:t>
            </a:r>
          </a:p>
        </p:txBody>
      </p:sp>
      <p:sp xmlns:a="http://schemas.openxmlformats.org/drawingml/2006/main">
        <p:nvSpPr>
          <p:cNvPr id="10" name="TextBox 9"/>
          <p:cNvSpPr txBox="1"/>
          <p:nvPr/>
        </p:nvSpPr>
        <p:spPr>
          <a:xfrm>
            <a:off x="7086600" y="1737360"/>
            <a:ext cx="3840480" cy="2103120"/>
          </a:xfrm>
          <a:prstGeom prst="rect">
            <a:avLst/>
          </a:prstGeom>
          <a:noFill/>
        </p:spPr>
        <p:txBody>
          <a:bodyPr wrap="square">
            <a:spAutoFit/>
          </a:bodyPr>
          <a:lstStyle/>
          <a:p>
            <a:pPr>
              <a:spcAft>
                <a:spcPts val="1000"/>
              </a:spcAft>
              <a:defRPr sz="1600">
                <a:solidFill>
                  <a:srgbClr val="5C5650"/>
                </a:solidFill>
                <a:latin typeface="Oracle Sans"/>
              </a:defRPr>
            </a:pPr>
            <a:r>
              <a:t>O que sao as Jornadas TDC?</a:t>
            </a:r>
          </a:p>
          <a:p>
            <a:pPr>
              <a:spcAft>
                <a:spcPts val="1000"/>
              </a:spcAft>
              <a:defRPr sz="1600">
                <a:solidFill>
                  <a:srgbClr val="5C5650"/>
                </a:solidFill>
                <a:latin typeface="Oracle Sans"/>
              </a:defRPr>
            </a:pPr>
            <a:r>
              <a:t>Quais palestras a Livia Rodrigues vai fazer?</a:t>
            </a:r>
          </a:p>
          <a:p>
            <a:pPr>
              <a:spcAft>
                <a:spcPts val="1000"/>
              </a:spcAft>
              <a:defRPr sz="1600">
                <a:solidFill>
                  <a:srgbClr val="5C5650"/>
                </a:solidFill>
                <a:latin typeface="Oracle Sans"/>
              </a:defRPr>
            </a:pPr>
            <a:r>
              <a:t>Monte um roteiro para GenAI e arquitetura.</a:t>
            </a:r>
          </a:p>
        </p:txBody>
      </p:sp>
    </p:spTree>
    <p:extLst>
      <p:ext uri="{BB962C8B-B14F-4D97-AF65-F5344CB8AC3E}">
        <p14:creationId xmlns:p14="http://schemas.microsoft.com/office/powerpoint/2010/main" val="3409006694"/>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xmlns:a="http://schemas.openxmlformats.org/drawingml/2006/main">
        <p:nvSpPr>
          <p:cNvPr id="2" name="TextBox 1"/>
          <p:cNvSpPr txBox="1"/>
          <p:nvPr/>
        </p:nvSpPr>
        <p:spPr>
          <a:xfrm>
            <a:off x="685800" y="731520"/>
            <a:ext cx="6217920" cy="548640"/>
          </a:xfrm>
          <a:prstGeom prst="rect">
            <a:avLst/>
          </a:prstGeom>
          <a:noFill/>
        </p:spPr>
        <p:txBody>
          <a:bodyPr wrap="square">
            <a:spAutoFit/>
          </a:bodyPr>
          <a:lstStyle/>
          <a:p>
            <a:pPr algn="l"/>
            <a:r>
              <a:rPr sz="3200" b="1">
                <a:solidFill>
                  <a:srgbClr val="312D2A"/>
                </a:solidFill>
                <a:latin typeface="Oracle Sans"/>
              </a:rPr>
              <a:t>Material e proximos passos</a:t>
            </a:r>
          </a:p>
        </p:txBody>
      </p:sp>
      <p:sp xmlns:a="http://schemas.openxmlformats.org/drawingml/2006/main">
        <p:nvSpPr>
          <p:cNvPr id="3" name="TextBox 2"/>
          <p:cNvSpPr txBox="1"/>
          <p:nvPr/>
        </p:nvSpPr>
        <p:spPr>
          <a:xfrm>
            <a:off x="713232" y="1417320"/>
            <a:ext cx="6675120" cy="914400"/>
          </a:xfrm>
          <a:prstGeom prst="rect">
            <a:avLst/>
          </a:prstGeom>
          <a:noFill/>
        </p:spPr>
        <p:txBody>
          <a:bodyPr wrap="square">
            <a:spAutoFit/>
          </a:bodyPr>
          <a:lstStyle/>
          <a:p>
            <a:pPr algn="l"/>
            <a:r>
              <a:rPr sz="1900" b="0">
                <a:solidFill>
                  <a:srgbClr val="312D2A"/>
                </a:solidFill>
                <a:latin typeface="Oracle Sans"/>
              </a:rPr>
              <a:t>Use o repositorio para repetir o lab, atualizar os assets do TDC e adaptar a tool para outros eventos ou bases internas.</a:t>
            </a:r>
          </a:p>
        </p:txBody>
      </p:sp>
      <p:sp xmlns:a="http://schemas.openxmlformats.org/drawingml/2006/main">
        <p:nvSpPr>
          <p:cNvPr id="4" name="TextBox 3"/>
          <p:cNvSpPr txBox="1"/>
          <p:nvPr/>
        </p:nvSpPr>
        <p:spPr>
          <a:xfrm>
            <a:off x="713232" y="2834640"/>
            <a:ext cx="6583680" cy="411480"/>
          </a:xfrm>
          <a:prstGeom prst="rect">
            <a:avLst/>
          </a:prstGeom>
          <a:noFill/>
        </p:spPr>
        <p:txBody>
          <a:bodyPr wrap="none">
            <a:spAutoFit/>
          </a:bodyPr>
          <a:lstStyle/>
          <a:p>
            <a:r>
              <a:rPr sz="1600">
                <a:solidFill>
                  <a:srgbClr val="2C5967"/>
                </a:solidFill>
                <a:latin typeface="Oracle Sans"/>
                <a:hlinkClick xmlns:ns0="http://schemas.openxmlformats.org/officeDocument/2006/relationships" ns0:id="rId3"/>
              </a:rPr>
              <a:t>https://github.com/LiviaFernandes/tdc-oci-ai-agents-lab</a:t>
            </a:r>
          </a:p>
        </p:txBody>
      </p:sp>
      <p:pic xmlns:a="http://schemas.openxmlformats.org/drawingml/2006/main" xmlns:r="http://schemas.openxmlformats.org/officeDocument/2006/relationships">
        <p:nvPicPr>
          <p:cNvPr id="5" name="Picture 4" descr="github-qr.png"/>
          <p:cNvPicPr>
            <a:picLocks noChangeAspect="1"/>
          </p:cNvPicPr>
          <p:nvPr/>
        </p:nvPicPr>
        <p:blipFill>
          <a:blip r:embed="rId4"/>
          <a:stretch>
            <a:fillRect/>
          </a:stretch>
        </p:blipFill>
        <p:spPr>
          <a:xfrm>
            <a:off x="8915400" y="1005840"/>
            <a:ext cx="1965960" cy="1965960"/>
          </a:xfrm>
          <a:prstGeom prst="rect">
            <a:avLst/>
          </a:prstGeom>
        </p:spPr>
      </p:pic>
      <p:sp xmlns:a="http://schemas.openxmlformats.org/drawingml/2006/main">
        <p:nvSpPr>
          <p:cNvPr id="6" name="TextBox 5"/>
          <p:cNvSpPr txBox="1"/>
          <p:nvPr/>
        </p:nvSpPr>
        <p:spPr>
          <a:xfrm>
            <a:off x="8778240" y="3090672"/>
            <a:ext cx="2286000" cy="320040"/>
          </a:xfrm>
          <a:prstGeom prst="rect">
            <a:avLst/>
          </a:prstGeom>
          <a:noFill/>
        </p:spPr>
        <p:txBody>
          <a:bodyPr wrap="square">
            <a:spAutoFit/>
          </a:bodyPr>
          <a:lstStyle/>
          <a:p>
            <a:pPr algn="ctr"/>
            <a:r>
              <a:rPr sz="1500" b="0">
                <a:solidFill>
                  <a:srgbClr val="312D2A"/>
                </a:solidFill>
                <a:latin typeface="Oracle Sans"/>
              </a:rPr>
              <a:t>GitHub do lab</a:t>
            </a:r>
          </a:p>
        </p:txBody>
      </p:sp>
    </p:spTree>
    <p:extLst>
      <p:ext uri="{BB962C8B-B14F-4D97-AF65-F5344CB8AC3E}">
        <p14:creationId xmlns:p14="http://schemas.microsoft.com/office/powerpoint/2010/main" val="2697261938"/>
      </p:ext>
    </p:extLst>
  </p:cSld>
</p:sld>
</file>

<file path=ppt/theme/theme1.xml><?xml version="1.0" encoding="utf-8"?>
<a:theme xmlns:a="http://schemas.openxmlformats.org/drawingml/2006/main" name="Oracle-8.8.2">
  <a:themeElements>
    <a:clrScheme name="Custom 151">
      <a:dk1>
        <a:srgbClr val="2A2F2F"/>
      </a:dk1>
      <a:lt1>
        <a:srgbClr val="FFFFFF"/>
      </a:lt1>
      <a:dk2>
        <a:srgbClr val="2A2F2F"/>
      </a:dk2>
      <a:lt2>
        <a:srgbClr val="FBF9F8"/>
      </a:lt2>
      <a:accent1>
        <a:srgbClr val="04536F"/>
      </a:accent1>
      <a:accent2>
        <a:srgbClr val="6C3F49"/>
      </a:accent2>
      <a:accent3>
        <a:srgbClr val="C74634"/>
      </a:accent3>
      <a:accent4>
        <a:srgbClr val="F0CC71"/>
      </a:accent4>
      <a:accent5>
        <a:srgbClr val="89B2B0"/>
      </a:accent5>
      <a:accent6>
        <a:srgbClr val="86B596"/>
      </a:accent6>
      <a:hlink>
        <a:srgbClr val="00688C"/>
      </a:hlink>
      <a:folHlink>
        <a:srgbClr val="F0CC71"/>
      </a:folHlink>
    </a:clrScheme>
    <a:fontScheme name="Oracle Pillars">
      <a:majorFont>
        <a:latin typeface="Georgia"/>
        <a:ea typeface=""/>
        <a:cs typeface=""/>
      </a:majorFont>
      <a:minorFont>
        <a:latin typeface="Oracle Sans Tab"/>
        <a:ea typeface=""/>
        <a:cs typeface=""/>
      </a:minorFont>
    </a:fontScheme>
    <a:fmtScheme name="Custom 151">
      <a:fillStyleLst>
        <a:solidFill>
          <a:schemeClr val="phClr"/>
        </a:solidFill>
        <a:solidFill>
          <a:schemeClr val="phClr">
            <a:tint val="50000"/>
          </a:schemeClr>
        </a:solidFill>
        <a:solidFill>
          <a:schemeClr val="phClr">
            <a:shade val="65000"/>
          </a:schemeClr>
        </a:solidFill>
      </a:fillStyleLst>
      <a:lnStyleLst>
        <a:ln w="3175">
          <a:solidFill>
            <a:schemeClr val="phClr">
              <a:shade val="65000"/>
            </a:schemeClr>
          </a:solidFill>
          <a:prstDash val="solid"/>
        </a:ln>
        <a:ln w="3175">
          <a:solidFill>
            <a:schemeClr val="phClr"/>
          </a:solidFill>
          <a:prstDash val="solid"/>
        </a:ln>
        <a:ln w="0">
          <a:noFill/>
        </a:ln>
      </a:lnStyleLst>
      <a:effectStyleLst>
        <a:effectStyle>
          <a:effectLst/>
        </a:effectStyle>
        <a:effectStyle>
          <a:effectLst/>
        </a:effectStyle>
        <a:effectStyle>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2026-06-18T12:48:35.3210000Z</dcterms:created>
  <dcterms:modified xsi:type="dcterms:W3CDTF">2026-06-18T12:48:35.3210000Z</dcterms:modified>
</coreProperties>
</file>