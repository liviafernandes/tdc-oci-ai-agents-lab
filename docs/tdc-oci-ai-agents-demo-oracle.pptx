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svg" ContentType="image/svg+xml"/>
  <Override PartName="/ppt/media/image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e25897d4e4e4f6e" Type="http://schemas.openxmlformats.org/officeDocument/2006/relationships/extended-properties" Target="docProps/app.xml"/><Relationship Id="R3ef43baea71b49e6" Type="http://schemas.openxmlformats.org/officeDocument/2006/relationships/officeDocument" Target="ppt/presentation.xml"/><Relationship Id="Reca7d9e92cfe413d"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c2dd2323a62409f"/>
  </p:sldMasterIdLst>
  <p:notesMasterIdLst>
    <p:notesMasterId xmlns:r="http://schemas.openxmlformats.org/officeDocument/2006/relationships" r:id="R6c08d62262f0495a"/>
  </p:notesMasterIdLst>
  <p:sldIdLst>
    <p:sldId xmlns:r="http://schemas.openxmlformats.org/officeDocument/2006/relationships" id="257" r:id="Rb75d3626832e4efe"/>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authors.xml><?xml version="1.0" encoding="utf-8"?>
<p188:authorLst xmlns:p188="http://schemas.microsoft.com/office/powerpoint/2018/8/main">
  <p188:author id="{1F247655-47CC-FB63-C5C7-523D008CD984}" name="Kristen Barcheski" initials="KB" userId="S::kristen.barcheski@oracle.com::59c6070f-981d-4064-b395-2d3768254975" providerId="AD"/>
  <p188:author id="{15BBF38A-F7BC-7B2E-0D61-21D1F83CE523}" name="Michelle Howell" initials="MH" userId="Michelle Howell" providerId="None"/>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_rels/presentation.xml.rels><?xml version='1.0' encoding='UTF-8' standalone='yes'?>
<Relationships xmlns="http://schemas.openxmlformats.org/package/2006/relationships"><Relationship Id="R31192f4bfd044e66" Type="http://schemas.openxmlformats.org/officeDocument/2006/relationships/theme" Target="theme/theme1.xml"/><Relationship Id="R6c08d62262f0495a" Type="http://schemas.openxmlformats.org/officeDocument/2006/relationships/notesMaster" Target="notesMasters/notesMaster1.xml"/><Relationship Id="R79ae730a7a384c1e" Type="http://schemas.microsoft.com/office/2018/10/relationships/authors" Target="authors.xml"/><Relationship Id="Rae360c910c4b4eae" Type="http://schemas.openxmlformats.org/officeDocument/2006/relationships/presProps" Target="presProps.xml"/><Relationship Id="Rb75d3626832e4efe" Type="http://schemas.openxmlformats.org/officeDocument/2006/relationships/slide" Target="slides/slide2.xml"/><Relationship Id="Rb9857c11536644d7" Type="http://schemas.openxmlformats.org/officeDocument/2006/relationships/tableStyles" Target="tableStyles.xml"/><Relationship Id="Rdc2dd2323a62409f"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b75aa458d05b47e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racle-8.8.2">
  <a:themeElements>
    <a:clrScheme name="Custom 151">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151">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2.xml.rels><?xml version='1.0' encoding='UTF-8' standalone='yes'?>
<Relationships xmlns="http://schemas.openxmlformats.org/package/2006/relationships"><Relationship Id="R553c2790ea984296" Type="http://schemas.openxmlformats.org/officeDocument/2006/relationships/notesMaster" Target="../notesMasters/notesMaster1.xml"/><Relationship Id="Rb593209232ff40ae" Type="http://schemas.openxmlformats.org/officeDocument/2006/relationships/slide" Target="../slides/slide2.xml"/></Relationship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f8d3558e5904f4b" Type="http://schemas.openxmlformats.org/officeDocument/2006/relationships/image" Target="../media/image.emf"/><Relationship Id="Rb6f2e72676cd462b" Type="http://schemas.openxmlformats.org/officeDocument/2006/relationships/slideMaster" Target="../slideMasters/slideMaster1.xml"/><Relationship Id="Ree97fd0e020943e8" Type="http://schemas.openxmlformats.org/officeDocument/2006/relationships/image" Target="../media/image.jpeg"/></Relationships>
</file>

<file path=ppt/slideLayouts/_rels/slideLayout2.xml.rels><?xml version='1.0' encoding='UTF-8' standalone='yes'?>
<Relationships xmlns="http://schemas.openxmlformats.org/package/2006/relationships"><Relationship Id="Ra0d89e79595d4650" Type="http://schemas.openxmlformats.org/officeDocument/2006/relationships/image" Target="../media/image.emf"/><Relationship Id="Rb762bea615224f9c" Type="http://schemas.openxmlformats.org/officeDocument/2006/relationships/slideMaster" Target="../slideMasters/slideMaster1.xml"/><Relationship Id="Re41eea34887342e8"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b5ee3253468a4465" Type="http://schemas.openxmlformats.org/officeDocument/2006/relationships/image" Target="../media/image3.jpeg"/><Relationship Id="Rdd5f5f22819a48c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fa4cdb9004f4de9" Type="http://schemas.openxmlformats.org/officeDocument/2006/relationships/image" Target="../media/image4.jpeg"/><Relationship Id="R9d413913268c441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c856b915deb4b5e"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046f6ec242094301" Type="http://schemas.openxmlformats.org/officeDocument/2006/relationships/image" Target="../media/image5.jpeg"/><Relationship Id="Rfd1c5d7e3e9348aa"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0d587c48f863439d" Type="http://schemas.openxmlformats.org/officeDocument/2006/relationships/image" Target="../media/image6.jpeg"/><Relationship Id="R4ddfa4cc103e4a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116ff2bf95cf471a" Type="http://schemas.openxmlformats.org/officeDocument/2006/relationships/slideMaster" Target="../slideMasters/slideMaster1.xml"/><Relationship Id="R7d00afc9c9f048a6" Type="http://schemas.openxmlformats.org/officeDocument/2006/relationships/image" Target="../media/image7.jpeg"/></Relationships>
</file>

<file path=ppt/slideLayouts/_rels/slideLayout9.xml.rels><?xml version='1.0' encoding='UTF-8' standalone='yes'?>
<Relationships xmlns="http://schemas.openxmlformats.org/package/2006/relationships"><Relationship Id="R6ae55de15ab2454d" Type="http://schemas.openxmlformats.org/officeDocument/2006/relationships/slideMaster" Target="../slideMasters/slideMaster1.xml"/><Relationship Id="Re69eda2ac5c54784"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50980e5530454397" Type="http://schemas.openxmlformats.org/officeDocument/2006/relationships/image" Target="../media/image9.jpeg"/><Relationship Id="Rdaf0dc16f7bf4929"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1533ae7f740c4df3" Type="http://schemas.openxmlformats.org/officeDocument/2006/relationships/slideMaster" Target="../slideMasters/slideMaster1.xml"/><Relationship Id="R60cb5ced666f44a7" Type="http://schemas.openxmlformats.org/officeDocument/2006/relationships/image" Target="../media/image10.jpeg"/></Relationships>
</file>

<file path=ppt/slideLayouts/_rels/slideLayout12.xml.rels><?xml version='1.0' encoding='UTF-8' standalone='yes'?>
<Relationships xmlns="http://schemas.openxmlformats.org/package/2006/relationships"><Relationship Id="R040ebdfcd33b46b9" Type="http://schemas.openxmlformats.org/officeDocument/2006/relationships/image" Target="../media/image11.jpeg"/><Relationship Id="R1ad63ba374fc4f70"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564ee65a43974c59" Type="http://schemas.openxmlformats.org/officeDocument/2006/relationships/image" Target="../media/image12.jpeg"/><Relationship Id="R876b0b33d78a453d"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6089efaada394029"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21b568ebedb44b96" Type="http://schemas.openxmlformats.org/officeDocument/2006/relationships/slideMaster" Target="../slideMasters/slideMaster1.xml"/><Relationship Id="Rb77075c0e4704da2" Type="http://schemas.openxmlformats.org/officeDocument/2006/relationships/image" Target="../media/image.emf"/></Relationships>
</file>

<file path=ppt/slideLayouts/_rels/slideLayout16.xml.rels><?xml version='1.0' encoding='UTF-8' standalone='yes'?>
<Relationships xmlns="http://schemas.openxmlformats.org/package/2006/relationships"><Relationship Id="R1086eb936b4747c0" Type="http://schemas.openxmlformats.org/officeDocument/2006/relationships/image" Target="../media/image.emf"/><Relationship Id="Rf65b9382ed9f4bd8"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0e501713bad54092" Type="http://schemas.openxmlformats.org/officeDocument/2006/relationships/slideMaster" Target="../slideMasters/slideMaster1.xml"/><Relationship Id="Ra5d419af7b81463a" Type="http://schemas.openxmlformats.org/officeDocument/2006/relationships/image" Target="../media/image13.jpeg"/></Relationships>
</file>

<file path=ppt/slideLayouts/_rels/slideLayout18.xml.rels><?xml version='1.0' encoding='UTF-8' standalone='yes'?>
<Relationships xmlns="http://schemas.openxmlformats.org/package/2006/relationships"><Relationship Id="R163ff69f1f744c25" Type="http://schemas.openxmlformats.org/officeDocument/2006/relationships/image" Target="../media/image14.jpeg"/><Relationship Id="R5ca5f98963514980"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024f062d0c074892" Type="http://schemas.openxmlformats.org/officeDocument/2006/relationships/image" Target="../media/image15.jpeg"/><Relationship Id="R60f9a719fa0645e9"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1bab75785d7d47bd" Type="http://schemas.openxmlformats.org/officeDocument/2006/relationships/image" Target="../media/image16.jpeg"/><Relationship Id="R435332ffd9f94028"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196ce76533314152" Type="http://schemas.openxmlformats.org/officeDocument/2006/relationships/slideMaster" Target="../slideMasters/slideMaster1.xml"/><Relationship Id="Rf172ca26c560427d" Type="http://schemas.openxmlformats.org/officeDocument/2006/relationships/image" Target="../media/image17.jpeg"/></Relationships>
</file>

<file path=ppt/slideLayouts/_rels/slideLayout22.xml.rels><?xml version='1.0' encoding='UTF-8' standalone='yes'?>
<Relationships xmlns="http://schemas.openxmlformats.org/package/2006/relationships"><Relationship Id="R1d7c2b3a11a748dc" Type="http://schemas.openxmlformats.org/officeDocument/2006/relationships/image" Target="../media/image18.jpeg"/><Relationship Id="R81b8c0cd45824220"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34e5a99f7b3f4794" Type="http://schemas.openxmlformats.org/officeDocument/2006/relationships/image" Target="../media/image19.jpeg"/><Relationship Id="Rdb1d76a5da414636"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7a2796fafb0b42ee" Type="http://schemas.openxmlformats.org/officeDocument/2006/relationships/image" Target="../media/image20.jpeg"/><Relationship Id="Reec13946c77a42a5"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d7da5b2c91c24714" Type="http://schemas.openxmlformats.org/officeDocument/2006/relationships/image" Target="../media/image21.jpeg"/><Relationship Id="Refde02f5b0084a0b"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15bc28544d8d4b2b" Type="http://schemas.openxmlformats.org/officeDocument/2006/relationships/image" Target="../media/image22.jpeg"/><Relationship Id="R7b1cf3b7e63c4015"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7744d6a2ceb047fe" Type="http://schemas.openxmlformats.org/officeDocument/2006/relationships/image" Target="../media/image23.jpeg"/><Relationship Id="Re215a9908b8e4770"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42854125781244f7" Type="http://schemas.openxmlformats.org/officeDocument/2006/relationships/image" Target="../media/image24.jpeg"/><Relationship Id="R676fd3c26b7448e5"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4c0a322240144f62" Type="http://schemas.openxmlformats.org/officeDocument/2006/relationships/slideMaster" Target="../slideMasters/slideMaster1.xml"/><Relationship Id="R57f04893383f4a55" Type="http://schemas.openxmlformats.org/officeDocument/2006/relationships/image" Target="../media/image.emf"/><Relationship Id="Rf651a008232547b5" Type="http://schemas.openxmlformats.org/officeDocument/2006/relationships/image" Target="../media/image.png"/></Relationships>
</file>

<file path=ppt/slideLayouts/_rels/slideLayout30.xml.rels><?xml version='1.0' encoding='UTF-8' standalone='yes'?>
<Relationships xmlns="http://schemas.openxmlformats.org/package/2006/relationships"><Relationship Id="R33c26c46ad2e4780" Type="http://schemas.openxmlformats.org/officeDocument/2006/relationships/image" Target="../media/image2.png"/><Relationship Id="R95775d565672453e" Type="http://schemas.openxmlformats.org/officeDocument/2006/relationships/image" Target="../media/image.emf"/><Relationship Id="Rc073806a8fb44eb2"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ada6dbd3d8244a3a" Type="http://schemas.openxmlformats.org/officeDocument/2006/relationships/image" Target="../media/image.svg"/><Relationship Id="Rf12ba9752d784dbd" Type="http://schemas.openxmlformats.org/officeDocument/2006/relationships/image" Target="../media/image3.png"/><Relationship Id="Rf8c191d5a52342db"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40f128d768d74db6" Type="http://schemas.openxmlformats.org/officeDocument/2006/relationships/slideMaster" Target="../slideMasters/slideMaster1.xml"/><Relationship Id="R5f17030e4df54dc5" Type="http://schemas.openxmlformats.org/officeDocument/2006/relationships/image" Target="../media/image3.png"/><Relationship Id="Ra404cebaa96d4a9d" Type="http://schemas.openxmlformats.org/officeDocument/2006/relationships/image" Target="../media/image.svg"/></Relationships>
</file>

<file path=ppt/slideLayouts/_rels/slideLayout33.xml.rels><?xml version='1.0' encoding='UTF-8' standalone='yes'?>
<Relationships xmlns="http://schemas.openxmlformats.org/package/2006/relationships"><Relationship Id="R14b9834933f14358" Type="http://schemas.openxmlformats.org/officeDocument/2006/relationships/image" Target="../media/image3.png"/><Relationship Id="R94d9112ea42e4f32" Type="http://schemas.openxmlformats.org/officeDocument/2006/relationships/slideMaster" Target="../slideMasters/slideMaster1.xml"/><Relationship Id="Rbd1beec93e524f97" Type="http://schemas.openxmlformats.org/officeDocument/2006/relationships/image" Target="../media/image.svg"/></Relationships>
</file>

<file path=ppt/slideLayouts/_rels/slideLayout34.xml.rels><?xml version='1.0' encoding='UTF-8' standalone='yes'?>
<Relationships xmlns="http://schemas.openxmlformats.org/package/2006/relationships"><Relationship Id="R2d40843e6bd44651" Type="http://schemas.openxmlformats.org/officeDocument/2006/relationships/image" Target="../media/image.svg"/><Relationship Id="Rc7ac5903e2ec4e32" Type="http://schemas.openxmlformats.org/officeDocument/2006/relationships/image" Target="../media/image3.png"/><Relationship Id="Rfb01fe3d00024a02"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201dbc497ca84df5" Type="http://schemas.openxmlformats.org/officeDocument/2006/relationships/image" Target="../media/image2.svg"/><Relationship Id="R295f0ac701c9441f" Type="http://schemas.openxmlformats.org/officeDocument/2006/relationships/image" Target="../media/image4.png"/><Relationship Id="R2cf329e423124d48" Type="http://schemas.openxmlformats.org/officeDocument/2006/relationships/slideMaster" Target="../slideMasters/slideMaster1.xml"/><Relationship Id="Rfa0ecfe920f34929" Type="http://schemas.openxmlformats.org/officeDocument/2006/relationships/image" Target="../media/image.emf"/></Relationships>
</file>

<file path=ppt/slideLayouts/_rels/slideLayout36.xml.rels><?xml version='1.0' encoding='UTF-8' standalone='yes'?>
<Relationships xmlns="http://schemas.openxmlformats.org/package/2006/relationships"><Relationship Id="R9934cf3afb8249be" Type="http://schemas.openxmlformats.org/officeDocument/2006/relationships/slideMaster" Target="../slideMasters/slideMaster1.xml"/><Relationship Id="R9b5121a58fd945fa" Type="http://schemas.openxmlformats.org/officeDocument/2006/relationships/image" Target="../media/image5.png"/><Relationship Id="Raa6572c02ff544b7" Type="http://schemas.openxmlformats.org/officeDocument/2006/relationships/image" Target="../media/image3.svg"/></Relationships>
</file>

<file path=ppt/slideLayouts/_rels/slideLayout37.xml.rels><?xml version='1.0' encoding='UTF-8' standalone='yes'?>
<Relationships xmlns="http://schemas.openxmlformats.org/package/2006/relationships"><Relationship Id="R029de05897dd4889" Type="http://schemas.openxmlformats.org/officeDocument/2006/relationships/slideMaster" Target="../slideMasters/slideMaster1.xml"/><Relationship Id="R0f96f0a045704241" Type="http://schemas.openxmlformats.org/officeDocument/2006/relationships/image" Target="../media/image4.svg"/><Relationship Id="R14be868db29743f7" Type="http://schemas.openxmlformats.org/officeDocument/2006/relationships/image" Target="../media/image.emf"/><Relationship Id="R69b5661397024461"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11ad7bd90f1046da" Type="http://schemas.openxmlformats.org/officeDocument/2006/relationships/image" Target="../media/image7.png"/><Relationship Id="R146f6465b42c4f60" Type="http://schemas.openxmlformats.org/officeDocument/2006/relationships/image" Target="../media/image5.svg"/><Relationship Id="Re317da8c473d41dc" Type="http://schemas.openxmlformats.org/officeDocument/2006/relationships/slideMaster" Target="../slideMasters/slideMaster1.xml"/><Relationship Id="Rf4d9869feb4d4f8f" Type="http://schemas.openxmlformats.org/officeDocument/2006/relationships/image" Target="../media/image.emf"/></Relationships>
</file>

<file path=ppt/slideLayouts/_rels/slideLayout39.xml.rels><?xml version='1.0' encoding='UTF-8' standalone='yes'?>
<Relationships xmlns="http://schemas.openxmlformats.org/package/2006/relationships"><Relationship Id="R625ac2c718924fb4"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e96b7cf5291e40a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a12f5a0789394e66"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41a0e843e484438c" Type="http://schemas.openxmlformats.org/officeDocument/2006/relationships/image" Target="../media/image3.png"/><Relationship Id="Rd6313c684a0548c3" Type="http://schemas.openxmlformats.org/officeDocument/2006/relationships/slideMaster" Target="../slideMasters/slideMaster1.xml"/><Relationship Id="Rf60d0d2125864818" Type="http://schemas.openxmlformats.org/officeDocument/2006/relationships/image" Target="../media/image.svg"/></Relationships>
</file>

<file path=ppt/slideLayouts/_rels/slideLayout43.xml.rels><?xml version='1.0' encoding='UTF-8' standalone='yes'?>
<Relationships xmlns="http://schemas.openxmlformats.org/package/2006/relationships"><Relationship Id="R6df1b40caad34659" Type="http://schemas.openxmlformats.org/officeDocument/2006/relationships/image" Target="../media/image3.png"/><Relationship Id="Rc002d4e685644eeb" Type="http://schemas.openxmlformats.org/officeDocument/2006/relationships/image" Target="../media/image.svg"/><Relationship Id="Rd21ab26c86c54d5f"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207a2e3b966f4688" Type="http://schemas.openxmlformats.org/officeDocument/2006/relationships/slideMaster" Target="../slideMasters/slideMaster1.xml"/><Relationship Id="R25dff2a059964fca" Type="http://schemas.openxmlformats.org/officeDocument/2006/relationships/image" Target="../media/image.svg"/><Relationship Id="R5bfab2d6eaee4087"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a2e0e68b3c0b4612" Type="http://schemas.openxmlformats.org/officeDocument/2006/relationships/image" Target="../media/image3.png"/><Relationship Id="Rbff03dc5d8ed4fad" Type="http://schemas.openxmlformats.org/officeDocument/2006/relationships/slideMaster" Target="../slideMasters/slideMaster1.xml"/><Relationship Id="Rd3b1c3785c6e48b9" Type="http://schemas.openxmlformats.org/officeDocument/2006/relationships/image" Target="../media/image.svg"/></Relationships>
</file>

<file path=ppt/slideLayouts/_rels/slideLayout46.xml.rels><?xml version='1.0' encoding='UTF-8' standalone='yes'?>
<Relationships xmlns="http://schemas.openxmlformats.org/package/2006/relationships"><Relationship Id="R1da3a077184a4218" Type="http://schemas.openxmlformats.org/officeDocument/2006/relationships/slideMaster" Target="../slideMasters/slideMaster1.xml"/><Relationship Id="Rb52ec1f007c747f4" Type="http://schemas.openxmlformats.org/officeDocument/2006/relationships/image" Target="../media/image.svg"/><Relationship Id="Rf45cb2bd28974ed3" Type="http://schemas.openxmlformats.org/officeDocument/2006/relationships/image" Target="../media/image3.png"/></Relationships>
</file>

<file path=ppt/slideLayouts/_rels/slideLayout47.xml.rels><?xml version='1.0' encoding='UTF-8' standalone='yes'?>
<Relationships xmlns="http://schemas.openxmlformats.org/package/2006/relationships"><Relationship Id="R44152877c1db40ee" Type="http://schemas.openxmlformats.org/officeDocument/2006/relationships/image" Target="../media/image3.png"/><Relationship Id="R5585fd4f477d46b0" Type="http://schemas.openxmlformats.org/officeDocument/2006/relationships/image" Target="../media/image.svg"/><Relationship Id="R7cd5b2062221457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3b9fc9d38a584b2f" Type="http://schemas.openxmlformats.org/officeDocument/2006/relationships/image" Target="../media/image3.png"/><Relationship Id="R938b64bc60b949f0" Type="http://schemas.openxmlformats.org/officeDocument/2006/relationships/image" Target="../media/image.svg"/><Relationship Id="Re4c957abc2bd4ac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3b11686352e94f52" Type="http://schemas.openxmlformats.org/officeDocument/2006/relationships/image" Target="../media/image3.png"/><Relationship Id="R4865a3783c024a72" Type="http://schemas.openxmlformats.org/officeDocument/2006/relationships/slideMaster" Target="../slideMasters/slideMaster1.xml"/><Relationship Id="Ref688e29afd34bae" Type="http://schemas.openxmlformats.org/officeDocument/2006/relationships/image" Target="../media/image.svg"/></Relationships>
</file>

<file path=ppt/slideLayouts/_rels/slideLayout50.xml.rels><?xml version='1.0' encoding='UTF-8' standalone='yes'?>
<Relationships xmlns="http://schemas.openxmlformats.org/package/2006/relationships"><Relationship Id="R1b0ce1dab68742c2" Type="http://schemas.openxmlformats.org/officeDocument/2006/relationships/image" Target="../media/image3.png"/><Relationship Id="R3edbf816671d4c37" Type="http://schemas.openxmlformats.org/officeDocument/2006/relationships/image" Target="../media/image.emf"/><Relationship Id="R620c690390984171" Type="http://schemas.openxmlformats.org/officeDocument/2006/relationships/image" Target="../media/image.svg"/><Relationship Id="R63769d1491f34166"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1611bdf2303a44c6" Type="http://schemas.openxmlformats.org/officeDocument/2006/relationships/image" Target="../media/image8.png"/><Relationship Id="R1beab365ba334051" Type="http://schemas.openxmlformats.org/officeDocument/2006/relationships/image" Target="../media/image6.svg"/><Relationship Id="R1e405ff62ec74c0e"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97a157fb3888482c" Type="http://schemas.openxmlformats.org/officeDocument/2006/relationships/image" Target="../media/image7.svg"/><Relationship Id="Rd8be11f7054b4ec7" Type="http://schemas.openxmlformats.org/officeDocument/2006/relationships/image" Target="../media/image9.png"/><Relationship Id="Re535b977c2584e49"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280238290bfc45f6" Type="http://schemas.openxmlformats.org/officeDocument/2006/relationships/image" Target="../media/image7.svg"/><Relationship Id="R501934d4b88d4bb5" Type="http://schemas.openxmlformats.org/officeDocument/2006/relationships/image" Target="../media/image9.png"/><Relationship Id="Re84f450ad89e424b"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11b866501a6f486e" Type="http://schemas.openxmlformats.org/officeDocument/2006/relationships/image" Target="../media/image7.svg"/><Relationship Id="R7e186bd8563c417f" Type="http://schemas.openxmlformats.org/officeDocument/2006/relationships/image" Target="../media/image9.png"/><Relationship Id="Rb253e05354d2405b"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59b40a98ee21455b"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7d6193e3d18847a3"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a47b4c84cd744abc"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fb18a374f7654cd3"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7a3001639c3149c5"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9f5dea0c634f4ffe"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cb7ffd7bb2224993"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0542447c6746408d"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ef66fd0321124bdc"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d1c74e44849a4c4f"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9c5478081fc44b43"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805a161e7f9b41b6"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5d0b885d5f17479c"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64e925052dd84a2e"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db6c2d1d3d7140f9"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efd9a608dba14afc"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ffd007488b814f4d"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ff6c61ba07ec4c1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eed74e171de54e4e"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02264d0081fc4b47"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ff142275ba5242be"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e13e263581ca461c"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abdd57320c08472a"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c700e523b12f4bde"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2aaa9c4a881346f3"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ea143e50692344af"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1534f65239ce435b" Type="http://schemas.openxmlformats.org/officeDocument/2006/relationships/slideMaster" Target="../slideMasters/slideMaster1.xml"/><Relationship Id="R2eb7aaf0165e4c16" Type="http://schemas.openxmlformats.org/officeDocument/2006/relationships/image" Target="../media/image.emf"/></Relationships>
</file>

<file path=ppt/slideLayouts/_rels/slideLayout82.xml.rels><?xml version='1.0' encoding='UTF-8' standalone='yes'?>
<Relationships xmlns="http://schemas.openxmlformats.org/package/2006/relationships"><Relationship Id="R9677c14ba0a8460c" Type="http://schemas.openxmlformats.org/officeDocument/2006/relationships/slideMaster" Target="../slideMasters/slideMaster1.xml"/><Relationship Id="Rfe3bb712bef04a3a" Type="http://schemas.openxmlformats.org/officeDocument/2006/relationships/image" Target="../media/image.emf"/></Relationships>
</file>

<file path=ppt/slideLayouts/_rels/slideLayout83.xml.rels><?xml version='1.0' encoding='UTF-8' standalone='yes'?>
<Relationships xmlns="http://schemas.openxmlformats.org/package/2006/relationships"><Relationship Id="R5e0f8cfefc4446d8"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b63f0c142093478b"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e3941c79f3034d98"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caef923a5fda447c"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dd09d5ad525548f5"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641c5130db1744ce"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beec531b5b8c4db5"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cafdbd3843164bab"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f798bc0cfae54e84"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1da878ca22414ba8"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9605e1b407a2456c"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17705690c90f49b7"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63ce89003105474e"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530682792fd94fbf"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ea74204eec9e4573"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1531f86cb6274cc7" Type="http://schemas.openxmlformats.org/officeDocument/2006/relationships/slideMaster" Target="../slideMasters/slideMaster1.xml"/><Relationship Id="R6a85155f397c401c" Type="http://schemas.openxmlformats.org/officeDocument/2006/relationships/image" Target="../media/image10.png"/></Relationships>
</file>

<file path=ppt/slideLayouts/_rels/slideLayout99.xml.rels><?xml version='1.0' encoding='UTF-8' standalone='yes'?>
<Relationships xmlns="http://schemas.openxmlformats.org/package/2006/relationships"><Relationship Id="R3d57d93c593a416b" Type="http://schemas.openxmlformats.org/officeDocument/2006/relationships/image" Target="../media/image10.png"/><Relationship Id="Rd8ce71e901084aa7"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3678cadefc6444f1" Type="http://schemas.openxmlformats.org/officeDocument/2006/relationships/image" Target="../media/image6.svg"/><Relationship Id="R469c7b94166b4843" Type="http://schemas.openxmlformats.org/officeDocument/2006/relationships/image" Target="../media/image.emf"/><Relationship Id="R7cea9ebb49c8482b" Type="http://schemas.openxmlformats.org/officeDocument/2006/relationships/image" Target="../media/image8.png"/><Relationship Id="Rea408a25aa784a4e"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1729eca5e8d14c0a" Type="http://schemas.openxmlformats.org/officeDocument/2006/relationships/image" Target="../media/image6.svg"/><Relationship Id="R47a9b835d4e04ce7" Type="http://schemas.openxmlformats.org/officeDocument/2006/relationships/image" Target="../media/image8.png"/><Relationship Id="R97c306ac832849ca" Type="http://schemas.openxmlformats.org/officeDocument/2006/relationships/slideMaster" Target="../slideMasters/slideMaster1.xml"/><Relationship Id="Rf4aa6ef8131e481a" Type="http://schemas.openxmlformats.org/officeDocument/2006/relationships/image" Target="../media/image.emf"/></Relationships>
</file>

<file path=ppt/slideLayouts/_rels/slideLayout102.xml.rels><?xml version='1.0' encoding='UTF-8' standalone='yes'?>
<Relationships xmlns="http://schemas.openxmlformats.org/package/2006/relationships"><Relationship Id="Rf4ce8787e3f148ce"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03c06be225d64bad" Type="http://schemas.openxmlformats.org/officeDocument/2006/relationships/slideMaster" Target="../slideMasters/slideMaster1.xml"/></Relationships>
</file>

<file path=ppt/slideLayouts/_rels/slideLayout104.xml.rels><?xml version='1.0' encoding='UTF-8' standalone='yes'?>
<Relationships xmlns="http://schemas.openxmlformats.org/package/2006/relationships"><Relationship Id="Ra3d2d431be9e47fe" Type="http://schemas.openxmlformats.org/officeDocument/2006/relationships/slideMaster" Target="../slideMasters/slideMaster1.xml"/></Relationships>
</file>

<file path=ppt/slideLayouts/_rels/slideLayout105.xml.rels><?xml version='1.0' encoding='UTF-8' standalone='yes'?>
<Relationships xmlns="http://schemas.openxmlformats.org/package/2006/relationships"><Relationship Id="Rab8a21b571f94861" Type="http://schemas.openxmlformats.org/officeDocument/2006/relationships/slideMaster" Target="../slideMasters/slideMaster1.xml"/></Relationships>
</file>

<file path=ppt/slideLayouts/_rels/slideLayout106.xml.rels><?xml version='1.0' encoding='UTF-8' standalone='yes'?>
<Relationships xmlns="http://schemas.openxmlformats.org/package/2006/relationships"><Relationship Id="R274e175ca49d4ae3" Type="http://schemas.openxmlformats.org/officeDocument/2006/relationships/slideMaster" Target="../slideMasters/slideMaster1.xml"/></Relationships>
</file>

<file path=ppt/slideLayouts/_rels/slideLayout107.xml.rels><?xml version='1.0' encoding='UTF-8' standalone='yes'?>
<Relationships xmlns="http://schemas.openxmlformats.org/package/2006/relationships"><Relationship Id="Rc595ea587ae54db6" Type="http://schemas.openxmlformats.org/officeDocument/2006/relationships/slideMaster" Target="../slideMasters/slideMaster1.xml"/></Relationships>
</file>

<file path=ppt/slideLayouts/_rels/slideLayout108.xml.rels><?xml version='1.0' encoding='UTF-8' standalone='yes'?>
<Relationships xmlns="http://schemas.openxmlformats.org/package/2006/relationships"><Relationship Id="Rf2c3f95a7f394f3d" Type="http://schemas.openxmlformats.org/officeDocument/2006/relationships/slideMaster" Target="../slideMasters/slideMaster1.xml"/><Relationship Id="Rfd3c826072b54b58" Type="http://schemas.openxmlformats.org/officeDocument/2006/relationships/image" Target="../media/image25.jpeg"/></Relationships>
</file>

<file path=ppt/slideLayouts/_rels/slideLayout109.xml.rels><?xml version='1.0' encoding='UTF-8' standalone='yes'?>
<Relationships xmlns="http://schemas.openxmlformats.org/package/2006/relationships"><Relationship Id="R232c63612ede4020" Type="http://schemas.openxmlformats.org/officeDocument/2006/relationships/slideMaster" Target="../slideMasters/slideMaster1.xml"/><Relationship Id="Rdc6c5b4cdd75492c" Type="http://schemas.openxmlformats.org/officeDocument/2006/relationships/image" Target="../media/image26.jpeg"/></Relationships>
</file>

<file path=ppt/slideLayouts/_rels/slideLayout110.xml.rels><?xml version='1.0' encoding='UTF-8' standalone='yes'?>
<Relationships xmlns="http://schemas.openxmlformats.org/package/2006/relationships"><Relationship Id="R6e6c1e47706c4a20" Type="http://schemas.openxmlformats.org/officeDocument/2006/relationships/slideMaster" Target="../slideMasters/slideMaster1.xml"/><Relationship Id="Rb88485aadecb4f57" Type="http://schemas.openxmlformats.org/officeDocument/2006/relationships/image" Target="../media/image27.jpeg"/></Relationships>
</file>

<file path=ppt/slideLayouts/_rels/slideLayout111.xml.rels><?xml version='1.0' encoding='UTF-8' standalone='yes'?>
<Relationships xmlns="http://schemas.openxmlformats.org/package/2006/relationships"><Relationship Id="R5c68e2a35c0042c8" Type="http://schemas.openxmlformats.org/officeDocument/2006/relationships/image" Target="../media/image28.jpeg"/><Relationship Id="Rd21724ce875b4344" Type="http://schemas.openxmlformats.org/officeDocument/2006/relationships/slideMaster" Target="../slideMasters/slideMaster1.xml"/></Relationships>
</file>

<file path=ppt/slideLayouts/_rels/slideLayout112.xml.rels><?xml version='1.0' encoding='UTF-8' standalone='yes'?>
<Relationships xmlns="http://schemas.openxmlformats.org/package/2006/relationships"><Relationship Id="Re80588dd5f3148eb" Type="http://schemas.openxmlformats.org/officeDocument/2006/relationships/slideMaster" Target="../slideMasters/slideMaster1.xml"/></Relationships>
</file>

<file path=ppt/slideLayouts/_rels/slideLayout113.xml.rels><?xml version='1.0' encoding='UTF-8' standalone='yes'?>
<Relationships xmlns="http://schemas.openxmlformats.org/package/2006/relationships"><Relationship Id="R2935cac2b04448c0" Type="http://schemas.openxmlformats.org/officeDocument/2006/relationships/slideMaster" Target="../slideMasters/slideMaster1.xml"/></Relationships>
</file>

<file path=ppt/slideLayouts/_rels/slideLayout114.xml.rels><?xml version='1.0' encoding='UTF-8' standalone='yes'?>
<Relationships xmlns="http://schemas.openxmlformats.org/package/2006/relationships"><Relationship Id="R9d26f1a975294fca"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Dark - Title_Pillar">
    <p:bg>
      <p:bgPr>
        <a:blipFill xmlns:a="http://schemas.openxmlformats.org/drawingml/2006/main" rotWithShape="1">
          <a:blip xmlns:r="http://schemas.openxmlformats.org/officeDocument/2006/relationships" r:embed="Ree97fd0e020943e8">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Title (up to two lines) </a:t>
            </a:r>
            <a:br/>
            <a:r>
              <a:t>Oracle Sans Tab Bold</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6A4B61EA-E671-B046-E16F-7C37520755BE}"/>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1FCEBD7F-FD1F-90FE-07B1-7E1D2FCAED23}"/>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74E28F03-7252-6A6A-9D9A-7C142FCA415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pic>
        <p:nvPicPr>
          <p:cNvPr id="31" name="OTag"/>
          <p:cNvPicPr>
            <a:picLocks xmlns:a="http://schemas.openxmlformats.org/drawingml/2006/main" noChangeAspect="1"/>
          </p:cNvPicPr>
          <p:nvPr/>
        </p:nvPicPr>
        <p:blipFill>
          <a:blip xmlns:r="http://schemas.openxmlformats.org/officeDocument/2006/relationships" xmlns:a="http://schemas.openxmlformats.org/drawingml/2006/main" r:embed="R0f8d3558e5904f4b"/>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6863E062-D1CC-8F7F-B35F-ADAF6BDE7196}"/>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xml><?xml version="1.0" encoding="utf-8"?>
<p:sldLayout xmlns:p="http://schemas.openxmlformats.org/presentationml/2006/main" preserve="1" userDrawn="1">
  <p:cSld name="Light - Title_Pillar">
    <p:bg>
      <p:bgPr>
        <a:blipFill xmlns:a="http://schemas.openxmlformats.org/drawingml/2006/main" rotWithShape="1">
          <a:blip xmlns:r="http://schemas.openxmlformats.org/officeDocument/2006/relationships" r:embed="Re41eea34887342e8">
            <a:lum/>
          </a:blip>
          <a:srcRect l="0" t="0" r="0" b="0"/>
          <a:stretch>
            <a:fillRect l="0" t="0" r="0" b="0"/>
          </a:stretch>
        </a:blip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993B935A-285A-BFFA-E1F4-E79FEB4F9795}"/>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EFFF89DD-9D0E-59AA-468D-56F8DF0173D0}"/>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72DF4953-83D4-E63F-FAE9-12C7C69CAF76}"/>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53939284-5D96-A771-F7CE-39D3A9ADA08C}"/>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7A2158C-16EA-51FD-AADB-5CCD72645F2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3" name="Date Placeholder 2">
            <a:extLst xmlns:a="http://schemas.openxmlformats.org/drawingml/2006/main">
              <a:ext uri="{FF2B5EF4-FFF2-40B4-BE49-F238E27FC236}">
                <a16:creationId xmlns:a16="http://schemas.microsoft.com/office/drawing/2014/main" id="{DE9F17F9-481A-5855-B8F0-D871C1F817BF}"/>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47EAEE68-C65E-C8C2-44CB-1ECCD753ADAB}"/>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pic>
        <p:nvPicPr>
          <p:cNvPr id="13" name="OTag"/>
          <p:cNvPicPr>
            <a:picLocks xmlns:a="http://schemas.openxmlformats.org/drawingml/2006/main" noChangeAspect="1"/>
          </p:cNvPicPr>
          <p:nvPr/>
        </p:nvPicPr>
        <p:blipFill>
          <a:blip xmlns:r="http://schemas.openxmlformats.org/officeDocument/2006/relationships" xmlns:a="http://schemas.openxmlformats.org/drawingml/2006/main" r:embed="Ra0d89e79595d4650"/>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6" name="Accent mark">
            <a:extLst xmlns:a="http://schemas.openxmlformats.org/drawingml/2006/main">
              <a:ext uri="{FF2B5EF4-FFF2-40B4-BE49-F238E27FC236}">
                <a16:creationId xmlns:a16="http://schemas.microsoft.com/office/drawing/2014/main" id="{F6C8D001-5C68-50FD-8A15-9F62CD4FCCF2}"/>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3.xml><?xml version="1.0" encoding="utf-8"?>
<p:sldLayout xmlns:p="http://schemas.openxmlformats.org/presentationml/2006/main" preserve="1" userDrawn="1">
  <p:cSld name="Dark - Title_2">
    <p:bg>
      <p:bgPr>
        <a:blipFill xmlns:a="http://schemas.openxmlformats.org/drawingml/2006/main" rotWithShape="1">
          <a:blip xmlns:r="http://schemas.openxmlformats.org/officeDocument/2006/relationships" r:embed="Rb5ee3253468a4465">
            <a:lum/>
          </a:blip>
          <a:srcRect l="0" t="0" r="0" b="0"/>
          <a:stretch>
            <a:fillRect l="0" t="0" r="0" b="0"/>
          </a:stretch>
        </a:blip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92A7232-5506-CF74-ABAC-596E66DF6213}"/>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General/fusion title</a:t>
            </a:r>
            <a:br/>
            <a:r>
              <a:t>Oracle Sans Tab Bold</a:t>
            </a:r>
          </a:p>
        </p:txBody>
      </p:sp>
      <p:sp>
        <p:nvSpPr>
          <p:cNvPr id="7" name="Subhead">
            <a:extLst xmlns:a="http://schemas.openxmlformats.org/drawingml/2006/main">
              <a:ext uri="{FF2B5EF4-FFF2-40B4-BE49-F238E27FC236}">
                <a16:creationId xmlns:a16="http://schemas.microsoft.com/office/drawing/2014/main" id="{BE95545E-FF7C-FA0C-6AC2-06B9FD536E40}"/>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2BE9B241-6CCA-C350-8E9C-CBFF15AC920B}"/>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D30678C3-79B5-61B9-5BD6-D4D2E38C4E26}"/>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AE2FA60F-BC05-9DFE-3A03-811A5C61BAE6}"/>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3204F087-6972-AA39-00DB-C10EDEB80749}"/>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6891A512-3F6B-08FA-3574-4BF50D31E5E8}"/>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6" name="Accent mark">
            <a:extLst xmlns:a="http://schemas.openxmlformats.org/drawingml/2006/main">
              <a:ext uri="{FF2B5EF4-FFF2-40B4-BE49-F238E27FC236}">
                <a16:creationId xmlns:a16="http://schemas.microsoft.com/office/drawing/2014/main" id="{5F9B697F-5404-108B-4B52-A27DAB8F742D}"/>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4.xml><?xml version="1.0" encoding="utf-8"?>
<p:sldLayout xmlns:p="http://schemas.openxmlformats.org/presentationml/2006/main" preserve="1" userDrawn="1">
  <p:cSld name="Light - Title_2">
    <p:bg>
      <p:bgPr>
        <a:blipFill xmlns:a="http://schemas.openxmlformats.org/drawingml/2006/main" rotWithShape="1">
          <a:blip xmlns:r="http://schemas.openxmlformats.org/officeDocument/2006/relationships" r:embed="R6fa4cdb9004f4de9">
            <a:lum/>
          </a:blip>
          <a:srcRect l="0" t="0" r="0" b="0"/>
          <a:stretch>
            <a:fillRect l="0" t="0" r="0" b="0"/>
          </a:stretch>
        </a:blipFill>
      </p:bgPr>
    </p:bg>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96204AF-CFD8-7CED-4E39-54AF670244A8}"/>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General/fusion title</a:t>
            </a:r>
            <a:br/>
            <a:r>
              <a:t>Oracle Sans Tab Bold</a:t>
            </a:r>
          </a:p>
        </p:txBody>
      </p:sp>
      <p:sp>
        <p:nvSpPr>
          <p:cNvPr id="7" name="Subhead">
            <a:extLst xmlns:a="http://schemas.openxmlformats.org/drawingml/2006/main">
              <a:ext uri="{FF2B5EF4-FFF2-40B4-BE49-F238E27FC236}">
                <a16:creationId xmlns:a16="http://schemas.microsoft.com/office/drawing/2014/main" id="{FC046655-F632-39CF-A827-AEF7BEDCA8A4}"/>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396B045C-5351-70B5-4F7C-3804C75BD4B2}"/>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997BC39A-E5C4-5AD8-8642-A190BFB4DF55}"/>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08620179-92E2-B33C-7BF7-7DD2B9A6999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3" name="Footer Placeholder 3">
            <a:extLst xmlns:a="http://schemas.openxmlformats.org/drawingml/2006/main">
              <a:ext uri="{FF2B5EF4-FFF2-40B4-BE49-F238E27FC236}">
                <a16:creationId xmlns:a16="http://schemas.microsoft.com/office/drawing/2014/main" id="{0234D53E-E775-84ED-87D4-03A6155462F2}"/>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2" name="Date Placeholder 2">
            <a:extLst xmlns:a="http://schemas.openxmlformats.org/drawingml/2006/main">
              <a:ext uri="{FF2B5EF4-FFF2-40B4-BE49-F238E27FC236}">
                <a16:creationId xmlns:a16="http://schemas.microsoft.com/office/drawing/2014/main" id="{7B203E0B-C243-2092-E571-D8301E6712E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6" name="Accent mark">
            <a:extLst xmlns:a="http://schemas.openxmlformats.org/drawingml/2006/main">
              <a:ext uri="{FF2B5EF4-FFF2-40B4-BE49-F238E27FC236}">
                <a16:creationId xmlns:a16="http://schemas.microsoft.com/office/drawing/2014/main" id="{F3B22FDD-1B93-0A37-25CC-77AE4A31F45E}"/>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5.xml><?xml version="1.0" encoding="utf-8"?>
<p:sldLayout xmlns:p="http://schemas.openxmlformats.org/presentationml/2006/main" preserve="1" userDrawn="1">
  <p:cSld name="Title-full-image">
    <p:bg>
      <p:bgRef idx="1001">
        <a:schemeClr xmlns:a="http://schemas.openxmlformats.org/drawingml/2006/main" val="bg2"/>
      </p:bgRef>
    </p:bg>
    <p:spTree>
      <p:nvGrpSpPr>
        <p:cNvPr id="1" name=""/>
        <p:cNvGrpSpPr/>
        <p:nvPr/>
      </p:nvGrpSpPr>
      <p:grpSpPr>
        <a:xfrm xmlns:a="http://schemas.openxmlformats.org/drawingml/2006/main"/>
      </p:grpSpPr>
      <p:sp>
        <p:nvSpPr>
          <p:cNvPr id="11" name="Gradient overlay">
            <a:extLst xmlns:a="http://schemas.openxmlformats.org/drawingml/2006/main">
              <a:ext uri="{FF2B5EF4-FFF2-40B4-BE49-F238E27FC236}">
                <a16:creationId xmlns:a16="http://schemas.microsoft.com/office/drawing/2014/main" id="{E873D90A-E4A3-F78A-F391-D1DB29911070}"/>
              </a:ext>
            </a:extLst>
          </p:cNvPr>
          <p:cNvSpPr>
            <a:spLocks xmlns:a="http://schemas.openxmlformats.org/drawingml/2006/main" noGrp="1"/>
          </p:cNvSpPr>
          <p:nvPr/>
        </p:nvSpPr>
        <p:spPr>
          <a:xfrm xmlns:a="http://schemas.openxmlformats.org/drawingml/2006/main">
            <a:off x="0" y="0"/>
            <a:ext cx="7467585" cy="6858000"/>
          </a:xfrm>
          <a:prstGeom xmlns:a="http://schemas.openxmlformats.org/drawingml/2006/main" prst="rect">
            <a:avLst/>
          </a:prstGeom>
          <a:gradFill xmlns:a="http://schemas.openxmlformats.org/drawingml/2006/main">
            <a:gsLst>
              <a:gs pos="69000">
                <a:schemeClr val="bg2">
                  <a:alpha val="65000"/>
                </a:schemeClr>
              </a:gs>
              <a:gs pos="0">
                <a:schemeClr val="bg2"/>
              </a:gs>
              <a:gs pos="100000">
                <a:schemeClr val="bg2">
                  <a:alpha val="0"/>
                </a:schemeClr>
              </a:gs>
            </a:gsLst>
            <a:lin ang="0" scaled="0"/>
          </a:gra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itle">
            <a:extLst xmlns:a="http://schemas.openxmlformats.org/drawingml/2006/main">
              <a:ext uri="{FF2B5EF4-FFF2-40B4-BE49-F238E27FC236}">
                <a16:creationId xmlns:a16="http://schemas.microsoft.com/office/drawing/2014/main" id="{5E1C8E87-14CA-EB0A-B967-57776EF53426}"/>
              </a:ext>
            </a:extLst>
          </p:cNvPr>
          <p:cNvSpPr>
            <a:spLocks xmlns:a="http://schemas.openxmlformats.org/drawingml/2006/main" noGrp="1"/>
          </p:cNvSpPr>
          <p:nvPr>
            <p:ph type="ctrTitle" idx="0" hasCustomPrompt="1"/>
          </p:nvPr>
        </p:nvSpPr>
        <p:spPr>
          <a:xfrm xmlns:a="http://schemas.openxmlformats.org/drawingml/2006/main">
            <a:off x="792538" y="2148840"/>
            <a:ext cx="6583608"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 title</a:t>
            </a:r>
            <a:br/>
            <a:r>
              <a:t>(up to two lines)</a:t>
            </a:r>
          </a:p>
        </p:txBody>
      </p:sp>
      <p:sp>
        <p:nvSpPr>
          <p:cNvPr id="8" name="Subhead">
            <a:extLst xmlns:a="http://schemas.openxmlformats.org/drawingml/2006/main">
              <a:ext uri="{FF2B5EF4-FFF2-40B4-BE49-F238E27FC236}">
                <a16:creationId xmlns:a16="http://schemas.microsoft.com/office/drawing/2014/main" id="{9F13C004-6A96-3D61-9397-40C41F43523D}"/>
              </a:ext>
            </a:extLst>
          </p:cNvPr>
          <p:cNvSpPr>
            <a:spLocks xmlns:a="http://schemas.openxmlformats.org/drawingml/2006/main" noGrp="1"/>
          </p:cNvSpPr>
          <p:nvPr>
            <p:ph type="body" idx="33" hasCustomPrompt="1"/>
          </p:nvPr>
        </p:nvSpPr>
        <p:spPr>
          <a:xfrm xmlns:a="http://schemas.openxmlformats.org/drawingml/2006/main">
            <a:off x="792538" y="3519553"/>
            <a:ext cx="6583608"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9" name="Text Field">
            <a:extLst xmlns:a="http://schemas.openxmlformats.org/drawingml/2006/main">
              <a:ext uri="{FF2B5EF4-FFF2-40B4-BE49-F238E27FC236}">
                <a16:creationId xmlns:a16="http://schemas.microsoft.com/office/drawing/2014/main" id="{29BC5DBB-6459-FA83-A3C0-242C30783B69}"/>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12" name="Text Field 2">
            <a:extLst xmlns:a="http://schemas.openxmlformats.org/drawingml/2006/main">
              <a:ext uri="{FF2B5EF4-FFF2-40B4-BE49-F238E27FC236}">
                <a16:creationId xmlns:a16="http://schemas.microsoft.com/office/drawing/2014/main" id="{E4F8B91E-3CD8-7B6C-C073-0E255807CCEF}"/>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08620179-92E2-B33C-7BF7-7DD2B9A6999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3" name="Footer Placeholder 3">
            <a:extLst xmlns:a="http://schemas.openxmlformats.org/drawingml/2006/main">
              <a:ext uri="{FF2B5EF4-FFF2-40B4-BE49-F238E27FC236}">
                <a16:creationId xmlns:a16="http://schemas.microsoft.com/office/drawing/2014/main" id="{0234D53E-E775-84ED-87D4-03A6155462F2}"/>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2" name="Date Placeholder 2">
            <a:extLst xmlns:a="http://schemas.openxmlformats.org/drawingml/2006/main">
              <a:ext uri="{FF2B5EF4-FFF2-40B4-BE49-F238E27FC236}">
                <a16:creationId xmlns:a16="http://schemas.microsoft.com/office/drawing/2014/main" id="{7B203E0B-C243-2092-E571-D8301E6712E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6" name="Accent mark">
            <a:extLst xmlns:a="http://schemas.openxmlformats.org/drawingml/2006/main">
              <a:ext uri="{FF2B5EF4-FFF2-40B4-BE49-F238E27FC236}">
                <a16:creationId xmlns:a16="http://schemas.microsoft.com/office/drawing/2014/main" id="{0502ED2C-D10E-1DB4-3557-E5C9C7E4D23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6.xml><?xml version="1.0" encoding="utf-8"?>
<p:sldLayout xmlns:p="http://schemas.openxmlformats.org/presentationml/2006/main" preserve="1" userDrawn="1">
  <p:cSld name="Title/Cover_3">
    <p:bg>
      <p:bgPr>
        <a:blipFill xmlns:a="http://schemas.openxmlformats.org/drawingml/2006/main" rotWithShape="1">
          <a:blip xmlns:r="http://schemas.openxmlformats.org/officeDocument/2006/relationships" r:embed="R046f6ec242094301">
            <a:lum/>
          </a:blip>
          <a:srcRect l="0" t="0" r="0" b="0"/>
          <a:stretch>
            <a:fillRect l="0" t="0" r="0" b="0"/>
          </a:stretch>
        </a:blip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8745EE5B-9C14-4DF6-7ECF-3B850514DAA4}"/>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Health &amp; Life Sciences </a:t>
            </a:r>
            <a:br/>
            <a:r>
              <a:t>Title (up to two lines)</a:t>
            </a:r>
          </a:p>
        </p:txBody>
      </p:sp>
      <p:sp>
        <p:nvSpPr>
          <p:cNvPr id="8" name="Subhead">
            <a:extLst xmlns:a="http://schemas.openxmlformats.org/drawingml/2006/main">
              <a:ext uri="{FF2B5EF4-FFF2-40B4-BE49-F238E27FC236}">
                <a16:creationId xmlns:a16="http://schemas.microsoft.com/office/drawing/2014/main" id="{963CCACE-E1BA-B49E-CFB8-0B77CDCFE791}"/>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9" name="Text Field">
            <a:extLst xmlns:a="http://schemas.openxmlformats.org/drawingml/2006/main">
              <a:ext uri="{FF2B5EF4-FFF2-40B4-BE49-F238E27FC236}">
                <a16:creationId xmlns:a16="http://schemas.microsoft.com/office/drawing/2014/main" id="{F8BD25F6-9734-8037-1C67-1A99384E68CA}"/>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12" name="Text Field 2">
            <a:extLst xmlns:a="http://schemas.openxmlformats.org/drawingml/2006/main">
              <a:ext uri="{FF2B5EF4-FFF2-40B4-BE49-F238E27FC236}">
                <a16:creationId xmlns:a16="http://schemas.microsoft.com/office/drawing/2014/main" id="{754A77E7-2B50-3BBF-5653-BC60AF4CA831}"/>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6" name="Footer Placeholder 5">
            <a:extLst xmlns:a="http://schemas.openxmlformats.org/drawingml/2006/main">
              <a:ext uri="{FF2B5EF4-FFF2-40B4-BE49-F238E27FC236}">
                <a16:creationId xmlns:a16="http://schemas.microsoft.com/office/drawing/2014/main" id="{1B6DA0C6-D822-15F6-04DD-B18D3E44619C}"/>
              </a:ext>
            </a:extLst>
          </p:cNvPr>
          <p:cNvSpPr>
            <a:spLocks xmlns:a="http://schemas.openxmlformats.org/drawingml/2006/main" noGrp="1"/>
          </p:cNvSpPr>
          <p:nvPr/>
        </p:nvSpPr>
        <p:spPr>
          <a:xfrm xmlns:a="http://schemas.openxmlformats.org/drawingml/2006/main">
            <a:off x="792538" y="5850115"/>
            <a:ext cx="6845809" cy="885046"/>
          </a:xfrm>
          <a:prstGeom xmlns:a="http://schemas.openxmlformats.org/drawingml/2006/main" prst="rect">
            <a:avLst/>
          </a:prstGeom>
        </p:spPr>
        <p:txBody>
          <a:bodyPr xmlns:a="http://schemas.openxmlformats.org/drawingml/2006/main" lIns="0" tIns="0" rIns="0" bIns="0" anchor="b"/>
          <a:lstStyle xmlns:a="http://schemas.openxmlformats.org/drawingml/2006/main">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xmlns:a="http://schemas.openxmlformats.org/drawingml/2006/main">
            <a:r>
              <a:rPr sz="800">
                <a:solidFill>
                  <a:schemeClr val="tx1"/>
                </a:solidFill>
                <a:latin typeface="Oracle Sans Tab"/>
                <a:ea typeface="Oracle Sans Tab"/>
                <a:cs typeface="Oracle Sans Tab"/>
              </a:rPr>
              <a:t>Some regulatory certifications or registrations to products or services referenced on this website are held by Cerner Corporation. Cerner Corporation is a wholly-owned subsidiary of Oracle. Cerner Corporation is an ONC-certified health IT developer and a registered medical device manufacturer in the United States and other jurisdictions worldwide.</a:t>
            </a:r>
          </a:p>
        </p:txBody>
      </p:sp>
      <p:sp>
        <p:nvSpPr>
          <p:cNvPr id="5" name="Slide Number Placeholder 4">
            <a:extLst xmlns:a="http://schemas.openxmlformats.org/drawingml/2006/main">
              <a:ext uri="{FF2B5EF4-FFF2-40B4-BE49-F238E27FC236}">
                <a16:creationId xmlns:a16="http://schemas.microsoft.com/office/drawing/2014/main" id="{7240816A-A8A3-D504-F672-2ACA6ABC217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1C7B878C-7245-36C9-328A-025A91624A3E}"/>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92E9260-E0B5-9C63-CE19-3A9F3785B887}"/>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B9FBA5DC-EBA8-3759-0EF4-5D00C9CB65F1}"/>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7.xml><?xml version="1.0" encoding="utf-8"?>
<p:sldLayout xmlns:p="http://schemas.openxmlformats.org/presentationml/2006/main" preserve="1" userDrawn="1">
  <p:cSld name="Title/Cover_4">
    <p:bg>
      <p:bgPr>
        <a:blipFill xmlns:a="http://schemas.openxmlformats.org/drawingml/2006/main" rotWithShape="1">
          <a:blip xmlns:r="http://schemas.openxmlformats.org/officeDocument/2006/relationships" r:embed="R0d587c48f863439d">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470" y="2148840"/>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a:latin typeface="+mn-lt"/>
                <a:ea typeface="+mn-lt"/>
                <a:cs typeface="+mn-lt"/>
              </a:defRPr>
            </a:lvl1pPr>
          </a:lstStyle>
          <a:p xmlns:a="http://schemas.openxmlformats.org/drawingml/2006/main">
            <a:pPr>
              <a:lnSpc>
                <a:spcPct val="100000"/>
              </a:lnSpc>
              <a:buNone/>
            </a:pPr>
            <a:r>
              <a:t>Fusion Suite title</a:t>
            </a:r>
            <a:br/>
            <a:r>
              <a:t>Oracle Sans Tab Bold</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470" y="3519553"/>
            <a:ext cx="621792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470"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470"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DCCBFFD-1208-DC98-6F83-AD17B21EFDE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9C95C387-C6B6-B09D-D9C1-A530A566B20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81CE87F9-CC9A-B7B1-715A-1FC35C2906A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834756B5-7E88-686B-81C7-9145FA6393A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8.xml><?xml version="1.0" encoding="utf-8"?>
<p:sldLayout xmlns:p="http://schemas.openxmlformats.org/presentationml/2006/main" preserve="1" userDrawn="1">
  <p:cSld name="Title/Cover_5">
    <p:bg>
      <p:bgPr>
        <a:blipFill xmlns:a="http://schemas.openxmlformats.org/drawingml/2006/main" rotWithShape="1">
          <a:blip xmlns:r="http://schemas.openxmlformats.org/officeDocument/2006/relationships" r:embed="R7d00afc9c9f048a6">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274040B-F0B7-0500-24CB-E40A3880817B}"/>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SCM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BB696622-2058-4C4E-FECA-34F1F6C4A20D}"/>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08AD1B2D-5265-AF61-4278-C58493F3B2D3}"/>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2BC9F5FB-2E6C-6C9C-FB33-0771B5305E36}"/>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68AE499B-EBAD-FB38-949F-59147DB0EA0A}"/>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5AB17156-07C5-6698-A84A-64A1E6FB711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E9AF2F7B-85CD-E771-2A37-0C490AADFAA0}"/>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68E1C2E-E87B-195A-71AA-AC8BE8FEC015}"/>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9.xml><?xml version="1.0" encoding="utf-8"?>
<p:sldLayout xmlns:p="http://schemas.openxmlformats.org/presentationml/2006/main" preserve="1" userDrawn="1">
  <p:cSld name="Cover/Title_6">
    <p:bg>
      <p:bgPr>
        <a:blipFill xmlns:a="http://schemas.openxmlformats.org/drawingml/2006/main" rotWithShape="1">
          <a:blip xmlns:r="http://schemas.openxmlformats.org/officeDocument/2006/relationships" r:embed="Re69eda2ac5c54784">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DFFF5E92-4648-2480-5EFA-4514C715D5B2}"/>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ERP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7184176C-647E-4FA4-7662-D8112ED77D34}"/>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A2EE897B-F943-19EE-12DF-51761821645F}"/>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CA1E31BC-14D4-B856-F073-5EA6A1E77BAC}"/>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543BB43F-1E4E-AE49-23A6-A224E6C2D0D7}"/>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504A6EC8-17D1-91B9-9CCB-FE079DA5ABFB}"/>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EEF621B1-0D26-F83E-E0D2-4B478D80142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4DD9731D-D638-ACED-0DBB-64723445203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0.xml><?xml version="1.0" encoding="utf-8"?>
<p:sldLayout xmlns:p="http://schemas.openxmlformats.org/presentationml/2006/main" preserve="1" userDrawn="1">
  <p:cSld name="Title/Cover_7">
    <p:bg>
      <p:bgPr>
        <a:blipFill xmlns:a="http://schemas.openxmlformats.org/drawingml/2006/main" rotWithShape="1">
          <a:blip xmlns:r="http://schemas.openxmlformats.org/officeDocument/2006/relationships" r:embed="R50980e5530454397">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1C249B44-5D03-EA20-14C6-F9C2A9AB50F5}"/>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HCM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CFF1AD0F-A521-9C8E-1B0B-C0AAECD3307F}"/>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6525F097-D9EE-EA10-1A44-3D1D0CC4FBE0}"/>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AE7AB41E-99B0-7F6C-6D90-1255399A4F67}"/>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74811496-0F3F-2EFC-BF0D-44B4652D8EBB}"/>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32DEED53-1C90-2AFF-D971-0E0179F66888}"/>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6C777348-8686-2E82-3270-E018943D1EF1}"/>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11" name="Accent mark">
            <a:extLst xmlns:a="http://schemas.openxmlformats.org/drawingml/2006/main">
              <a:ext uri="{FF2B5EF4-FFF2-40B4-BE49-F238E27FC236}">
                <a16:creationId xmlns:a16="http://schemas.microsoft.com/office/drawing/2014/main" id="{6D3CBBA4-EC09-8E88-4264-A0AC9E88275E}"/>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1.xml><?xml version="1.0" encoding="utf-8"?>
<p:sldLayout xmlns:p="http://schemas.openxmlformats.org/presentationml/2006/main" preserve="1" userDrawn="1">
  <p:cSld name="Title/Cover_8">
    <p:bg>
      <p:bgPr>
        <a:blipFill xmlns:a="http://schemas.openxmlformats.org/drawingml/2006/main" rotWithShape="1">
          <a:blip xmlns:r="http://schemas.openxmlformats.org/officeDocument/2006/relationships" r:embed="R60cb5ced666f44a7">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3568EDC7-82E8-C0FD-23C9-5E2F85B327A1}"/>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CX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061B9EB2-A1F6-2571-35A5-B192ACB03AE1}"/>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6F8D591A-4D00-D5F4-4A83-1E71D6FEAED4}"/>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10E9E6D4-F5CC-7C97-90BB-4EDFBE9AA1B7}"/>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50795E3-D122-12B5-7C04-44DCB3D36801}"/>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15748CF8-F274-FB47-CAED-F7B6DBFAB058}"/>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495B2ADA-461A-FD6A-5CF8-C6DF73B366A2}"/>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7E4F3939-5D2F-6AB9-8C71-5E770E6D42B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2.xml><?xml version="1.0" encoding="utf-8"?>
<p:sldLayout xmlns:p="http://schemas.openxmlformats.org/presentationml/2006/main" preserve="1" userDrawn="1">
  <p:cSld name="Title/Cover_9">
    <p:bg>
      <p:bgPr>
        <a:blipFill xmlns:a="http://schemas.openxmlformats.org/drawingml/2006/main" rotWithShape="1">
          <a:blip xmlns:r="http://schemas.openxmlformats.org/officeDocument/2006/relationships" r:embed="R040ebdfcd33b46b9">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5888C5F5-89ED-967B-54C7-2A5658D93832}"/>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OCI and database title</a:t>
            </a:r>
            <a:br/>
            <a:r>
              <a:t>Oracle Sans Tab Bold</a:t>
            </a:r>
          </a:p>
        </p:txBody>
      </p:sp>
      <p:sp>
        <p:nvSpPr>
          <p:cNvPr id="7" name="Subhead">
            <a:extLst xmlns:a="http://schemas.openxmlformats.org/drawingml/2006/main">
              <a:ext uri="{FF2B5EF4-FFF2-40B4-BE49-F238E27FC236}">
                <a16:creationId xmlns:a16="http://schemas.microsoft.com/office/drawing/2014/main" id="{AB3DC633-5D2F-CD08-25C4-AE0E6A2B5A5A}"/>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20484561-BBEE-F46D-7F67-EB225BA5D346}"/>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5A2D3ACC-958E-B38F-BE81-FBB225FDED02}"/>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E1DF1B72-C1BE-74C1-FB93-E6FBEBCD12EB}"/>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642B772F-C699-22CD-0BF9-575EC2076553}"/>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739DA1F-4B89-6385-9E78-4753D4109198}"/>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11" name="Accent mark">
            <a:extLst xmlns:a="http://schemas.openxmlformats.org/drawingml/2006/main">
              <a:ext uri="{FF2B5EF4-FFF2-40B4-BE49-F238E27FC236}">
                <a16:creationId xmlns:a16="http://schemas.microsoft.com/office/drawing/2014/main" id="{F974F57F-EE1C-2E13-9B52-D64DDE2DF98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3.xml><?xml version="1.0" encoding="utf-8"?>
<p:sldLayout xmlns:p="http://schemas.openxmlformats.org/presentationml/2006/main" preserve="1" userDrawn="1">
  <p:cSld name="Title/Cover_10">
    <p:bg>
      <p:bgPr>
        <a:blipFill xmlns:a="http://schemas.openxmlformats.org/drawingml/2006/main" rotWithShape="1">
          <a:blip xmlns:r="http://schemas.openxmlformats.org/officeDocument/2006/relationships" r:embed="R564ee65a43974c59">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470" y="2148840"/>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a:latin typeface="+mn-lt"/>
                <a:ea typeface="+mn-lt"/>
                <a:cs typeface="+mn-lt"/>
              </a:defRPr>
            </a:lvl1pPr>
          </a:lstStyle>
          <a:p xmlns:a="http://schemas.openxmlformats.org/drawingml/2006/main">
            <a:pPr>
              <a:lnSpc>
                <a:spcPct val="100000"/>
              </a:lnSpc>
              <a:buNone/>
            </a:pPr>
            <a:r>
              <a:t>Developer Title</a:t>
            </a:r>
            <a:br/>
            <a:r>
              <a:t>Oracle Sans Tab</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470" y="3519553"/>
            <a:ext cx="621792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470"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470"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DCCBFFD-1208-DC98-6F83-AD17B21EFDE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9C95C387-C6B6-B09D-D9C1-A530A566B20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81CE87F9-CC9A-B7B1-715A-1FC35C2906A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834756B5-7E88-686B-81C7-9145FA6393A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4.xml><?xml version="1.0" encoding="utf-8"?>
<p:sldLayout xmlns:p="http://schemas.openxmlformats.org/presentationml/2006/main" preserve="1" userDrawn="1">
  <p:cSld name="Section-full-image">
    <p:bg>
      <p:bgPr>
        <a:solidFill xmlns:a="http://schemas.openxmlformats.org/drawingml/2006/main">
          <a:schemeClr val="bg2"/>
        </a:solidFill>
      </p:bgPr>
    </p:bg>
    <p:spTree>
      <p:nvGrpSpPr>
        <p:cNvPr id="1" name=""/>
        <p:cNvGrpSpPr/>
        <p:nvPr/>
      </p:nvGrpSpPr>
      <p:grpSpPr>
        <a:xfrm xmlns:a="http://schemas.openxmlformats.org/drawingml/2006/main"/>
      </p:grpSpPr>
      <p:sp>
        <p:nvSpPr>
          <p:cNvPr id="2" name="Gradient overlay">
            <a:extLst xmlns:a="http://schemas.openxmlformats.org/drawingml/2006/main">
              <a:ext uri="{FF2B5EF4-FFF2-40B4-BE49-F238E27FC236}">
                <a16:creationId xmlns:a16="http://schemas.microsoft.com/office/drawing/2014/main" id="{02A90784-90AA-1B27-460D-B876463465E4}"/>
              </a:ext>
            </a:extLst>
          </p:cNvPr>
          <p:cNvSpPr>
            <a:spLocks xmlns:a="http://schemas.openxmlformats.org/drawingml/2006/main" noGrp="1"/>
          </p:cNvSpPr>
          <p:nvPr/>
        </p:nvSpPr>
        <p:spPr>
          <a:xfrm xmlns:a="http://schemas.openxmlformats.org/drawingml/2006/main">
            <a:off x="0" y="0"/>
            <a:ext cx="7467585" cy="6858000"/>
          </a:xfrm>
          <a:prstGeom xmlns:a="http://schemas.openxmlformats.org/drawingml/2006/main" prst="rect">
            <a:avLst/>
          </a:prstGeom>
          <a:gradFill xmlns:a="http://schemas.openxmlformats.org/drawingml/2006/main">
            <a:gsLst>
              <a:gs pos="69000">
                <a:schemeClr val="bg2">
                  <a:alpha val="65000"/>
                </a:schemeClr>
              </a:gs>
              <a:gs pos="0">
                <a:schemeClr val="bg2"/>
              </a:gs>
              <a:gs pos="100000">
                <a:schemeClr val="bg2">
                  <a:alpha val="0"/>
                </a:schemeClr>
              </a:gs>
            </a:gsLst>
            <a:lin ang="0" scaled="0"/>
          </a:gra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itle 5">
            <a:extLst xmlns:a="http://schemas.openxmlformats.org/drawingml/2006/main">
              <a:ext uri="{FF2B5EF4-FFF2-40B4-BE49-F238E27FC236}">
                <a16:creationId xmlns:a16="http://schemas.microsoft.com/office/drawing/2014/main" id="{2A8370DC-7E17-3B48-B968-7FBF1A513E5D}"/>
              </a:ext>
            </a:extLst>
          </p:cNvPr>
          <p:cNvSpPr>
            <a:spLocks xmlns:a="http://schemas.openxmlformats.org/drawingml/2006/main" noGrp="1"/>
          </p:cNvSpPr>
          <p:nvPr>
            <p:ph type="title" idx="0" hasCustomPrompt="1"/>
          </p:nvPr>
        </p:nvSpPr>
        <p:spPr>
          <a:xfrm xmlns:a="http://schemas.openxmlformats.org/drawingml/2006/main">
            <a:off x="768871" y="2337132"/>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solidFill>
                  <a:schemeClr val="tx1"/>
                </a:solidFill>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1" name="Slide Number Placeholder 7">
            <a:extLst xmlns:a="http://schemas.openxmlformats.org/drawingml/2006/main">
              <a:ext uri="{FF2B5EF4-FFF2-40B4-BE49-F238E27FC236}">
                <a16:creationId xmlns:a16="http://schemas.microsoft.com/office/drawing/2014/main" id="{F080221B-C8EC-00E9-AA2D-F8C154AA3CA5}"/>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13" name="Footer Placeholder 4">
            <a:extLst xmlns:a="http://schemas.openxmlformats.org/drawingml/2006/main">
              <a:ext uri="{FF2B5EF4-FFF2-40B4-BE49-F238E27FC236}">
                <a16:creationId xmlns:a16="http://schemas.microsoft.com/office/drawing/2014/main" id="{6C539CEF-A482-43F9-5E0C-FBA849CD6ADB}"/>
              </a:ext>
            </a:extLst>
          </p:cNvPr>
          <p:cNvSpPr>
            <a:spLocks xmlns:a="http://schemas.openxmlformats.org/drawingml/2006/main" noGrp="1"/>
          </p:cNvSpPr>
          <p:nvPr>
            <p:ph type="ftr" idx="11"/>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15" name="Date Placeholder 2">
            <a:extLst xmlns:a="http://schemas.openxmlformats.org/drawingml/2006/main">
              <a:ext uri="{FF2B5EF4-FFF2-40B4-BE49-F238E27FC236}">
                <a16:creationId xmlns:a16="http://schemas.microsoft.com/office/drawing/2014/main" id="{F9083701-4310-37DF-B760-F9C5578E1E79}"/>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4" name="Subhead">
            <a:extLst xmlns:a="http://schemas.openxmlformats.org/drawingml/2006/main">
              <a:ext uri="{FF2B5EF4-FFF2-40B4-BE49-F238E27FC236}">
                <a16:creationId xmlns:a16="http://schemas.microsoft.com/office/drawing/2014/main" id="{AC267B18-559A-5001-F10C-C0FCF070F435}"/>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Tree>
  </p:cSld>
</p:sldLayout>
</file>

<file path=ppt/slideLayouts/slideLayout15.xml><?xml version="1.0" encoding="utf-8"?>
<p:sldLayout xmlns:p="http://schemas.openxmlformats.org/presentationml/2006/main" preserve="1" userDrawn="1">
  <p:cSld name="Light - Divider_Image">
    <p:bg>
      <p:bgRef idx="1001">
        <a:schemeClr xmlns:a="http://schemas.openxmlformats.org/drawingml/2006/main" val="bg2"/>
      </p:bgRef>
    </p:bg>
    <p:spTree>
      <p:nvGrpSpPr>
        <p:cNvPr id="1" name=""/>
        <p:cNvGrpSpPr/>
        <p:nvPr/>
      </p:nvGrpSpPr>
      <p:grpSpPr>
        <a:xfrm xmlns:a="http://schemas.openxmlformats.org/drawingml/2006/main"/>
      </p:grpSpPr>
      <p:sp>
        <p:nvSpPr>
          <p:cNvPr id="7" name="Title 5">
            <a:extLst xmlns:a="http://schemas.openxmlformats.org/drawingml/2006/main">
              <a:ext uri="{FF2B5EF4-FFF2-40B4-BE49-F238E27FC236}">
                <a16:creationId xmlns:a16="http://schemas.microsoft.com/office/drawing/2014/main" id="{DE8EE698-DD9E-FCA6-2E7D-4B8B85A548EA}"/>
              </a:ext>
            </a:extLst>
          </p:cNvPr>
          <p:cNvSpPr>
            <a:spLocks xmlns:a="http://schemas.openxmlformats.org/drawingml/2006/main" noGrp="1"/>
          </p:cNvSpPr>
          <p:nvPr>
            <p:ph type="title" idx="0" hasCustomPrompt="1"/>
          </p:nvPr>
        </p:nvSpPr>
        <p:spPr>
          <a:xfrm xmlns:a="http://schemas.openxmlformats.org/drawingml/2006/main">
            <a:off x="768871" y="2337132"/>
            <a:ext cx="43213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 divider with image</a:t>
            </a:r>
          </a:p>
        </p:txBody>
      </p:sp>
      <p:sp>
        <p:nvSpPr>
          <p:cNvPr id="16" name="Picture Placeholder 15">
            <a:extLst xmlns:a="http://schemas.openxmlformats.org/drawingml/2006/main">
              <a:ext uri="{FF2B5EF4-FFF2-40B4-BE49-F238E27FC236}">
                <a16:creationId xmlns:a16="http://schemas.microsoft.com/office/drawing/2014/main" id="{7A66C82B-D6A6-34D6-659C-66E009B70507}"/>
              </a:ext>
            </a:extLst>
          </p:cNvPr>
          <p:cNvSpPr>
            <a:spLocks xmlns:a="http://schemas.openxmlformats.org/drawingml/2006/main" noGrp="1"/>
          </p:cNvSpPr>
          <p:nvPr>
            <p:ph type="pic" idx="34" hasCustomPrompt="1"/>
          </p:nvPr>
        </p:nvSpPr>
        <p:spPr>
          <a:xfrm xmlns:a="http://schemas.openxmlformats.org/drawingml/2006/main">
            <a:off x="6096000" y="0"/>
            <a:ext cx="6096000" cy="6858000"/>
          </a:xfrm>
          <a:custGeom xmlns:a="http://schemas.openxmlformats.org/drawingml/2006/main">
            <a:rect l="l" t="t" r="r" b="b"/>
            <a:pathLst>
              <a:path w="6096000" h="6858000">
                <a:moveTo>
                  <a:pt x="0" y="0"/>
                </a:moveTo>
                <a:lnTo>
                  <a:pt x="6096000" y="0"/>
                </a:lnTo>
                <a:lnTo>
                  <a:pt x="6096000" y="6858000"/>
                </a:lnTo>
                <a:lnTo>
                  <a:pt x="5699731" y="6858000"/>
                </a:lnTo>
                <a:lnTo>
                  <a:pt x="5699731" y="6464808"/>
                </a:lnTo>
                <a:lnTo>
                  <a:pt x="5306539" y="6464808"/>
                </a:lnTo>
                <a:lnTo>
                  <a:pt x="5306539" y="6858000"/>
                </a:lnTo>
                <a:lnTo>
                  <a:pt x="0" y="6858000"/>
                </a:lnTo>
                <a:close/>
              </a:path>
            </a:pathLst>
          </a:custGeom>
          <a:solidFill xmlns:a="http://schemas.openxmlformats.org/drawingml/2006/main">
            <a:srgbClr val="AEA8A2"/>
          </a:solidFill>
        </p:spPr>
        <p:txBody>
          <a:bodyPr xmlns:a="http://schemas.openxmlformats.org/drawingml/2006/main" wrap="square" lIns="72000" tIns="72000" rIns="0">
            <a:noAutofit/>
          </a:bodyPr>
          <a:lstStyle xmlns:a="http://schemas.openxmlformats.org/drawingml/2006/main">
            <a:lvl1pPr algn="ctr">
              <a:buNone/>
              <a:defRPr sz="1400" b="0" i="0">
                <a:solidFill>
                  <a:srgbClr val="2A2F2F"/>
                </a:solidFill>
                <a:latin typeface="Oracle Sans Tab"/>
                <a:ea typeface="Oracle Sans Tab"/>
                <a:cs typeface="Oracle Sans Tab"/>
              </a:defRPr>
            </a:lvl1pPr>
          </a:lstStyle>
          <a:p xmlns:a="http://schemas.openxmlformats.org/drawingml/2006/main">
            <a:r>
              <a:t>Click to add photo or illustration</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97377"/>
            <a:ext cx="2743200" cy="363500"/>
          </a:xfrm>
        </p:spPr>
        <p:txBody>
          <a:bodyPr xmlns:a="http://schemas.openxmlformats.org/drawingml/2006/main"/>
          <a:lstStyle xmlns:a="http://schemas.openxmlformats.org/drawingml/2006/main"/>
          <a:p xmlns:a="http://schemas.openxmlformats.org/drawingml/2006/main">
            <a:r>
              <a:t>[Date]</a:t>
            </a:r>
          </a:p>
        </p:txBody>
      </p:sp>
      <p:sp>
        <p:nvSpPr>
          <p:cNvPr id="17" name="Rectangle 16">
            <a:extLst xmlns:a="http://schemas.openxmlformats.org/drawingml/2006/main">
              <a:ext uri="{FF2B5EF4-FFF2-40B4-BE49-F238E27FC236}">
                <a16:creationId xmlns:a16="http://schemas.microsoft.com/office/drawing/2014/main" id="{4C4BAD36-D319-E820-410D-209A9A879A6E}"/>
              </a:ext>
            </a:extLst>
          </p:cNvPr>
          <p:cNvSpPr>
            <a:spLocks xmlns:a="http://schemas.openxmlformats.org/drawingml/2006/main" noGrp="1"/>
          </p:cNvSpPr>
          <p:nvPr/>
        </p:nvSpPr>
        <p:spPr>
          <a:xfrm xmlns:a="http://schemas.openxmlformats.org/drawingml/2006/main">
            <a:off x="11399462" y="6450195"/>
            <a:ext cx="411480" cy="411480"/>
          </a:xfrm>
          <a:prstGeom xmlns:a="http://schemas.openxmlformats.org/drawingml/2006/main" prst="rect">
            <a:avLst/>
          </a:prstGeom>
          <a:solidFill xmlns:a="http://schemas.openxmlformats.org/drawingml/2006/main">
            <a:srgbClr val="B74237"/>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1" name="OTag"/>
          <p:cNvPicPr>
            <a:picLocks xmlns:a="http://schemas.openxmlformats.org/drawingml/2006/main" noChangeAspect="1"/>
          </p:cNvPicPr>
          <p:nvPr/>
        </p:nvPicPr>
        <p:blipFill>
          <a:blip xmlns:r="http://schemas.openxmlformats.org/officeDocument/2006/relationships" xmlns:a="http://schemas.openxmlformats.org/drawingml/2006/main" r:embed="Rb77075c0e4704da2"/>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9" name="Accent mark">
            <a:extLst xmlns:a="http://schemas.openxmlformats.org/drawingml/2006/main">
              <a:ext uri="{FF2B5EF4-FFF2-40B4-BE49-F238E27FC236}">
                <a16:creationId xmlns:a16="http://schemas.microsoft.com/office/drawing/2014/main" id="{EF7E4D86-EF60-0FEC-3E94-F74C96841A9C}"/>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Subhead">
            <a:extLst xmlns:a="http://schemas.openxmlformats.org/drawingml/2006/main">
              <a:ext uri="{FF2B5EF4-FFF2-40B4-BE49-F238E27FC236}">
                <a16:creationId xmlns:a16="http://schemas.microsoft.com/office/drawing/2014/main" id="{A763B6F6-4DFA-26D0-D8A9-4B0B1409391D}"/>
              </a:ext>
            </a:extLst>
          </p:cNvPr>
          <p:cNvSpPr>
            <a:spLocks xmlns:a="http://schemas.openxmlformats.org/drawingml/2006/main" noGrp="1"/>
          </p:cNvSpPr>
          <p:nvPr>
            <p:ph type="body" idx="33" hasCustomPrompt="1"/>
          </p:nvPr>
        </p:nvSpPr>
        <p:spPr>
          <a:xfrm xmlns:a="http://schemas.openxmlformats.org/drawingml/2006/main">
            <a:off x="776689" y="4135193"/>
            <a:ext cx="43891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Tree>
  </p:cSld>
</p:sldLayout>
</file>

<file path=ppt/slideLayouts/slideLayout16.xml><?xml version="1.0" encoding="utf-8"?>
<p:sldLayout xmlns:p="http://schemas.openxmlformats.org/presentationml/2006/main" preserve="1" userDrawn="1">
  <p:cSld name="Dark- Divider_Image">
    <p:bg>
      <p:bgRef idx="1001">
        <a:schemeClr xmlns:a="http://schemas.openxmlformats.org/drawingml/2006/main" val="bg2"/>
      </p:bgRef>
    </p:bg>
    <p:spTree>
      <p:nvGrpSpPr>
        <p:cNvPr id="1" name=""/>
        <p:cNvGrpSpPr/>
        <p:nvPr/>
      </p:nvGrpSpPr>
      <p:grpSpPr>
        <a:xfrm xmlns:a="http://schemas.openxmlformats.org/drawingml/2006/main"/>
      </p:grpSpPr>
      <p:sp>
        <p:nvSpPr>
          <p:cNvPr id="16" name="Picture Placeholder 15">
            <a:extLst xmlns:a="http://schemas.openxmlformats.org/drawingml/2006/main">
              <a:ext uri="{FF2B5EF4-FFF2-40B4-BE49-F238E27FC236}">
                <a16:creationId xmlns:a16="http://schemas.microsoft.com/office/drawing/2014/main" id="{7A66C82B-D6A6-34D6-659C-66E009B70507}"/>
              </a:ext>
            </a:extLst>
          </p:cNvPr>
          <p:cNvSpPr>
            <a:spLocks xmlns:a="http://schemas.openxmlformats.org/drawingml/2006/main" noGrp="1"/>
          </p:cNvSpPr>
          <p:nvPr>
            <p:ph type="pic" idx="34" hasCustomPrompt="1"/>
          </p:nvPr>
        </p:nvSpPr>
        <p:spPr>
          <a:xfrm xmlns:a="http://schemas.openxmlformats.org/drawingml/2006/main">
            <a:off x="6096000" y="0"/>
            <a:ext cx="6099048" cy="6858000"/>
          </a:xfrm>
          <a:custGeom xmlns:a="http://schemas.openxmlformats.org/drawingml/2006/main">
            <a:rect l="l" t="t" r="r" b="b"/>
            <a:pathLst>
              <a:path w="6096000" h="6858000">
                <a:moveTo>
                  <a:pt x="0" y="0"/>
                </a:moveTo>
                <a:lnTo>
                  <a:pt x="6096000" y="0"/>
                </a:lnTo>
                <a:lnTo>
                  <a:pt x="6096000" y="6858000"/>
                </a:lnTo>
                <a:lnTo>
                  <a:pt x="5699731" y="6858000"/>
                </a:lnTo>
                <a:lnTo>
                  <a:pt x="5699731" y="6464808"/>
                </a:lnTo>
                <a:lnTo>
                  <a:pt x="5306539" y="6464808"/>
                </a:lnTo>
                <a:lnTo>
                  <a:pt x="5306539" y="6858000"/>
                </a:lnTo>
                <a:lnTo>
                  <a:pt x="0" y="6858000"/>
                </a:lnTo>
                <a:close/>
              </a:path>
            </a:pathLst>
          </a:custGeom>
          <a:solidFill xmlns:a="http://schemas.openxmlformats.org/drawingml/2006/main">
            <a:srgbClr val="AEA8A2"/>
          </a:solidFill>
        </p:spPr>
        <p:txBody>
          <a:bodyPr xmlns:a="http://schemas.openxmlformats.org/drawingml/2006/main" wrap="square" lIns="72000" tIns="72000" rIns="0">
            <a:noAutofit/>
          </a:bodyPr>
          <a:lstStyle xmlns:a="http://schemas.openxmlformats.org/drawingml/2006/main">
            <a:lvl1pPr algn="ctr">
              <a:buNone/>
              <a:defRPr sz="1400" b="0" i="0">
                <a:solidFill>
                  <a:srgbClr val="2A2F2F"/>
                </a:solidFill>
                <a:latin typeface="Oracle Sans Tab"/>
                <a:ea typeface="Oracle Sans Tab"/>
                <a:cs typeface="Oracle Sans Tab"/>
              </a:defRPr>
            </a:lvl1pPr>
          </a:lstStyle>
          <a:p xmlns:a="http://schemas.openxmlformats.org/drawingml/2006/main">
            <a:r>
              <a:t>Click to add photo or illustration</a:t>
            </a:r>
          </a:p>
        </p:txBody>
      </p:sp>
      <p:sp>
        <p:nvSpPr>
          <p:cNvPr id="7" name="Title 5">
            <a:extLst xmlns:a="http://schemas.openxmlformats.org/drawingml/2006/main">
              <a:ext uri="{FF2B5EF4-FFF2-40B4-BE49-F238E27FC236}">
                <a16:creationId xmlns:a16="http://schemas.microsoft.com/office/drawing/2014/main" id="{DE8EE698-DD9E-FCA6-2E7D-4B8B85A548EA}"/>
              </a:ext>
            </a:extLst>
          </p:cNvPr>
          <p:cNvSpPr>
            <a:spLocks xmlns:a="http://schemas.openxmlformats.org/drawingml/2006/main" noGrp="1"/>
          </p:cNvSpPr>
          <p:nvPr>
            <p:ph type="title" idx="0" hasCustomPrompt="1"/>
          </p:nvPr>
        </p:nvSpPr>
        <p:spPr>
          <a:xfrm xmlns:a="http://schemas.openxmlformats.org/drawingml/2006/main">
            <a:off x="768871" y="2337132"/>
            <a:ext cx="43891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a:lnSpc>
                <a:spcPct val="100000"/>
              </a:lnSpc>
              <a:buNone/>
            </a:pPr>
            <a:r>
              <a:t>General divider with image</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938"/>
            <a:ext cx="2743200" cy="363500"/>
          </a:xfrm>
        </p:spPr>
        <p:txBody>
          <a:bodyPr xmlns:a="http://schemas.openxmlformats.org/drawingml/2006/main"/>
          <a:lstStyle xmlns:a="http://schemas.openxmlformats.org/drawingml/2006/main"/>
          <a:p xmlns:a="http://schemas.openxmlformats.org/drawingml/2006/main">
            <a:r>
              <a:t>[Date]</a:t>
            </a:r>
          </a:p>
        </p:txBody>
      </p:sp>
      <p:sp>
        <p:nvSpPr>
          <p:cNvPr id="17" name="Rectangle 16">
            <a:extLst xmlns:a="http://schemas.openxmlformats.org/drawingml/2006/main">
              <a:ext uri="{FF2B5EF4-FFF2-40B4-BE49-F238E27FC236}">
                <a16:creationId xmlns:a16="http://schemas.microsoft.com/office/drawing/2014/main" id="{4C4BAD36-D319-E820-410D-209A9A879A6E}"/>
              </a:ext>
            </a:extLst>
          </p:cNvPr>
          <p:cNvSpPr>
            <a:spLocks xmlns:a="http://schemas.openxmlformats.org/drawingml/2006/main" noGrp="1"/>
          </p:cNvSpPr>
          <p:nvPr/>
        </p:nvSpPr>
        <p:spPr>
          <a:xfrm xmlns:a="http://schemas.openxmlformats.org/drawingml/2006/main">
            <a:off x="11399462" y="6450195"/>
            <a:ext cx="411480" cy="411480"/>
          </a:xfrm>
          <a:prstGeom xmlns:a="http://schemas.openxmlformats.org/drawingml/2006/main" prst="rect">
            <a:avLst/>
          </a:prstGeom>
          <a:solidFill xmlns:a="http://schemas.openxmlformats.org/drawingml/2006/main">
            <a:srgbClr val="B74237"/>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2" name="OTag"/>
          <p:cNvPicPr>
            <a:picLocks xmlns:a="http://schemas.openxmlformats.org/drawingml/2006/main" noChangeAspect="1"/>
          </p:cNvPicPr>
          <p:nvPr/>
        </p:nvPicPr>
        <p:blipFill>
          <a:blip xmlns:r="http://schemas.openxmlformats.org/officeDocument/2006/relationships" xmlns:a="http://schemas.openxmlformats.org/drawingml/2006/main" r:embed="R1086eb936b4747c0"/>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D8947E02-814A-79D0-C68B-4A7749394CC0}"/>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ubhead">
            <a:extLst xmlns:a="http://schemas.openxmlformats.org/drawingml/2006/main">
              <a:ext uri="{FF2B5EF4-FFF2-40B4-BE49-F238E27FC236}">
                <a16:creationId xmlns:a16="http://schemas.microsoft.com/office/drawing/2014/main" id="{C91DD99A-805D-7654-58A3-D6532DB17964}"/>
              </a:ext>
            </a:extLst>
          </p:cNvPr>
          <p:cNvSpPr>
            <a:spLocks xmlns:a="http://schemas.openxmlformats.org/drawingml/2006/main" noGrp="1"/>
          </p:cNvSpPr>
          <p:nvPr>
            <p:ph type="body" idx="33" hasCustomPrompt="1"/>
          </p:nvPr>
        </p:nvSpPr>
        <p:spPr>
          <a:xfrm xmlns:a="http://schemas.openxmlformats.org/drawingml/2006/main">
            <a:off x="776689" y="4135193"/>
            <a:ext cx="43891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Tree>
  </p:cSld>
</p:sldLayout>
</file>

<file path=ppt/slideLayouts/slideLayout17.xml><?xml version="1.0" encoding="utf-8"?>
<p:sldLayout xmlns:p="http://schemas.openxmlformats.org/presentationml/2006/main" preserve="1" userDrawn="1">
  <p:cSld name="Light - Divider">
    <p:bg>
      <p:bgPr>
        <a:blipFill xmlns:a="http://schemas.openxmlformats.org/drawingml/2006/main" rotWithShape="1">
          <a:blip xmlns:r="http://schemas.openxmlformats.org/officeDocument/2006/relationships" r:embed="Ra5d419af7b81463a">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789F089-C8C8-AD9E-8C9E-E12DE8E679BF}"/>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7698EDA6-BDA7-E689-E9CF-BD4E37893702}"/>
              </a:ext>
            </a:extLst>
          </p:cNvPr>
          <p:cNvSpPr>
            <a:spLocks xmlns:a="http://schemas.openxmlformats.org/drawingml/2006/main" noGrp="1"/>
          </p:cNvSpPr>
          <p:nvPr>
            <p:ph type="body" idx="33" hasCustomPrompt="1"/>
          </p:nvPr>
        </p:nvSpPr>
        <p:spPr>
          <a:xfrm xmlns:a="http://schemas.openxmlformats.org/drawingml/2006/main">
            <a:off x="776689" y="4135193"/>
            <a:ext cx="62179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3FBA7AF-1061-9E4C-9196-2D8F59748DFB}"/>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8.xml><?xml version="1.0" encoding="utf-8"?>
<p:sldLayout xmlns:p="http://schemas.openxmlformats.org/presentationml/2006/main" preserve="1" userDrawn="1">
  <p:cSld name="Dark - Divider">
    <p:bg>
      <p:bgPr>
        <a:blipFill xmlns:a="http://schemas.openxmlformats.org/drawingml/2006/main" rotWithShape="1">
          <a:blip xmlns:r="http://schemas.openxmlformats.org/officeDocument/2006/relationships" r:embed="R163ff69f1f744c25">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232B6FB-CB36-8E10-0171-4DD434FB37AC}"/>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FCC5560E-F594-D1CD-5CDD-54514D4DAED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9.xml><?xml version="1.0" encoding="utf-8"?>
<p:sldLayout xmlns:p="http://schemas.openxmlformats.org/presentationml/2006/main" preserve="1" userDrawn="1">
  <p:cSld name="Light - Divider - 2">
    <p:bg>
      <p:bgPr>
        <a:blipFill xmlns:a="http://schemas.openxmlformats.org/drawingml/2006/main" rotWithShape="1">
          <a:blip xmlns:r="http://schemas.openxmlformats.org/officeDocument/2006/relationships" r:embed="R024f062d0c074892">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789F089-C8C8-AD9E-8C9E-E12DE8E679BF}"/>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7698EDA6-BDA7-E689-E9CF-BD4E37893702}"/>
              </a:ext>
            </a:extLst>
          </p:cNvPr>
          <p:cNvSpPr>
            <a:spLocks xmlns:a="http://schemas.openxmlformats.org/drawingml/2006/main" noGrp="1"/>
          </p:cNvSpPr>
          <p:nvPr>
            <p:ph type="body" idx="33" hasCustomPrompt="1"/>
          </p:nvPr>
        </p:nvSpPr>
        <p:spPr>
          <a:xfrm xmlns:a="http://schemas.openxmlformats.org/drawingml/2006/main">
            <a:off x="776689" y="4135193"/>
            <a:ext cx="62179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3FBA7AF-1061-9E4C-9196-2D8F59748DFB}"/>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0.xml><?xml version="1.0" encoding="utf-8"?>
<p:sldLayout xmlns:p="http://schemas.openxmlformats.org/presentationml/2006/main" preserve="1" userDrawn="1">
  <p:cSld name="Dark - Divider - 2">
    <p:bg>
      <p:bgPr>
        <a:blipFill xmlns:a="http://schemas.openxmlformats.org/drawingml/2006/main" rotWithShape="1">
          <a:blip xmlns:r="http://schemas.openxmlformats.org/officeDocument/2006/relationships" r:embed="R1bab75785d7d47bd">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232B6FB-CB36-8E10-0171-4DD434FB37AC}"/>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FCC5560E-F594-D1CD-5CDD-54514D4DAED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1.xml><?xml version="1.0" encoding="utf-8"?>
<p:sldLayout xmlns:p="http://schemas.openxmlformats.org/presentationml/2006/main" preserve="1" userDrawn="1">
  <p:cSld name="Divider_3">
    <p:bg>
      <p:bgPr>
        <a:blipFill xmlns:a="http://schemas.openxmlformats.org/drawingml/2006/main" rotWithShape="1">
          <a:blip xmlns:r="http://schemas.openxmlformats.org/officeDocument/2006/relationships" r:embed="Rf172ca26c560427d">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Health &amp; Life Sciences </a:t>
            </a:r>
            <a:br/>
            <a:r>
              <a:t>section title</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B4CEE7C3-7EA8-C568-7AA2-03C7BCB4D72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2.xml><?xml version="1.0" encoding="utf-8"?>
<p:sldLayout xmlns:p="http://schemas.openxmlformats.org/presentationml/2006/main" preserve="1" userDrawn="1">
  <p:cSld name="Divider_4">
    <p:bg>
      <p:bgPr>
        <a:blipFill xmlns:a="http://schemas.openxmlformats.org/drawingml/2006/main" rotWithShape="1">
          <a:blip xmlns:r="http://schemas.openxmlformats.org/officeDocument/2006/relationships" r:embed="R1d7c2b3a11a748dc">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Fusion Suite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C6A04EFB-5851-0CBD-D5AD-B20EA6137C7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3.xml><?xml version="1.0" encoding="utf-8"?>
<p:sldLayout xmlns:p="http://schemas.openxmlformats.org/presentationml/2006/main" preserve="1" userDrawn="1">
  <p:cSld name="Divider_5">
    <p:bg>
      <p:bgPr>
        <a:blipFill xmlns:a="http://schemas.openxmlformats.org/drawingml/2006/main" rotWithShape="1">
          <a:blip xmlns:r="http://schemas.openxmlformats.org/officeDocument/2006/relationships" r:embed="R34e5a99f7b3f4794">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a:lnSpc>
                <a:spcPct val="100000"/>
              </a:lnSpc>
              <a:buNone/>
            </a:pPr>
            <a:r>
              <a:t>SCM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61CB4AAC-156D-8F42-3B43-592451DF558D}"/>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4.xml><?xml version="1.0" encoding="utf-8"?>
<p:sldLayout xmlns:p="http://schemas.openxmlformats.org/presentationml/2006/main" preserve="1" userDrawn="1">
  <p:cSld name="Divider_6">
    <p:bg>
      <p:bgPr>
        <a:blipFill xmlns:a="http://schemas.openxmlformats.org/drawingml/2006/main" rotWithShape="1">
          <a:blip xmlns:r="http://schemas.openxmlformats.org/officeDocument/2006/relationships" r:embed="R7a2796fafb0b42ee">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a:lnSpc>
                <a:spcPct val="100000"/>
              </a:lnSpc>
              <a:buNone/>
            </a:pPr>
            <a:r>
              <a:t>ERP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BADA839C-E71A-1637-3B8E-ADCB8BC4BE7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5.xml><?xml version="1.0" encoding="utf-8"?>
<p:sldLayout xmlns:p="http://schemas.openxmlformats.org/presentationml/2006/main" preserve="1" userDrawn="1">
  <p:cSld name="Divider_7">
    <p:bg>
      <p:bgPr>
        <a:blipFill xmlns:a="http://schemas.openxmlformats.org/drawingml/2006/main" rotWithShape="1">
          <a:blip xmlns:r="http://schemas.openxmlformats.org/officeDocument/2006/relationships" r:embed="Rd7da5b2c91c24714">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HCM Section </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AD2D13D9-5F9B-66C0-EF23-46B9931F9314}"/>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6.xml><?xml version="1.0" encoding="utf-8"?>
<p:sldLayout xmlns:p="http://schemas.openxmlformats.org/presentationml/2006/main" preserve="1" userDrawn="1">
  <p:cSld name="Divider_8">
    <p:bg>
      <p:bgPr>
        <a:blipFill xmlns:a="http://schemas.openxmlformats.org/drawingml/2006/main" rotWithShape="1">
          <a:blip xmlns:r="http://schemas.openxmlformats.org/officeDocument/2006/relationships" r:embed="R15bc28544d8d4b2b">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CX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FE68091-5CE6-8692-5C8A-45B15B0580ED}"/>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7.xml><?xml version="1.0" encoding="utf-8"?>
<p:sldLayout xmlns:p="http://schemas.openxmlformats.org/presentationml/2006/main" preserve="1" userDrawn="1">
  <p:cSld name="Divider_9">
    <p:bg>
      <p:bgPr>
        <a:blipFill xmlns:a="http://schemas.openxmlformats.org/drawingml/2006/main" rotWithShape="1">
          <a:blip xmlns:r="http://schemas.openxmlformats.org/officeDocument/2006/relationships" r:embed="R7744d6a2ceb047fe">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OCI and database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4364F74D-D1B7-957A-69E2-40ADCE3043E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8.xml><?xml version="1.0" encoding="utf-8"?>
<p:sldLayout xmlns:p="http://schemas.openxmlformats.org/presentationml/2006/main" preserve="1" userDrawn="1">
  <p:cSld name="Divider_10">
    <p:bg>
      <p:bgPr>
        <a:blipFill xmlns:a="http://schemas.openxmlformats.org/drawingml/2006/main" rotWithShape="1">
          <a:blip xmlns:r="http://schemas.openxmlformats.org/officeDocument/2006/relationships" r:embed="R42854125781244f7">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Dev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C6A04EFB-5851-0CBD-D5AD-B20EA6137C7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9.xml><?xml version="1.0" encoding="utf-8"?>
<p:sldLayout xmlns:p="http://schemas.openxmlformats.org/presentationml/2006/main" preserve="1" userDrawn="1">
  <p:cSld name="Dark - Impact Statement">
    <p:bg>
      <p:bgPr>
        <a:blipFill xmlns:a="http://schemas.openxmlformats.org/drawingml/2006/main" rotWithShape="1">
          <a:blip xmlns:r="http://schemas.openxmlformats.org/officeDocument/2006/relationships" r:embed="Rf651a008232547b5">
            <a:lum/>
          </a:blip>
          <a:srcRect l="0" t="0" r="0" b="0"/>
          <a:stretch>
            <a:fillRect l="0" t="0" r="0" b="0"/>
          </a:stretch>
        </a:blipFill>
      </p:bgPr>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a:xfrm xmlns:a="http://schemas.openxmlformats.org/drawingml/2006/main">
            <a:off x="768875" y="3017520"/>
            <a:ext cx="8686800" cy="822960"/>
          </a:xfrm>
        </p:spPr>
        <p:txBody>
          <a:bodyPr xmlns:a="http://schemas.openxmlformats.org/drawingml/2006/main" anchor="ctr"/>
          <a:lstStyle xmlns:a="http://schemas.openxmlformats.org/drawingml/2006/main">
            <a:lvl1pPr>
              <a:lnSpc>
                <a:spcPct val="100000"/>
              </a:lnSpc>
              <a:buNone/>
              <a:defRPr sz="3600" b="1" i="0">
                <a:latin typeface="Oracle Sans Tab"/>
                <a:ea typeface="Oracle Sans Tab"/>
                <a:cs typeface="Oracle Sans Tab"/>
              </a:defRPr>
            </a:lvl1pPr>
          </a:lstStyle>
          <a:p xmlns:a="http://schemas.openxmlformats.org/drawingml/2006/main">
            <a:r>
              <a:t>Title</a:t>
            </a:r>
          </a:p>
        </p:txBody>
      </p:sp>
      <p:pic>
        <p:nvPicPr>
          <p:cNvPr id="14" name="OTag"/>
          <p:cNvPicPr>
            <a:picLocks xmlns:a="http://schemas.openxmlformats.org/drawingml/2006/main" noChangeAspect="1"/>
          </p:cNvPicPr>
          <p:nvPr/>
        </p:nvPicPr>
        <p:blipFill>
          <a:blip xmlns:r="http://schemas.openxmlformats.org/officeDocument/2006/relationships" xmlns:a="http://schemas.openxmlformats.org/drawingml/2006/main" r:embed="R57f04893383f4a55"/>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6" name="Date Placeholder 5">
            <a:extLst xmlns:a="http://schemas.openxmlformats.org/drawingml/2006/main">
              <a:ext uri="{FF2B5EF4-FFF2-40B4-BE49-F238E27FC236}">
                <a16:creationId xmlns:a16="http://schemas.microsoft.com/office/drawing/2014/main" id="{1C75E825-1755-C85C-9F73-52540B5AF40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F25DEF61-35F4-51A6-8D78-4A4D7BF2846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E0144950-1DA0-4423-9F0C-53EA2D4BD94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30.xml><?xml version="1.0" encoding="utf-8"?>
<p:sldLayout xmlns:p="http://schemas.openxmlformats.org/presentationml/2006/main" preserve="1" userDrawn="1">
  <p:cSld name="Light - Impact Statement">
    <p:bg>
      <p:bgPr>
        <a:blipFill xmlns:a="http://schemas.openxmlformats.org/drawingml/2006/main" rotWithShape="1">
          <a:blip xmlns:r="http://schemas.openxmlformats.org/officeDocument/2006/relationships" r:embed="R33c26c46ad2e4780">
            <a:lum/>
          </a:blip>
          <a:srcRect l="0" t="0" r="0" b="0"/>
          <a:stretch>
            <a:fillRect l="0" t="0" r="0" b="0"/>
          </a:stretch>
        </a:blipFill>
      </p:bgPr>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a:xfrm xmlns:a="http://schemas.openxmlformats.org/drawingml/2006/main">
            <a:off x="768875" y="3017520"/>
            <a:ext cx="8686800" cy="822960"/>
          </a:xfrm>
        </p:spPr>
        <p:txBody>
          <a:bodyPr xmlns:a="http://schemas.openxmlformats.org/drawingml/2006/main" anchor="ctr"/>
          <a:lstStyle xmlns:a="http://schemas.openxmlformats.org/drawingml/2006/main">
            <a:lvl1pPr>
              <a:lnSpc>
                <a:spcPct val="100000"/>
              </a:lnSpc>
              <a:buNone/>
              <a:defRPr sz="3600" b="1" i="0">
                <a:latin typeface="Oracle Sans Tab"/>
                <a:ea typeface="Oracle Sans Tab"/>
                <a:cs typeface="Oracle Sans Tab"/>
              </a:defRPr>
            </a:lvl1pPr>
          </a:lstStyle>
          <a:p xmlns:a="http://schemas.openxmlformats.org/drawingml/2006/main">
            <a:r>
              <a:t>Title</a:t>
            </a:r>
          </a:p>
        </p:txBody>
      </p:sp>
      <p:pic>
        <p:nvPicPr>
          <p:cNvPr id="14" name="OTag"/>
          <p:cNvPicPr>
            <a:picLocks xmlns:a="http://schemas.openxmlformats.org/drawingml/2006/main" noChangeAspect="1"/>
          </p:cNvPicPr>
          <p:nvPr/>
        </p:nvPicPr>
        <p:blipFill>
          <a:blip xmlns:r="http://schemas.openxmlformats.org/officeDocument/2006/relationships" xmlns:a="http://schemas.openxmlformats.org/drawingml/2006/main" r:embed="R95775d565672453e"/>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3" name="Date Placeholder 2">
            <a:extLst xmlns:a="http://schemas.openxmlformats.org/drawingml/2006/main">
              <a:ext uri="{FF2B5EF4-FFF2-40B4-BE49-F238E27FC236}">
                <a16:creationId xmlns:a16="http://schemas.microsoft.com/office/drawing/2014/main" id="{31F5A6D6-D610-841C-9A6B-81C3E68A8F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4E0CD33F-6317-093A-85AB-D6D4CEC924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20743594-3814-B7CF-E650-23C8F9C6429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spTree>
  </p:cSld>
</p:sldLayout>
</file>

<file path=ppt/slideLayouts/slideLayout31.xml><?xml version="1.0" encoding="utf-8"?>
<p:sldLayout xmlns:p="http://schemas.openxmlformats.org/presentationml/2006/main" preserve="1" userDrawn="1">
  <p:cSld name="Dark - Quote with Data Texture Background">
    <p:bg>
      <p:bgPr>
        <a:solidFill xmlns:a="http://schemas.openxmlformats.org/drawingml/2006/main">
          <a:schemeClr val="bg2"/>
        </a:solidFill>
      </p:bgPr>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2B525FB2-1105-4B12-B35F-60F4BFB07A2F}"/>
              </a:ext>
            </a:extLst>
          </p:cNvPr>
          <p:cNvSpPr>
            <a:spLocks xmlns:a="http://schemas.openxmlformats.org/drawingml/2006/main" noGrp="1"/>
          </p:cNvSpPr>
          <p:nvPr>
            <p:ph type="title" idx="0" hasCustomPrompt="1"/>
          </p:nvPr>
        </p:nvSpPr>
        <p:spPr>
          <a:xfrm xmlns:a="http://schemas.openxmlformats.org/drawingml/2006/main">
            <a:off x="585926" y="1828800"/>
            <a:ext cx="8232149" cy="2026447"/>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marL="184150" indent="-184150">
              <a:lnSpc>
                <a:spcPct val="100000"/>
              </a:lnSpc>
              <a:buNone/>
              <a:defRPr sz="3200" b="0" i="0">
                <a:solidFill>
                  <a:schemeClr val="tx1"/>
                </a:solidFill>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B09058E5-A74E-C340-89D0-4D15C2F3B8D0}"/>
              </a:ext>
            </a:extLst>
          </p:cNvPr>
          <p:cNvSpPr>
            <a:spLocks xmlns:a="http://schemas.openxmlformats.org/drawingml/2006/main" noGrp="1"/>
          </p:cNvSpPr>
          <p:nvPr>
            <p:ph type="body" idx="37" hasCustomPrompt="1"/>
          </p:nvPr>
        </p:nvSpPr>
        <p:spPr>
          <a:xfrm xmlns:a="http://schemas.openxmlformats.org/drawingml/2006/main">
            <a:off x="761999" y="4540249"/>
            <a:ext cx="533399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solidFill>
                  <a:schemeClr val="tx1"/>
                </a:solidFill>
              </a:defRPr>
            </a:lvl1pPr>
          </a:lstStyle>
          <a:p xmlns:a="http://schemas.openxmlformats.org/drawingml/2006/main">
            <a:pPr>
              <a:buNone/>
            </a:pPr>
            <a:r>
              <a:t>Name of person quoted</a:t>
            </a:r>
          </a:p>
        </p:txBody>
      </p:sp>
      <p:sp>
        <p:nvSpPr>
          <p:cNvPr id="12" name="Text Field 2">
            <a:extLst xmlns:a="http://schemas.openxmlformats.org/drawingml/2006/main">
              <a:ext uri="{FF2B5EF4-FFF2-40B4-BE49-F238E27FC236}">
                <a16:creationId xmlns:a16="http://schemas.microsoft.com/office/drawing/2014/main" id="{36C31D35-A48A-6B46-A3DB-FDB99CCA72F4}"/>
              </a:ext>
            </a:extLst>
          </p:cNvPr>
          <p:cNvSpPr>
            <a:spLocks xmlns:a="http://schemas.openxmlformats.org/drawingml/2006/main" noGrp="1"/>
          </p:cNvSpPr>
          <p:nvPr>
            <p:ph type="body" idx="36" hasCustomPrompt="1"/>
          </p:nvPr>
        </p:nvSpPr>
        <p:spPr>
          <a:xfrm xmlns:a="http://schemas.openxmlformats.org/drawingml/2006/main">
            <a:off x="761999" y="4877842"/>
            <a:ext cx="5333999"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solidFill>
                  <a:schemeClr val="tx1"/>
                </a:solidFill>
              </a:defRPr>
            </a:lvl1pPr>
          </a:lstStyle>
          <a:p xmlns:a="http://schemas.openxmlformats.org/drawingml/2006/main">
            <a:pPr>
              <a:buNone/>
            </a:pPr>
            <a:r>
              <a:t>Additional information if needed</a:t>
            </a:r>
          </a:p>
        </p:txBody>
      </p:sp>
      <p:sp>
        <p:nvSpPr>
          <p:cNvPr id="3" name="Content Placeholder 2">
            <a:extLst xmlns:a="http://schemas.openxmlformats.org/drawingml/2006/main">
              <a:ext uri="{FF2B5EF4-FFF2-40B4-BE49-F238E27FC236}">
                <a16:creationId xmlns:a16="http://schemas.microsoft.com/office/drawing/2014/main" id="{37E74DE0-55D3-42EA-9474-DC8A5193EF88}"/>
              </a:ext>
            </a:extLst>
          </p:cNvPr>
          <p:cNvSpPr>
            <a:spLocks xmlns:a="http://schemas.openxmlformats.org/drawingml/2006/main" noGrp="1"/>
          </p:cNvSpPr>
          <p:nvPr>
            <p:ph idx="45" hasCustomPrompt="1"/>
          </p:nvPr>
        </p:nvSpPr>
        <p:spPr>
          <a:xfrm xmlns:a="http://schemas.openxmlformats.org/drawingml/2006/main">
            <a:off x="701099" y="1143798"/>
            <a:ext cx="2447584" cy="673743"/>
          </a:xfrm>
        </p:spPr>
        <p:txBody>
          <a:bodyPr xmlns:a="http://schemas.openxmlformats.org/drawingml/2006/main"/>
          <a:lstStyle xmlns:a="http://schemas.openxmlformats.org/drawingml/2006/main">
            <a:lvl1pPr>
              <a:buNone/>
              <a:defRPr>
                <a:solidFill>
                  <a:schemeClr val="tx1"/>
                </a:solidFill>
              </a:defRPr>
            </a:lvl1pPr>
            <a:lvl5pPr marL="731520" indent="0">
              <a:buNone/>
              <a:defRPr/>
            </a:lvl5pPr>
          </a:lstStyle>
          <a:p xmlns:a="http://schemas.openxmlformats.org/drawingml/2006/main">
            <a:pPr>
              <a:buNone/>
            </a:pPr>
            <a:r>
              <a:t>Click to add logo</a:t>
            </a:r>
          </a:p>
        </p:txBody>
      </p:sp>
      <p:sp>
        <p:nvSpPr>
          <p:cNvPr id="5" name="Accent mark">
            <a:extLst xmlns:a="http://schemas.openxmlformats.org/drawingml/2006/main">
              <a:ext uri="{FF2B5EF4-FFF2-40B4-BE49-F238E27FC236}">
                <a16:creationId xmlns:a16="http://schemas.microsoft.com/office/drawing/2014/main" id="{E30FF1A2-459E-3E06-ED1E-7EEEFE917498}"/>
              </a:ext>
            </a:extLst>
          </p:cNvPr>
          <p:cNvSpPr>
            <a:spLocks xmlns:a="http://schemas.openxmlformats.org/drawingml/2006/main" noGrp="1"/>
          </p:cNvSpPr>
          <p:nvPr/>
        </p:nvSpPr>
        <p:spPr>
          <a:xfrm xmlns:a="http://schemas.openxmlformats.org/drawingml/2006/main">
            <a:off x="762000" y="4142224"/>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9" name="Graphic 5"/>
          <p:cNvPicPr>
            <a:picLocks xmlns:a="http://schemas.openxmlformats.org/drawingml/2006/main" noChangeAspect="1"/>
          </p:cNvPicPr>
          <p:nvPr/>
        </p:nvPicPr>
        <p:blipFill>
          <a:blip xmlns:r="http://schemas.openxmlformats.org/officeDocument/2006/relationships" xmlns:a="http://schemas.openxmlformats.org/drawingml/2006/main" r:embed="Rf12ba9752d784dbd">
            <a:extLst>
              <a:ext uri="{96DAC541-7B7A-43D3-8B79-37D633B846F1}">
                <asvg:svgBlip xmlns:asvg="http://schemas.microsoft.com/office/drawing/2016/SVG/main" r:embed="Rada6dbd3d8244a3a"/>
              </a:ext>
            </a:extLst>
          </a:blip>
          <a:srcRect xmlns:a="http://schemas.openxmlformats.org/drawingml/2006/main" l="5687" t="0" r="0" b="27270"/>
          <a:stretch xmlns:a="http://schemas.openxmlformats.org/drawingml/2006/main"/>
        </p:blipFill>
        <p:spPr>
          <a:xfrm xmlns:a="http://schemas.openxmlformats.org/drawingml/2006/main">
            <a:off x="4188201" y="1"/>
            <a:ext cx="8003799" cy="4114800"/>
          </a:xfrm>
          <a:prstGeom xmlns:a="http://schemas.openxmlformats.org/drawingml/2006/main" prst="rect">
            <a:avLst/>
          </a:prstGeom>
        </p:spPr>
      </p:pic>
      <p:sp>
        <p:nvSpPr>
          <p:cNvPr id="2" name="Slide Number Placeholder 5">
            <a:extLst xmlns:a="http://schemas.openxmlformats.org/drawingml/2006/main">
              <a:ext uri="{FF2B5EF4-FFF2-40B4-BE49-F238E27FC236}">
                <a16:creationId xmlns:a16="http://schemas.microsoft.com/office/drawing/2014/main" id="{D92ED729-B6BB-5F04-D6BE-2AA16AEB2063}"/>
              </a:ext>
            </a:extLst>
          </p:cNvPr>
          <p:cNvSpPr>
            <a:spLocks xmlns:a="http://schemas.openxmlformats.org/drawingml/2006/main" noGrp="1"/>
          </p:cNvSpPr>
          <p:nvPr/>
        </p:nvSpPr>
        <p:spPr>
          <a:xfrm xmlns:a="http://schemas.openxmlformats.org/drawingml/2006/main">
            <a:off x="762000" y="6423660"/>
            <a:ext cx="365760" cy="36576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marL="0" algn="l">
              <a:buNone/>
              <a:defRPr sz="800">
                <a:solidFill>
                  <a:srgbClr val="514C47"/>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xmlns:a="http://schemas.openxmlformats.org/drawingml/2006/main">
            <a:fld id="{345D60D9-5372-5F40-9443-0F9AE5BDC3C8}" type="slidenum">
              <a:rPr>
                <a:solidFill>
                  <a:srgbClr val="AEA8A2"/>
                </a:solidFill>
              </a:rPr>
              <a:t>‹#›</a:t>
            </a:fld>
          </a:p>
        </p:txBody>
      </p:sp>
      <p:sp>
        <p:nvSpPr>
          <p:cNvPr id="8" name="Date Placeholder 7">
            <a:extLst xmlns:a="http://schemas.openxmlformats.org/drawingml/2006/main">
              <a:ext uri="{FF2B5EF4-FFF2-40B4-BE49-F238E27FC236}">
                <a16:creationId xmlns:a16="http://schemas.microsoft.com/office/drawing/2014/main" id="{E0F21C53-88D5-7649-CEA0-E8DBFD02E7C0}"/>
              </a:ext>
            </a:extLst>
          </p:cNvPr>
          <p:cNvSpPr>
            <a:spLocks xmlns:a="http://schemas.openxmlformats.org/drawingml/2006/main" noGrp="1"/>
          </p:cNvSpPr>
          <p:nvPr>
            <p:ph type="dt" idx="4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F868F188-91AB-2423-07D7-B95B068AB50F}"/>
              </a:ext>
            </a:extLst>
          </p:cNvPr>
          <p:cNvSpPr>
            <a:spLocks xmlns:a="http://schemas.openxmlformats.org/drawingml/2006/main" noGrp="1"/>
          </p:cNvSpPr>
          <p:nvPr>
            <p:ph type="ftr" idx="4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32706A8-5892-88CD-5CFD-3D54681F7291}"/>
              </a:ext>
            </a:extLst>
          </p:cNvPr>
          <p:cNvSpPr>
            <a:spLocks xmlns:a="http://schemas.openxmlformats.org/drawingml/2006/main" noGrp="1"/>
          </p:cNvSpPr>
          <p:nvPr>
            <p:ph type="sldNum" idx="4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32.xml><?xml version="1.0" encoding="utf-8"?>
<p:sldLayout xmlns:p="http://schemas.openxmlformats.org/presentationml/2006/main" preserve="1" userDrawn="1">
  <p:cSld name="Light - Quote with Data Texture Background">
    <p:bg>
      <p:bgRef idx="1001">
        <a:schemeClr xmlns:a="http://schemas.openxmlformats.org/drawingml/2006/main" val="bg2"/>
      </p:bgRef>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2B525FB2-1105-4B12-B35F-60F4BFB07A2F}"/>
              </a:ext>
            </a:extLst>
          </p:cNvPr>
          <p:cNvSpPr>
            <a:spLocks xmlns:a="http://schemas.openxmlformats.org/drawingml/2006/main" noGrp="1"/>
          </p:cNvSpPr>
          <p:nvPr>
            <p:ph type="title" idx="0" hasCustomPrompt="1"/>
          </p:nvPr>
        </p:nvSpPr>
        <p:spPr>
          <a:xfrm xmlns:a="http://schemas.openxmlformats.org/drawingml/2006/main">
            <a:off x="585926" y="1828800"/>
            <a:ext cx="8232149" cy="2026447"/>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marL="184150" indent="-184150">
              <a:lnSpc>
                <a:spcPct val="100000"/>
              </a:lnSpc>
              <a:buNone/>
              <a:defRPr sz="32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B09058E5-A74E-C340-89D0-4D15C2F3B8D0}"/>
              </a:ext>
            </a:extLst>
          </p:cNvPr>
          <p:cNvSpPr>
            <a:spLocks xmlns:a="http://schemas.openxmlformats.org/drawingml/2006/main" noGrp="1"/>
          </p:cNvSpPr>
          <p:nvPr>
            <p:ph type="body" idx="37" hasCustomPrompt="1"/>
          </p:nvPr>
        </p:nvSpPr>
        <p:spPr>
          <a:xfrm xmlns:a="http://schemas.openxmlformats.org/drawingml/2006/main">
            <a:off x="761999" y="4540249"/>
            <a:ext cx="533399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2" name="Text Field 2">
            <a:extLst xmlns:a="http://schemas.openxmlformats.org/drawingml/2006/main">
              <a:ext uri="{FF2B5EF4-FFF2-40B4-BE49-F238E27FC236}">
                <a16:creationId xmlns:a16="http://schemas.microsoft.com/office/drawing/2014/main" id="{36C31D35-A48A-6B46-A3DB-FDB99CCA72F4}"/>
              </a:ext>
            </a:extLst>
          </p:cNvPr>
          <p:cNvSpPr>
            <a:spLocks xmlns:a="http://schemas.openxmlformats.org/drawingml/2006/main" noGrp="1"/>
          </p:cNvSpPr>
          <p:nvPr>
            <p:ph type="body" idx="36" hasCustomPrompt="1"/>
          </p:nvPr>
        </p:nvSpPr>
        <p:spPr>
          <a:xfrm xmlns:a="http://schemas.openxmlformats.org/drawingml/2006/main">
            <a:off x="761999" y="4877842"/>
            <a:ext cx="5333999"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768D3CF0-D6A4-3493-A61E-C80959981BE3}"/>
              </a:ext>
            </a:extLst>
          </p:cNvPr>
          <p:cNvSpPr>
            <a:spLocks xmlns:a="http://schemas.openxmlformats.org/drawingml/2006/main" noGrp="1"/>
          </p:cNvSpPr>
          <p:nvPr>
            <p:ph idx="45" hasCustomPrompt="1"/>
          </p:nvPr>
        </p:nvSpPr>
        <p:spPr>
          <a:xfrm xmlns:a="http://schemas.openxmlformats.org/drawingml/2006/main">
            <a:off x="701099" y="1143798"/>
            <a:ext cx="2447584" cy="673743"/>
          </a:xfrm>
        </p:spPr>
        <p:txBody>
          <a:bodyPr xmlns:a="http://schemas.openxmlformats.org/drawingml/2006/main"/>
          <a:lstStyle xmlns:a="http://schemas.openxmlformats.org/drawingml/2006/main">
            <a:lvl1pPr>
              <a:buNone/>
              <a:defRPr>
                <a:solidFill>
                  <a:schemeClr val="tx1"/>
                </a:solidFill>
              </a:defRPr>
            </a:lvl1pPr>
            <a:lvl5pPr marL="731520" indent="0">
              <a:buNone/>
              <a:defRPr/>
            </a:lvl5pPr>
          </a:lstStyle>
          <a:p xmlns:a="http://schemas.openxmlformats.org/drawingml/2006/main">
            <a:pPr>
              <a:buNone/>
            </a:pPr>
            <a:r>
              <a:t>Click to add logo</a:t>
            </a:r>
          </a:p>
        </p:txBody>
      </p:sp>
      <p:sp>
        <p:nvSpPr>
          <p:cNvPr id="3" name="Accent mark">
            <a:extLst xmlns:a="http://schemas.openxmlformats.org/drawingml/2006/main">
              <a:ext uri="{FF2B5EF4-FFF2-40B4-BE49-F238E27FC236}">
                <a16:creationId xmlns:a16="http://schemas.microsoft.com/office/drawing/2014/main" id="{9CBADFAD-5852-9F31-3F6B-B4A294448DE2}"/>
              </a:ext>
            </a:extLst>
          </p:cNvPr>
          <p:cNvSpPr>
            <a:spLocks xmlns:a="http://schemas.openxmlformats.org/drawingml/2006/main" noGrp="1"/>
          </p:cNvSpPr>
          <p:nvPr/>
        </p:nvSpPr>
        <p:spPr>
          <a:xfrm xmlns:a="http://schemas.openxmlformats.org/drawingml/2006/main">
            <a:off x="762000" y="4142224"/>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9" name="Graphic 6"/>
          <p:cNvPicPr>
            <a:picLocks xmlns:a="http://schemas.openxmlformats.org/drawingml/2006/main" noChangeAspect="1"/>
          </p:cNvPicPr>
          <p:nvPr/>
        </p:nvPicPr>
        <p:blipFill>
          <a:blip xmlns:r="http://schemas.openxmlformats.org/officeDocument/2006/relationships" xmlns:a="http://schemas.openxmlformats.org/drawingml/2006/main" r:embed="R5f17030e4df54dc5">
            <a:extLst>
              <a:ext uri="{96DAC541-7B7A-43D3-8B79-37D633B846F1}">
                <asvg:svgBlip xmlns:asvg="http://schemas.microsoft.com/office/drawing/2016/SVG/main" r:embed="Ra404cebaa96d4a9d"/>
              </a:ext>
            </a:extLst>
          </a:blip>
          <a:srcRect xmlns:a="http://schemas.openxmlformats.org/drawingml/2006/main" l="5687" t="0" r="0" b="27270"/>
          <a:stretch xmlns:a="http://schemas.openxmlformats.org/drawingml/2006/main"/>
        </p:blipFill>
        <p:spPr>
          <a:xfrm xmlns:a="http://schemas.openxmlformats.org/drawingml/2006/main">
            <a:off x="4188201" y="0"/>
            <a:ext cx="8003799" cy="4114800"/>
          </a:xfrm>
          <a:prstGeom xmlns:a="http://schemas.openxmlformats.org/drawingml/2006/main" prst="rect">
            <a:avLst/>
          </a:prstGeom>
        </p:spPr>
      </p:pic>
      <p:sp>
        <p:nvSpPr>
          <p:cNvPr id="4" name="Date Placeholder 3">
            <a:extLst xmlns:a="http://schemas.openxmlformats.org/drawingml/2006/main">
              <a:ext uri="{FF2B5EF4-FFF2-40B4-BE49-F238E27FC236}">
                <a16:creationId xmlns:a16="http://schemas.microsoft.com/office/drawing/2014/main" id="{3F5E1FD4-FF3D-53E2-B568-4096CAC1B9DC}"/>
              </a:ext>
            </a:extLst>
          </p:cNvPr>
          <p:cNvSpPr>
            <a:spLocks xmlns:a="http://schemas.openxmlformats.org/drawingml/2006/main" noGrp="1"/>
          </p:cNvSpPr>
          <p:nvPr>
            <p:ph type="dt" idx="46"/>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BBCA8205-86B8-B975-0254-A7323DE64A72}"/>
              </a:ext>
            </a:extLst>
          </p:cNvPr>
          <p:cNvSpPr>
            <a:spLocks xmlns:a="http://schemas.openxmlformats.org/drawingml/2006/main" noGrp="1"/>
          </p:cNvSpPr>
          <p:nvPr>
            <p:ph type="ftr" idx="47"/>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99568EA0-EDF7-FD13-065F-C2A6ACEFCE3C}"/>
              </a:ext>
            </a:extLst>
          </p:cNvPr>
          <p:cNvSpPr>
            <a:spLocks xmlns:a="http://schemas.openxmlformats.org/drawingml/2006/main" noGrp="1"/>
          </p:cNvSpPr>
          <p:nvPr>
            <p:ph type="sldNum" idx="4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spTree>
  </p:cSld>
</p:sldLayout>
</file>

<file path=ppt/slideLayouts/slideLayout33.xml><?xml version="1.0" encoding="utf-8"?>
<p:sldLayout xmlns:p="http://schemas.openxmlformats.org/presentationml/2006/main" preserve="1" userDrawn="1">
  <p:cSld name="Dark - Quote, Picture, and logo">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Quote">
            <a:extLst xmlns:a="http://schemas.openxmlformats.org/drawingml/2006/main">
              <a:ext uri="{FF2B5EF4-FFF2-40B4-BE49-F238E27FC236}">
                <a16:creationId xmlns:a16="http://schemas.microsoft.com/office/drawing/2014/main" id="{A13E52A3-3B72-407D-BD94-ADB27B9FCE9C}"/>
              </a:ext>
            </a:extLst>
          </p:cNvPr>
          <p:cNvSpPr>
            <a:spLocks xmlns:a="http://schemas.openxmlformats.org/drawingml/2006/main" noGrp="1"/>
          </p:cNvSpPr>
          <p:nvPr>
            <p:ph type="title" idx="0" hasCustomPrompt="1"/>
          </p:nvPr>
        </p:nvSpPr>
        <p:spPr>
          <a:xfrm xmlns:a="http://schemas.openxmlformats.org/drawingml/2006/main">
            <a:off x="5677787" y="2896192"/>
            <a:ext cx="6020298"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832887" y="4911127"/>
            <a:ext cx="5853145"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832887" y="5248720"/>
            <a:ext cx="5853145"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Additional information if needed</a:t>
            </a:r>
          </a:p>
        </p:txBody>
      </p:sp>
      <p:sp>
        <p:nvSpPr>
          <p:cNvPr id="9" name="Picture Placeholder 5">
            <a:extLst xmlns:a="http://schemas.openxmlformats.org/drawingml/2006/main">
              <a:ext uri="{FF2B5EF4-FFF2-40B4-BE49-F238E27FC236}">
                <a16:creationId xmlns:a16="http://schemas.microsoft.com/office/drawing/2014/main" id="{DFB04560-5A82-4303-F4F4-247222B350E0}"/>
              </a:ext>
            </a:extLst>
          </p:cNvPr>
          <p:cNvSpPr>
            <a:spLocks xmlns:a="http://schemas.openxmlformats.org/drawingml/2006/main" noGrp="1"/>
          </p:cNvSpPr>
          <p:nvPr>
            <p:ph type="pic" idx="47"/>
          </p:nvPr>
        </p:nvSpPr>
        <p:spPr>
          <a:xfrm xmlns:a="http://schemas.openxmlformats.org/drawingml/2006/main">
            <a:off x="0" y="0"/>
            <a:ext cx="4937092" cy="6292035"/>
          </a:xfrm>
          <a:custGeom xmlns:a="http://schemas.openxmlformats.org/drawingml/2006/main">
            <a:rect l="l" t="t" r="r" b="b"/>
            <a:pathLst>
              <a:path w="5080914" h="6532447">
                <a:moveTo>
                  <a:pt x="0" y="1407"/>
                </a:moveTo>
                <a:lnTo>
                  <a:pt x="4696533" y="0"/>
                </a:lnTo>
                <a:cubicBezTo>
                  <a:pt x="4708006" y="10399"/>
                  <a:pt x="4936935" y="897707"/>
                  <a:pt x="4948408" y="908106"/>
                </a:cubicBezTo>
                <a:cubicBezTo>
                  <a:pt x="5350615" y="2656261"/>
                  <a:pt x="4767068" y="4404725"/>
                  <a:pt x="4136401" y="5338574"/>
                </a:cubicBezTo>
                <a:cubicBezTo>
                  <a:pt x="3505734" y="6272423"/>
                  <a:pt x="2343265" y="6627230"/>
                  <a:pt x="1164403" y="6511200"/>
                </a:cubicBezTo>
                <a:cubicBezTo>
                  <a:pt x="714399" y="6511200"/>
                  <a:pt x="418960" y="6305039"/>
                  <a:pt x="385570" y="6306887"/>
                </a:cubicBezTo>
                <a:lnTo>
                  <a:pt x="0" y="6116283"/>
                </a:lnTo>
                <a:lnTo>
                  <a:pt x="0" y="1407"/>
                </a:lnTo>
                <a:close/>
              </a:path>
            </a:pathLst>
          </a:custGeom>
          <a:noFill xmlns:a="http://schemas.openxmlformats.org/drawingml/2006/main"/>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8" name="Slide Number Placeholder 7">
            <a:extLst xmlns:a="http://schemas.openxmlformats.org/drawingml/2006/main">
              <a:ext uri="{FF2B5EF4-FFF2-40B4-BE49-F238E27FC236}">
                <a16:creationId xmlns:a16="http://schemas.microsoft.com/office/drawing/2014/main" id="{FA2E22D8-777D-4A4E-8190-9C7E9654A636}"/>
              </a:ext>
            </a:extLst>
          </p:cNvPr>
          <p:cNvSpPr>
            <a:spLocks xmlns:a="http://schemas.openxmlformats.org/drawingml/2006/main" noGrp="1"/>
          </p:cNvSpPr>
          <p:nvPr>
            <p:ph type="sldNum" idx="4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0F175504-AA80-48D0-ABE0-C3B4B0480FBA}"/>
              </a:ext>
            </a:extLst>
          </p:cNvPr>
          <p:cNvSpPr>
            <a:spLocks xmlns:a="http://schemas.openxmlformats.org/drawingml/2006/main" noGrp="1"/>
          </p:cNvSpPr>
          <p:nvPr>
            <p:ph type="ftr" idx="4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4" name="Date Placeholder 3">
            <a:extLst xmlns:a="http://schemas.openxmlformats.org/drawingml/2006/main">
              <a:ext uri="{FF2B5EF4-FFF2-40B4-BE49-F238E27FC236}">
                <a16:creationId xmlns:a16="http://schemas.microsoft.com/office/drawing/2014/main" id="{F3C7CAF2-5875-4790-8762-15A8CDD16E08}"/>
              </a:ext>
            </a:extLst>
          </p:cNvPr>
          <p:cNvSpPr>
            <a:spLocks xmlns:a="http://schemas.openxmlformats.org/drawingml/2006/main" noGrp="1"/>
          </p:cNvSpPr>
          <p:nvPr>
            <p:ph type="dt" idx="4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2" name="Content Placeholder 2">
            <a:extLst xmlns:a="http://schemas.openxmlformats.org/drawingml/2006/main">
              <a:ext uri="{FF2B5EF4-FFF2-40B4-BE49-F238E27FC236}">
                <a16:creationId xmlns:a16="http://schemas.microsoft.com/office/drawing/2014/main" id="{97B60F2A-F2ED-70AD-4768-5B8EF9B56420}"/>
              </a:ext>
            </a:extLst>
          </p:cNvPr>
          <p:cNvSpPr>
            <a:spLocks xmlns:a="http://schemas.openxmlformats.org/drawingml/2006/main" noGrp="1"/>
          </p:cNvSpPr>
          <p:nvPr>
            <p:ph idx="48" hasCustomPrompt="1"/>
          </p:nvPr>
        </p:nvSpPr>
        <p:spPr>
          <a:xfrm xmlns:a="http://schemas.openxmlformats.org/drawingml/2006/main">
            <a:off x="5828788" y="1560624"/>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7" name="Accent mark">
            <a:extLst xmlns:a="http://schemas.openxmlformats.org/drawingml/2006/main">
              <a:ext uri="{FF2B5EF4-FFF2-40B4-BE49-F238E27FC236}">
                <a16:creationId xmlns:a16="http://schemas.microsoft.com/office/drawing/2014/main" id="{2F96B613-1543-0150-F389-FFE2D5FA5019}"/>
              </a:ext>
            </a:extLst>
          </p:cNvPr>
          <p:cNvSpPr>
            <a:spLocks xmlns:a="http://schemas.openxmlformats.org/drawingml/2006/main" noGrp="1"/>
          </p:cNvSpPr>
          <p:nvPr/>
        </p:nvSpPr>
        <p:spPr>
          <a:xfrm xmlns:a="http://schemas.openxmlformats.org/drawingml/2006/main">
            <a:off x="5828788" y="4599419"/>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1" name="Graphic 5"/>
          <p:cNvPicPr>
            <a:picLocks xmlns:a="http://schemas.openxmlformats.org/drawingml/2006/main" noChangeAspect="1"/>
          </p:cNvPicPr>
          <p:nvPr/>
        </p:nvPicPr>
        <p:blipFill>
          <a:blip xmlns:r="http://schemas.openxmlformats.org/officeDocument/2006/relationships" xmlns:a="http://schemas.openxmlformats.org/drawingml/2006/main" r:embed="R14b9834933f14358">
            <a:extLst>
              <a:ext uri="{96DAC541-7B7A-43D3-8B79-37D633B846F1}">
                <asvg:svgBlip xmlns:asvg="http://schemas.microsoft.com/office/drawing/2016/SVG/main" r:embed="Rbd1beec93e524f97"/>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Tree>
  </p:cSld>
</p:sldLayout>
</file>

<file path=ppt/slideLayouts/slideLayout34.xml><?xml version="1.0" encoding="utf-8"?>
<p:sldLayout xmlns:p="http://schemas.openxmlformats.org/presentationml/2006/main" preserve="1" userDrawn="1">
  <p:cSld name="Light - Quote, Picture, and logo">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5"/>
          <p:cNvPicPr>
            <a:picLocks xmlns:a="http://schemas.openxmlformats.org/drawingml/2006/main" noChangeAspect="1"/>
          </p:cNvPicPr>
          <p:nvPr/>
        </p:nvPicPr>
        <p:blipFill>
          <a:blip xmlns:r="http://schemas.openxmlformats.org/officeDocument/2006/relationships" xmlns:a="http://schemas.openxmlformats.org/drawingml/2006/main" r:embed="Rc7ac5903e2ec4e32">
            <a:extLst>
              <a:ext uri="{96DAC541-7B7A-43D3-8B79-37D633B846F1}">
                <asvg:svgBlip xmlns:asvg="http://schemas.microsoft.com/office/drawing/2016/SVG/main" r:embed="R2d40843e6bd44651"/>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12" name="Quote">
            <a:extLst xmlns:a="http://schemas.openxmlformats.org/drawingml/2006/main">
              <a:ext uri="{FF2B5EF4-FFF2-40B4-BE49-F238E27FC236}">
                <a16:creationId xmlns:a16="http://schemas.microsoft.com/office/drawing/2014/main" id="{B3A79ECA-28E8-A857-97F4-082EF2B1CAB8}"/>
              </a:ext>
            </a:extLst>
          </p:cNvPr>
          <p:cNvSpPr>
            <a:spLocks xmlns:a="http://schemas.openxmlformats.org/drawingml/2006/main" noGrp="1"/>
          </p:cNvSpPr>
          <p:nvPr>
            <p:ph type="title" idx="0" hasCustomPrompt="1"/>
          </p:nvPr>
        </p:nvSpPr>
        <p:spPr>
          <a:xfrm xmlns:a="http://schemas.openxmlformats.org/drawingml/2006/main">
            <a:off x="5677787" y="2896192"/>
            <a:ext cx="6020298"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828788" y="4911127"/>
            <a:ext cx="58644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828788" y="5248720"/>
            <a:ext cx="5864400"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B89773B8-8237-C7B1-9DF8-93B5D5BF7DEE}"/>
              </a:ext>
            </a:extLst>
          </p:cNvPr>
          <p:cNvSpPr>
            <a:spLocks xmlns:a="http://schemas.openxmlformats.org/drawingml/2006/main" noGrp="1"/>
          </p:cNvSpPr>
          <p:nvPr>
            <p:ph idx="48" hasCustomPrompt="1"/>
          </p:nvPr>
        </p:nvSpPr>
        <p:spPr>
          <a:xfrm xmlns:a="http://schemas.openxmlformats.org/drawingml/2006/main">
            <a:off x="5828788" y="1560624"/>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5" name="Picture Placeholder 5">
            <a:extLst xmlns:a="http://schemas.openxmlformats.org/drawingml/2006/main">
              <a:ext uri="{FF2B5EF4-FFF2-40B4-BE49-F238E27FC236}">
                <a16:creationId xmlns:a16="http://schemas.microsoft.com/office/drawing/2014/main" id="{1F10E851-3567-F699-4B5F-02ABBB3355AC}"/>
              </a:ext>
            </a:extLst>
          </p:cNvPr>
          <p:cNvSpPr>
            <a:spLocks xmlns:a="http://schemas.openxmlformats.org/drawingml/2006/main" noGrp="1"/>
          </p:cNvSpPr>
          <p:nvPr>
            <p:ph type="pic" idx="47"/>
          </p:nvPr>
        </p:nvSpPr>
        <p:spPr>
          <a:xfrm xmlns:a="http://schemas.openxmlformats.org/drawingml/2006/main">
            <a:off x="0" y="0"/>
            <a:ext cx="4937092" cy="6292035"/>
          </a:xfrm>
          <a:custGeom xmlns:a="http://schemas.openxmlformats.org/drawingml/2006/main">
            <a:rect l="l" t="t" r="r" b="b"/>
            <a:pathLst>
              <a:path w="5080914" h="6532447">
                <a:moveTo>
                  <a:pt x="0" y="1407"/>
                </a:moveTo>
                <a:lnTo>
                  <a:pt x="4696533" y="0"/>
                </a:lnTo>
                <a:cubicBezTo>
                  <a:pt x="4708006" y="10399"/>
                  <a:pt x="4936935" y="897707"/>
                  <a:pt x="4948408" y="908106"/>
                </a:cubicBezTo>
                <a:cubicBezTo>
                  <a:pt x="5350615" y="2656261"/>
                  <a:pt x="4767068" y="4404725"/>
                  <a:pt x="4136401" y="5338574"/>
                </a:cubicBezTo>
                <a:cubicBezTo>
                  <a:pt x="3505734" y="6272423"/>
                  <a:pt x="2343265" y="6627230"/>
                  <a:pt x="1164403" y="6511200"/>
                </a:cubicBezTo>
                <a:cubicBezTo>
                  <a:pt x="714399" y="6511200"/>
                  <a:pt x="418960" y="6305039"/>
                  <a:pt x="385570" y="6306887"/>
                </a:cubicBezTo>
                <a:lnTo>
                  <a:pt x="0" y="6116283"/>
                </a:lnTo>
                <a:lnTo>
                  <a:pt x="0" y="1407"/>
                </a:lnTo>
                <a:close/>
              </a:path>
            </a:pathLst>
          </a:custGeom>
          <a:noFill xmlns:a="http://schemas.openxmlformats.org/drawingml/2006/main"/>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3" name="Accent mark">
            <a:extLst xmlns:a="http://schemas.openxmlformats.org/drawingml/2006/main">
              <a:ext uri="{FF2B5EF4-FFF2-40B4-BE49-F238E27FC236}">
                <a16:creationId xmlns:a16="http://schemas.microsoft.com/office/drawing/2014/main" id="{F6E69B24-94C1-6ACB-ADE4-5BD87AD69DCA}"/>
              </a:ext>
            </a:extLst>
          </p:cNvPr>
          <p:cNvSpPr>
            <a:spLocks xmlns:a="http://schemas.openxmlformats.org/drawingml/2006/main" noGrp="1"/>
          </p:cNvSpPr>
          <p:nvPr/>
        </p:nvSpPr>
        <p:spPr>
          <a:xfrm xmlns:a="http://schemas.openxmlformats.org/drawingml/2006/main">
            <a:off x="5828788" y="4599419"/>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Date Placeholder 7">
            <a:extLst xmlns:a="http://schemas.openxmlformats.org/drawingml/2006/main">
              <a:ext uri="{FF2B5EF4-FFF2-40B4-BE49-F238E27FC236}">
                <a16:creationId xmlns:a16="http://schemas.microsoft.com/office/drawing/2014/main" id="{E01088D4-8589-CFE2-DDDF-BBC5CFC28661}"/>
              </a:ext>
            </a:extLst>
          </p:cNvPr>
          <p:cNvSpPr>
            <a:spLocks xmlns:a="http://schemas.openxmlformats.org/drawingml/2006/main" noGrp="1"/>
          </p:cNvSpPr>
          <p:nvPr>
            <p:ph type="dt" idx="49"/>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91CA6475-2C2F-B8FE-B6AE-470DE60B70F2}"/>
              </a:ext>
            </a:extLst>
          </p:cNvPr>
          <p:cNvSpPr>
            <a:spLocks xmlns:a="http://schemas.openxmlformats.org/drawingml/2006/main" noGrp="1"/>
          </p:cNvSpPr>
          <p:nvPr>
            <p:ph type="ftr" idx="5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C3E606E5-1C6F-61EF-B999-8EFB52568806}"/>
              </a:ext>
            </a:extLst>
          </p:cNvPr>
          <p:cNvSpPr>
            <a:spLocks xmlns:a="http://schemas.openxmlformats.org/drawingml/2006/main" noGrp="1"/>
          </p:cNvSpPr>
          <p:nvPr>
            <p:ph type="sldNum" idx="51"/>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spTree>
  </p:cSld>
</p:sldLayout>
</file>

<file path=ppt/slideLayouts/slideLayout35.xml><?xml version="1.0" encoding="utf-8"?>
<p:sldLayout xmlns:p="http://schemas.openxmlformats.org/presentationml/2006/main" preserve="1" userDrawn="1">
  <p:cSld name="Dark - Single metric">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1"/>
          <p:cNvPicPr>
            <a:picLocks xmlns:a="http://schemas.openxmlformats.org/drawingml/2006/main" noChangeAspect="1"/>
          </p:cNvPicPr>
          <p:nvPr/>
        </p:nvPicPr>
        <p:blipFill>
          <a:blip xmlns:r="http://schemas.openxmlformats.org/officeDocument/2006/relationships" xmlns:a="http://schemas.openxmlformats.org/drawingml/2006/main" r:embed="R295f0ac701c9441f">
            <a:extLst>
              <a:ext uri="{96DAC541-7B7A-43D3-8B79-37D633B846F1}">
                <asvg:svgBlip xmlns:asvg="http://schemas.microsoft.com/office/drawing/2016/SVG/main" r:embed="R201dbc497ca84df5"/>
              </a:ext>
            </a:extLst>
          </a:blip>
          <a:stretch xmlns:a="http://schemas.openxmlformats.org/drawingml/2006/main">
            <a:fillRect l="0" t="0" r="0" b="0"/>
          </a:stretch>
        </p:blipFill>
        <p:spPr>
          <a:xfrm xmlns:a="http://schemas.openxmlformats.org/drawingml/2006/main">
            <a:off x="7139458" y="0"/>
            <a:ext cx="5052542" cy="4015900"/>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B099EEEE-62A5-DE0D-FD45-A3C465FD76A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9" name="Text Placeholder 4">
            <a:extLst xmlns:a="http://schemas.openxmlformats.org/drawingml/2006/main">
              <a:ext uri="{FF2B5EF4-FFF2-40B4-BE49-F238E27FC236}">
                <a16:creationId xmlns:a16="http://schemas.microsoft.com/office/drawing/2014/main" id="{52A6D6F1-EBC4-4335-819B-433720EB173D}"/>
              </a:ext>
            </a:extLst>
          </p:cNvPr>
          <p:cNvSpPr>
            <a:spLocks xmlns:a="http://schemas.openxmlformats.org/drawingml/2006/main" noGrp="1"/>
          </p:cNvSpPr>
          <p:nvPr>
            <p:ph type="body" idx="15" hasCustomPrompt="1"/>
          </p:nvPr>
        </p:nvSpPr>
        <p:spPr>
          <a:xfrm xmlns:a="http://schemas.openxmlformats.org/drawingml/2006/main">
            <a:off x="789734" y="1600200"/>
            <a:ext cx="5085287" cy="2415700"/>
          </a:xfrm>
        </p:spPr>
        <p:txBody>
          <a:bodyPr xmlns:a="http://schemas.openxmlformats.org/drawingml/2006/main" anchor="b"/>
          <a:lstStyle xmlns:a="http://schemas.openxmlformats.org/drawingml/2006/main">
            <a:lvl1pPr>
              <a:buNone/>
              <a:defRPr sz="8000" b="1">
                <a:solidFill>
                  <a:schemeClr val="tx1"/>
                </a:solidFill>
              </a:defRPr>
            </a:lvl1pPr>
          </a:lstStyle>
          <a:p xmlns:a="http://schemas.openxmlformats.org/drawingml/2006/main">
            <a:pPr>
              <a:buNone/>
            </a:pPr>
            <a:r>
              <a:t>00%</a:t>
            </a:r>
          </a:p>
        </p:txBody>
      </p:sp>
      <p:sp>
        <p:nvSpPr>
          <p:cNvPr id="4" name="Content">
            <a:extLst xmlns:a="http://schemas.openxmlformats.org/drawingml/2006/main">
              <a:ext uri="{FF2B5EF4-FFF2-40B4-BE49-F238E27FC236}">
                <a16:creationId xmlns:a16="http://schemas.microsoft.com/office/drawing/2014/main" id="{6FFB33C6-31EA-4D15-AC3F-377D699FA842}"/>
              </a:ext>
            </a:extLst>
          </p:cNvPr>
          <p:cNvSpPr>
            <a:spLocks xmlns:a="http://schemas.openxmlformats.org/drawingml/2006/main" noGrp="1"/>
          </p:cNvSpPr>
          <p:nvPr>
            <p:ph idx="14"/>
          </p:nvPr>
        </p:nvSpPr>
        <p:spPr>
          <a:xfrm xmlns:a="http://schemas.openxmlformats.org/drawingml/2006/main">
            <a:off x="841059" y="4649788"/>
            <a:ext cx="5072063" cy="1457325"/>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pic>
        <p:nvPicPr>
          <p:cNvPr id="11" name="OTag"/>
          <p:cNvPicPr>
            <a:picLocks xmlns:a="http://schemas.openxmlformats.org/drawingml/2006/main" noChangeAspect="1"/>
          </p:cNvPicPr>
          <p:nvPr/>
        </p:nvPicPr>
        <p:blipFill>
          <a:blip xmlns:r="http://schemas.openxmlformats.org/officeDocument/2006/relationships" xmlns:a="http://schemas.openxmlformats.org/drawingml/2006/main" r:embed="Rfa0ecfe920f34929"/>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7" name="Accent mark">
            <a:extLst xmlns:a="http://schemas.openxmlformats.org/drawingml/2006/main">
              <a:ext uri="{FF2B5EF4-FFF2-40B4-BE49-F238E27FC236}">
                <a16:creationId xmlns:a16="http://schemas.microsoft.com/office/drawing/2014/main" id="{F914C2C0-AA33-B6B2-67CF-DCC0E7C6D76B}"/>
              </a:ext>
            </a:extLst>
          </p:cNvPr>
          <p:cNvSpPr>
            <a:spLocks xmlns:a="http://schemas.openxmlformats.org/drawingml/2006/main" noGrp="1"/>
          </p:cNvSpPr>
          <p:nvPr/>
        </p:nvSpPr>
        <p:spPr>
          <a:xfrm xmlns:a="http://schemas.openxmlformats.org/drawingml/2006/main">
            <a:off x="805293" y="4325102"/>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Date Placeholder 5">
            <a:extLst xmlns:a="http://schemas.openxmlformats.org/drawingml/2006/main">
              <a:ext uri="{FF2B5EF4-FFF2-40B4-BE49-F238E27FC236}">
                <a16:creationId xmlns:a16="http://schemas.microsoft.com/office/drawing/2014/main" id="{15C25BB5-8E1B-EDD7-7DA5-3474FF4C18AE}"/>
              </a:ext>
            </a:extLst>
          </p:cNvPr>
          <p:cNvSpPr>
            <a:spLocks xmlns:a="http://schemas.openxmlformats.org/drawingml/2006/main" noGrp="1"/>
          </p:cNvSpPr>
          <p:nvPr>
            <p:ph type="dt"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0A1535D3-FA6B-0DD1-6740-2FE5A1ABECB0}"/>
              </a:ext>
            </a:extLst>
          </p:cNvPr>
          <p:cNvSpPr>
            <a:spLocks xmlns:a="http://schemas.openxmlformats.org/drawingml/2006/main" noGrp="1"/>
          </p:cNvSpPr>
          <p:nvPr>
            <p:ph type="ftr"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D610431F-0AB4-005E-75B8-327B3BDED9FF}"/>
              </a:ext>
            </a:extLst>
          </p:cNvPr>
          <p:cNvSpPr>
            <a:spLocks xmlns:a="http://schemas.openxmlformats.org/drawingml/2006/main" noGrp="1"/>
          </p:cNvSpPr>
          <p:nvPr>
            <p:ph type="sldNum" idx="1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36.xml><?xml version="1.0" encoding="utf-8"?>
<p:sldLayout xmlns:p="http://schemas.openxmlformats.org/presentationml/2006/main" preserve="1" userDrawn="1">
  <p:cSld name="Light - Single metric">
    <p:bg>
      <p:bgRef idx="1001">
        <a:schemeClr xmlns:a="http://schemas.openxmlformats.org/drawingml/2006/main" val="bg2"/>
      </p:bgRef>
    </p:bg>
    <p:spTree>
      <p:nvGrpSpPr>
        <p:cNvPr id="1" name=""/>
        <p:cNvGrpSpPr/>
        <p:nvPr/>
      </p:nvGrpSpPr>
      <p:grpSpPr>
        <a:xfrm xmlns:a="http://schemas.openxmlformats.org/drawingml/2006/main"/>
      </p:grpSpPr>
      <p:sp>
        <p:nvSpPr>
          <p:cNvPr id="9" name="Title 8">
            <a:extLst xmlns:a="http://schemas.openxmlformats.org/drawingml/2006/main">
              <a:ext uri="{FF2B5EF4-FFF2-40B4-BE49-F238E27FC236}">
                <a16:creationId xmlns:a16="http://schemas.microsoft.com/office/drawing/2014/main" id="{3C834F4C-E96D-655B-5790-3D3144B54C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A83AB0E-EC5F-476F-B6A9-E6F9CE84E95A}"/>
              </a:ext>
            </a:extLst>
          </p:cNvPr>
          <p:cNvSpPr>
            <a:spLocks xmlns:a="http://schemas.openxmlformats.org/drawingml/2006/main" noGrp="1"/>
          </p:cNvSpPr>
          <p:nvPr>
            <p:ph type="body" idx="15" hasCustomPrompt="1"/>
          </p:nvPr>
        </p:nvSpPr>
        <p:spPr>
          <a:xfrm xmlns:a="http://schemas.openxmlformats.org/drawingml/2006/main">
            <a:off x="792538" y="1600200"/>
            <a:ext cx="5072063" cy="2415700"/>
          </a:xfrm>
        </p:spPr>
        <p:txBody>
          <a:bodyPr xmlns:a="http://schemas.openxmlformats.org/drawingml/2006/main" anchor="b"/>
          <a:lstStyle xmlns:a="http://schemas.openxmlformats.org/drawingml/2006/main">
            <a:lvl1pPr>
              <a:lnSpc>
                <a:spcPct val="100000"/>
              </a:lnSpc>
              <a:buNone/>
              <a:defRPr sz="8000" b="1">
                <a:solidFill>
                  <a:schemeClr val="tx1"/>
                </a:solidFill>
              </a:defRPr>
            </a:lvl1pPr>
          </a:lstStyle>
          <a:p xmlns:a="http://schemas.openxmlformats.org/drawingml/2006/main">
            <a:pPr>
              <a:buNone/>
            </a:pPr>
            <a:r>
              <a:t>00%</a:t>
            </a:r>
          </a:p>
        </p:txBody>
      </p:sp>
      <p:sp>
        <p:nvSpPr>
          <p:cNvPr id="4" name="Content">
            <a:extLst xmlns:a="http://schemas.openxmlformats.org/drawingml/2006/main">
              <a:ext uri="{FF2B5EF4-FFF2-40B4-BE49-F238E27FC236}">
                <a16:creationId xmlns:a16="http://schemas.microsoft.com/office/drawing/2014/main" id="{6FFB33C6-31EA-4D15-AC3F-377D699FA842}"/>
              </a:ext>
            </a:extLst>
          </p:cNvPr>
          <p:cNvSpPr>
            <a:spLocks xmlns:a="http://schemas.openxmlformats.org/drawingml/2006/main" noGrp="1"/>
          </p:cNvSpPr>
          <p:nvPr>
            <p:ph idx="14"/>
          </p:nvPr>
        </p:nvSpPr>
        <p:spPr>
          <a:xfrm xmlns:a="http://schemas.openxmlformats.org/drawingml/2006/main">
            <a:off x="792538" y="4649788"/>
            <a:ext cx="5072063" cy="1457325"/>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pic>
        <p:nvPicPr>
          <p:cNvPr id="12" name="Graphic 5"/>
          <p:cNvPicPr>
            <a:picLocks xmlns:a="http://schemas.openxmlformats.org/drawingml/2006/main" noChangeAspect="1"/>
          </p:cNvPicPr>
          <p:nvPr/>
        </p:nvPicPr>
        <p:blipFill>
          <a:blip xmlns:r="http://schemas.openxmlformats.org/officeDocument/2006/relationships" xmlns:a="http://schemas.openxmlformats.org/drawingml/2006/main" r:embed="R9b5121a58fd945fa">
            <a:extLst>
              <a:ext uri="{96DAC541-7B7A-43D3-8B79-37D633B846F1}">
                <asvg:svgBlip xmlns:asvg="http://schemas.microsoft.com/office/drawing/2016/SVG/main" r:embed="Raa6572c02ff544b7"/>
              </a:ext>
            </a:extLst>
          </a:blip>
          <a:stretch xmlns:a="http://schemas.openxmlformats.org/drawingml/2006/main">
            <a:fillRect l="0" t="0" r="0" b="0"/>
          </a:stretch>
        </p:blipFill>
        <p:spPr>
          <a:xfrm xmlns:a="http://schemas.openxmlformats.org/drawingml/2006/main">
            <a:off x="7139458" y="0"/>
            <a:ext cx="5052542" cy="4015900"/>
          </a:xfrm>
          <a:prstGeom xmlns:a="http://schemas.openxmlformats.org/drawingml/2006/main" prst="rect">
            <a:avLst/>
          </a:prstGeom>
        </p:spPr>
      </p:pic>
      <p:sp>
        <p:nvSpPr>
          <p:cNvPr id="10" name="Accent mark">
            <a:extLst xmlns:a="http://schemas.openxmlformats.org/drawingml/2006/main">
              <a:ext uri="{FF2B5EF4-FFF2-40B4-BE49-F238E27FC236}">
                <a16:creationId xmlns:a16="http://schemas.microsoft.com/office/drawing/2014/main" id="{92B14C41-985E-E73E-2DEF-63120221F3B5}"/>
              </a:ext>
            </a:extLst>
          </p:cNvPr>
          <p:cNvSpPr>
            <a:spLocks xmlns:a="http://schemas.openxmlformats.org/drawingml/2006/main" noGrp="1"/>
          </p:cNvSpPr>
          <p:nvPr/>
        </p:nvSpPr>
        <p:spPr>
          <a:xfrm xmlns:a="http://schemas.openxmlformats.org/drawingml/2006/main">
            <a:off x="805293" y="4325102"/>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Date Placeholder 1">
            <a:extLst xmlns:a="http://schemas.openxmlformats.org/drawingml/2006/main">
              <a:ext uri="{FF2B5EF4-FFF2-40B4-BE49-F238E27FC236}">
                <a16:creationId xmlns:a16="http://schemas.microsoft.com/office/drawing/2014/main" id="{D040A92C-A0C9-376B-7A5E-0A2434ED84BD}"/>
              </a:ext>
            </a:extLst>
          </p:cNvPr>
          <p:cNvSpPr>
            <a:spLocks xmlns:a="http://schemas.openxmlformats.org/drawingml/2006/main" noGrp="1"/>
          </p:cNvSpPr>
          <p:nvPr>
            <p:ph type="dt" idx="16"/>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DA6D8ECA-2DD4-0845-83BF-8CCDF96FFCC8}"/>
              </a:ext>
            </a:extLst>
          </p:cNvPr>
          <p:cNvSpPr>
            <a:spLocks xmlns:a="http://schemas.openxmlformats.org/drawingml/2006/main" noGrp="1"/>
          </p:cNvSpPr>
          <p:nvPr>
            <p:ph type="ftr" idx="17"/>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050522C0-858A-F839-61AD-CCFC374C6BFA}"/>
              </a:ext>
            </a:extLst>
          </p:cNvPr>
          <p:cNvSpPr>
            <a:spLocks xmlns:a="http://schemas.openxmlformats.org/drawingml/2006/main" noGrp="1"/>
          </p:cNvSpPr>
          <p:nvPr>
            <p:ph type="sldNum" idx="18"/>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37.xml><?xml version="1.0" encoding="utf-8"?>
<p:sldLayout xmlns:p="http://schemas.openxmlformats.org/presentationml/2006/main" preserve="1" userDrawn="1">
  <p:cSld name="Dark - Thank You">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4"/>
          <p:cNvPicPr>
            <a:picLocks xmlns:a="http://schemas.openxmlformats.org/drawingml/2006/main" noChangeAspect="1"/>
          </p:cNvPicPr>
          <p:nvPr/>
        </p:nvPicPr>
        <p:blipFill>
          <a:blip xmlns:r="http://schemas.openxmlformats.org/officeDocument/2006/relationships" xmlns:a="http://schemas.openxmlformats.org/drawingml/2006/main" r:embed="R69b5661397024461">
            <a:extLst>
              <a:ext uri="{96DAC541-7B7A-43D3-8B79-37D633B846F1}">
                <asvg:svgBlip xmlns:asvg="http://schemas.microsoft.com/office/drawing/2016/SVG/main" r:embed="R0f96f0a045704241"/>
              </a:ext>
            </a:extLst>
          </a:blip>
          <a:stretch xmlns:a="http://schemas.openxmlformats.org/drawingml/2006/main">
            <a:fillRect l="0" t="0" r="0" b="0"/>
          </a:stretch>
        </p:blipFill>
        <p:spPr>
          <a:xfrm xmlns:a="http://schemas.openxmlformats.org/drawingml/2006/main">
            <a:off x="4419600" y="0"/>
            <a:ext cx="7772400" cy="5181600"/>
          </a:xfrm>
          <a:prstGeom xmlns:a="http://schemas.openxmlformats.org/drawingml/2006/main" prst="rect">
            <a:avLst/>
          </a:prstGeom>
        </p:spPr>
      </p:pic>
      <p:sp>
        <p:nvSpPr>
          <p:cNvPr id="3" name="Thank you">
            <a:extLst xmlns:a="http://schemas.openxmlformats.org/drawingml/2006/main">
              <a:ext uri="{FF2B5EF4-FFF2-40B4-BE49-F238E27FC236}">
                <a16:creationId xmlns:a16="http://schemas.microsoft.com/office/drawing/2014/main" id="{1F390879-C7C7-4224-97BB-1C165BFB5AA3}"/>
              </a:ext>
            </a:extLst>
          </p:cNvPr>
          <p:cNvSpPr>
            <a:spLocks xmlns:a="http://schemas.openxmlformats.org/drawingml/2006/main" noGrp="1"/>
          </p:cNvSpPr>
          <p:nvPr>
            <p:ph type="title" idx="0" hasCustomPrompt="1"/>
          </p:nvPr>
        </p:nvSpPr>
        <p:spPr>
          <a:xfrm xmlns:a="http://schemas.openxmlformats.org/drawingml/2006/main">
            <a:off x="768875" y="3483973"/>
            <a:ext cx="5029200" cy="822960"/>
          </a:xfrm>
          <a:prstGeom xmlns:a="http://schemas.openxmlformats.org/drawingml/2006/main" prst="rect">
            <a:avLst/>
          </a:prstGeom>
          <a:noFill xmlns:a="http://schemas.openxmlformats.org/drawingml/2006/main"/>
        </p:spPr>
        <p:txBody>
          <a:bodyPr xmlns:a="http://schemas.openxmlformats.org/drawingml/2006/main" vert="horz"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marL="0" indent="0">
              <a:lnSpc>
                <a:spcPct val="100000"/>
              </a:lnSpc>
              <a:spcBef>
                <a:spcPts val="0"/>
              </a:spcBef>
              <a:spcAft>
                <a:spcPts val="0"/>
              </a:spcAft>
              <a:buNone/>
            </a:pPr>
            <a:r>
              <a:t>Thank you</a:t>
            </a:r>
          </a:p>
        </p:txBody>
      </p:sp>
      <p:sp>
        <p:nvSpPr>
          <p:cNvPr id="11" name="Text Field">
            <a:extLst xmlns:a="http://schemas.openxmlformats.org/drawingml/2006/main">
              <a:ext uri="{FF2B5EF4-FFF2-40B4-BE49-F238E27FC236}">
                <a16:creationId xmlns:a16="http://schemas.microsoft.com/office/drawing/2014/main" id="{F273E805-B8FF-F84B-99E6-4636F8BD3EBF}"/>
              </a:ext>
            </a:extLst>
          </p:cNvPr>
          <p:cNvSpPr>
            <a:spLocks xmlns:a="http://schemas.openxmlformats.org/drawingml/2006/main" noGrp="1"/>
          </p:cNvSpPr>
          <p:nvPr>
            <p:ph type="body" idx="37"/>
          </p:nvPr>
        </p:nvSpPr>
        <p:spPr>
          <a:xfrm xmlns:a="http://schemas.openxmlformats.org/drawingml/2006/main">
            <a:off x="762000" y="4773585"/>
            <a:ext cx="50292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Click to edit Master text styles</a:t>
            </a:r>
          </a:p>
        </p:txBody>
      </p:sp>
      <p:sp>
        <p:nvSpPr>
          <p:cNvPr id="10" name="Text Field 2">
            <a:extLst xmlns:a="http://schemas.openxmlformats.org/drawingml/2006/main">
              <a:ext uri="{FF2B5EF4-FFF2-40B4-BE49-F238E27FC236}">
                <a16:creationId xmlns:a16="http://schemas.microsoft.com/office/drawing/2014/main" id="{283762D0-0D31-A347-AD9E-095398CD17C5}"/>
              </a:ext>
            </a:extLst>
          </p:cNvPr>
          <p:cNvSpPr>
            <a:spLocks xmlns:a="http://schemas.openxmlformats.org/drawingml/2006/main" noGrp="1"/>
          </p:cNvSpPr>
          <p:nvPr>
            <p:ph type="body" idx="36"/>
          </p:nvPr>
        </p:nvSpPr>
        <p:spPr>
          <a:xfrm xmlns:a="http://schemas.openxmlformats.org/drawingml/2006/main">
            <a:off x="762000" y="5111178"/>
            <a:ext cx="5029200"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Click to edit Master text styles</a:t>
            </a:r>
          </a:p>
        </p:txBody>
      </p:sp>
      <p:pic>
        <p:nvPicPr>
          <p:cNvPr id="13" name="OTag"/>
          <p:cNvPicPr>
            <a:picLocks xmlns:a="http://schemas.openxmlformats.org/drawingml/2006/main" noChangeAspect="1"/>
          </p:cNvPicPr>
          <p:nvPr/>
        </p:nvPicPr>
        <p:blipFill>
          <a:blip xmlns:r="http://schemas.openxmlformats.org/officeDocument/2006/relationships" xmlns:a="http://schemas.openxmlformats.org/drawingml/2006/main" r:embed="R14be868db29743f7"/>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AED05725-671E-C225-6DF9-7BB572CF6458}"/>
              </a:ext>
            </a:extLst>
          </p:cNvPr>
          <p:cNvSpPr>
            <a:spLocks xmlns:a="http://schemas.openxmlformats.org/drawingml/2006/main" noGrp="1"/>
          </p:cNvSpPr>
          <p:nvPr/>
        </p:nvSpPr>
        <p:spPr>
          <a:xfrm xmlns:a="http://schemas.openxmlformats.org/drawingml/2006/main">
            <a:off x="792538" y="4502811"/>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lide Number Placeholder 5">
            <a:extLst xmlns:a="http://schemas.openxmlformats.org/drawingml/2006/main">
              <a:ext uri="{FF2B5EF4-FFF2-40B4-BE49-F238E27FC236}">
                <a16:creationId xmlns:a16="http://schemas.microsoft.com/office/drawing/2014/main" id="{2A1785D5-56B1-DEF0-BA3B-01F667698630}"/>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7" name="Footer Placeholder 4">
            <a:extLst xmlns:a="http://schemas.openxmlformats.org/drawingml/2006/main">
              <a:ext uri="{FF2B5EF4-FFF2-40B4-BE49-F238E27FC236}">
                <a16:creationId xmlns:a16="http://schemas.microsoft.com/office/drawing/2014/main" id="{8421D3AC-547A-FA4A-F401-420B85189227}"/>
              </a:ext>
            </a:extLst>
          </p:cNvPr>
          <p:cNvSpPr>
            <a:spLocks xmlns:a="http://schemas.openxmlformats.org/drawingml/2006/main" noGrp="1"/>
          </p:cNvSpPr>
          <p:nvPr>
            <p:ph type="ftr" idx="39"/>
          </p:nvPr>
        </p:nvSpPr>
        <p:spPr>
          <a:xfrm xmlns:a="http://schemas.openxmlformats.org/drawingml/2006/main">
            <a:off x="1127758" y="6423978"/>
            <a:ext cx="8778240"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Date Placeholder 3">
            <a:extLst xmlns:a="http://schemas.openxmlformats.org/drawingml/2006/main">
              <a:ext uri="{FF2B5EF4-FFF2-40B4-BE49-F238E27FC236}">
                <a16:creationId xmlns:a16="http://schemas.microsoft.com/office/drawing/2014/main" id="{A4B13FC0-F54E-BB8C-3DE1-8D7172726F3E}"/>
              </a:ext>
            </a:extLst>
          </p:cNvPr>
          <p:cNvSpPr>
            <a:spLocks xmlns:a="http://schemas.openxmlformats.org/drawingml/2006/main" noGrp="1"/>
          </p:cNvSpPr>
          <p:nvPr>
            <p:ph type="dt" idx="38"/>
          </p:nvPr>
        </p:nvSpPr>
        <p:spPr>
          <a:xfrm xmlns:a="http://schemas.openxmlformats.org/drawingml/2006/main">
            <a:off x="9951618" y="6425604"/>
            <a:ext cx="109728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38.xml><?xml version="1.0" encoding="utf-8"?>
<p:sldLayout xmlns:p="http://schemas.openxmlformats.org/presentationml/2006/main" preserve="1" userDrawn="1">
  <p:cSld name="Light - Thank You">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hank You">
            <a:extLst xmlns:a="http://schemas.openxmlformats.org/drawingml/2006/main">
              <a:ext uri="{FF2B5EF4-FFF2-40B4-BE49-F238E27FC236}">
                <a16:creationId xmlns:a16="http://schemas.microsoft.com/office/drawing/2014/main" id="{701BFB4F-AD1A-4B21-826E-A2F61F5D8AAB}"/>
              </a:ext>
            </a:extLst>
          </p:cNvPr>
          <p:cNvSpPr>
            <a:spLocks xmlns:a="http://schemas.openxmlformats.org/drawingml/2006/main" noGrp="1"/>
          </p:cNvSpPr>
          <p:nvPr>
            <p:ph type="title" idx="0" hasCustomPrompt="1"/>
          </p:nvPr>
        </p:nvSpPr>
        <p:spPr>
          <a:xfrm xmlns:a="http://schemas.openxmlformats.org/drawingml/2006/main">
            <a:off x="768875" y="3482230"/>
            <a:ext cx="5022325" cy="822960"/>
          </a:xfrm>
          <a:prstGeom xmlns:a="http://schemas.openxmlformats.org/drawingml/2006/main" prst="rect">
            <a:avLst/>
          </a:prstGeom>
          <a:noFill xmlns:a="http://schemas.openxmlformats.org/drawingml/2006/main"/>
        </p:spPr>
        <p:txBody>
          <a:bodyPr xmlns:a="http://schemas.openxmlformats.org/drawingml/2006/main" vert="horz"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marL="0" indent="0">
              <a:lnSpc>
                <a:spcPct val="100000"/>
              </a:lnSpc>
              <a:spcBef>
                <a:spcPts val="0"/>
              </a:spcBef>
              <a:spcAft>
                <a:spcPts val="0"/>
              </a:spcAft>
              <a:buNone/>
            </a:pPr>
            <a:r>
              <a:t>Thank you</a:t>
            </a:r>
          </a:p>
        </p:txBody>
      </p:sp>
      <p:sp>
        <p:nvSpPr>
          <p:cNvPr id="11" name="Text Field">
            <a:extLst xmlns:a="http://schemas.openxmlformats.org/drawingml/2006/main">
              <a:ext uri="{FF2B5EF4-FFF2-40B4-BE49-F238E27FC236}">
                <a16:creationId xmlns:a16="http://schemas.microsoft.com/office/drawing/2014/main" id="{F273E805-B8FF-F84B-99E6-4636F8BD3EBF}"/>
              </a:ext>
            </a:extLst>
          </p:cNvPr>
          <p:cNvSpPr>
            <a:spLocks xmlns:a="http://schemas.openxmlformats.org/drawingml/2006/main" noGrp="1"/>
          </p:cNvSpPr>
          <p:nvPr>
            <p:ph type="body" idx="37"/>
          </p:nvPr>
        </p:nvSpPr>
        <p:spPr>
          <a:xfrm xmlns:a="http://schemas.openxmlformats.org/drawingml/2006/main">
            <a:off x="762000" y="4773585"/>
            <a:ext cx="50292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Click to edit Master text styles</a:t>
            </a:r>
          </a:p>
        </p:txBody>
      </p:sp>
      <p:sp>
        <p:nvSpPr>
          <p:cNvPr id="10" name="Text Field 2">
            <a:extLst xmlns:a="http://schemas.openxmlformats.org/drawingml/2006/main">
              <a:ext uri="{FF2B5EF4-FFF2-40B4-BE49-F238E27FC236}">
                <a16:creationId xmlns:a16="http://schemas.microsoft.com/office/drawing/2014/main" id="{283762D0-0D31-A347-AD9E-095398CD17C5}"/>
              </a:ext>
            </a:extLst>
          </p:cNvPr>
          <p:cNvSpPr>
            <a:spLocks xmlns:a="http://schemas.openxmlformats.org/drawingml/2006/main" noGrp="1"/>
          </p:cNvSpPr>
          <p:nvPr>
            <p:ph type="body" idx="36"/>
          </p:nvPr>
        </p:nvSpPr>
        <p:spPr>
          <a:xfrm xmlns:a="http://schemas.openxmlformats.org/drawingml/2006/main">
            <a:off x="762000" y="5111178"/>
            <a:ext cx="5029200"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Click to edit Master text styles</a:t>
            </a:r>
          </a:p>
        </p:txBody>
      </p:sp>
      <p:pic>
        <p:nvPicPr>
          <p:cNvPr id="13" name="OTag"/>
          <p:cNvPicPr>
            <a:picLocks xmlns:a="http://schemas.openxmlformats.org/drawingml/2006/main" noChangeAspect="1"/>
          </p:cNvPicPr>
          <p:nvPr/>
        </p:nvPicPr>
        <p:blipFill>
          <a:blip xmlns:r="http://schemas.openxmlformats.org/officeDocument/2006/relationships" xmlns:a="http://schemas.openxmlformats.org/drawingml/2006/main" r:embed="Rf4d9869feb4d4f8f"/>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33" name="Date Placeholder 32">
            <a:extLst xmlns:a="http://schemas.openxmlformats.org/drawingml/2006/main">
              <a:ext uri="{FF2B5EF4-FFF2-40B4-BE49-F238E27FC236}">
                <a16:creationId xmlns:a16="http://schemas.microsoft.com/office/drawing/2014/main" id="{C757BBF7-1C67-AA09-584F-7A752DCB4BC9}"/>
              </a:ext>
            </a:extLst>
          </p:cNvPr>
          <p:cNvSpPr>
            <a:spLocks xmlns:a="http://schemas.openxmlformats.org/drawingml/2006/main" noGrp="1"/>
          </p:cNvSpPr>
          <p:nvPr>
            <p:ph type="dt" idx="3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34" name="Footer Placeholder 33">
            <a:extLst xmlns:a="http://schemas.openxmlformats.org/drawingml/2006/main">
              <a:ext uri="{FF2B5EF4-FFF2-40B4-BE49-F238E27FC236}">
                <a16:creationId xmlns:a16="http://schemas.microsoft.com/office/drawing/2014/main" id="{2B12D776-70C0-CC40-00F8-F8AB6108C9AA}"/>
              </a:ext>
            </a:extLst>
          </p:cNvPr>
          <p:cNvSpPr>
            <a:spLocks xmlns:a="http://schemas.openxmlformats.org/drawingml/2006/main" noGrp="1"/>
          </p:cNvSpPr>
          <p:nvPr>
            <p:ph type="ftr" idx="39"/>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35" name="Slide Number Placeholder 34">
            <a:extLst xmlns:a="http://schemas.openxmlformats.org/drawingml/2006/main">
              <a:ext uri="{FF2B5EF4-FFF2-40B4-BE49-F238E27FC236}">
                <a16:creationId xmlns:a16="http://schemas.microsoft.com/office/drawing/2014/main" id="{2021DDA7-EEBD-CE8D-1221-C07F76A0D39F}"/>
              </a:ext>
            </a:extLst>
          </p:cNvPr>
          <p:cNvSpPr>
            <a:spLocks xmlns:a="http://schemas.openxmlformats.org/drawingml/2006/main" noGrp="1"/>
          </p:cNvSpPr>
          <p:nvPr>
            <p:ph type="sldNum" idx="4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pic>
        <p:nvPicPr>
          <p:cNvPr id="36" name="OTag"/>
          <p:cNvPicPr>
            <a:picLocks xmlns:a="http://schemas.openxmlformats.org/drawingml/2006/main" noChangeAspect="1"/>
          </p:cNvPicPr>
          <p:nvPr/>
        </p:nvPicPr>
        <p:blipFill>
          <a:blip xmlns:r="http://schemas.openxmlformats.org/officeDocument/2006/relationships" xmlns:a="http://schemas.openxmlformats.org/drawingml/2006/main" r:embed="Rf4d9869feb4d4f8f"/>
          <a:stretch xmlns:a="http://schemas.openxmlformats.org/drawingml/2006/main">
            <a:fillRect l="0" t="0" r="0" b="0"/>
          </a:stretch>
        </p:blipFill>
        <p:spPr>
          <a:xfrm xmlns:a="http://schemas.openxmlformats.org/drawingml/2006/main">
            <a:off x="11402373" y="6464808"/>
            <a:ext cx="393192" cy="393192"/>
          </a:xfrm>
          <a:prstGeom xmlns:a="http://schemas.openxmlformats.org/drawingml/2006/main" prst="rect">
            <a:avLst/>
          </a:prstGeom>
        </p:spPr>
      </p:pic>
      <p:pic>
        <p:nvPicPr>
          <p:cNvPr id="37" name="Graphic 3"/>
          <p:cNvPicPr>
            <a:picLocks xmlns:a="http://schemas.openxmlformats.org/drawingml/2006/main" noChangeAspect="1"/>
          </p:cNvPicPr>
          <p:nvPr/>
        </p:nvPicPr>
        <p:blipFill>
          <a:blip xmlns:r="http://schemas.openxmlformats.org/officeDocument/2006/relationships" xmlns:a="http://schemas.openxmlformats.org/drawingml/2006/main" r:embed="R11ad7bd90f1046da">
            <a:extLst>
              <a:ext uri="{96DAC541-7B7A-43D3-8B79-37D633B846F1}">
                <asvg:svgBlip xmlns:asvg="http://schemas.microsoft.com/office/drawing/2016/SVG/main" r:embed="R146f6465b42c4f60"/>
              </a:ext>
            </a:extLst>
          </a:blip>
          <a:stretch xmlns:a="http://schemas.openxmlformats.org/drawingml/2006/main">
            <a:fillRect l="0" t="0" r="0" b="0"/>
          </a:stretch>
        </p:blipFill>
        <p:spPr>
          <a:xfrm xmlns:a="http://schemas.openxmlformats.org/drawingml/2006/main">
            <a:off x="4419600" y="0"/>
            <a:ext cx="7772400" cy="5181600"/>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B0EC2F66-9907-2F15-B317-36B39B8BBE6F}"/>
              </a:ext>
            </a:extLst>
          </p:cNvPr>
          <p:cNvSpPr>
            <a:spLocks xmlns:a="http://schemas.openxmlformats.org/drawingml/2006/main" noGrp="1"/>
          </p:cNvSpPr>
          <p:nvPr/>
        </p:nvSpPr>
        <p:spPr>
          <a:xfrm xmlns:a="http://schemas.openxmlformats.org/drawingml/2006/main">
            <a:off x="792538" y="4502811"/>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39.xml><?xml version="1.0" encoding="utf-8"?>
<p:sldLayout xmlns:p="http://schemas.openxmlformats.org/presentationml/2006/main" preserve="1" userDrawn="1">
  <p:cSld name="Dark - Safe harbor_Pillar">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 statement</a:t>
            </a:r>
          </a:p>
        </p:txBody>
      </p:sp>
      <p:sp>
        <p:nvSpPr>
          <p:cNvPr id="8" name="TextBox 7">
            <a:extLst xmlns:a="http://schemas.openxmlformats.org/drawingml/2006/main">
              <a:ext uri="{FF2B5EF4-FFF2-40B4-BE49-F238E27FC236}">
                <a16:creationId xmlns:a16="http://schemas.microsoft.com/office/drawing/2014/main" id="{F2087D21-F78B-45C7-2C05-43C5D2F54367}"/>
              </a:ext>
            </a:extLst>
          </p:cNvPr>
          <p:cNvSpPr>
            <a:spLocks xmlns:a="http://schemas.openxmlformats.org/drawingml/2006/main" noGrp="1"/>
          </p:cNvSpPr>
          <p:nvPr/>
        </p:nvSpPr>
        <p:spPr>
          <a:xfrm xmlns:a="http://schemas.openxmlformats.org/drawingml/2006/main">
            <a:off x="762000" y="2344333"/>
            <a:ext cx="8854338" cy="17097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ts val="2120"/>
              </a:lnSpc>
              <a:spcAft>
                <a:spcPts val="0"/>
              </a:spcAft>
              <a:buNone/>
            </a:pPr>
            <a:r>
              <a:rPr sz="1800" b="0" i="0">
                <a:solidFill>
                  <a:schemeClr val="tx1"/>
                </a:solidFill>
                <a:latin typeface="+mn-lt"/>
                <a:ea typeface="+mn-lt"/>
                <a:cs typeface="+mn-lt"/>
              </a:rPr>
              <a:t>The following is intended to outline our general product direction. It is intended for information purposes only, and may not be incorporated into any contract. It is not a commitment to deliver any material, code, or functionality, and should not be relied upon in making purchasing decisions. The development, release, timing, and pricing of any features or functionality described for Oracle’s products may change and remains at the sole discretion of Oracle Corporation.</a:t>
            </a:r>
          </a:p>
        </p:txBody>
      </p:sp>
      <p:sp>
        <p:nvSpPr>
          <p:cNvPr id="2" name="Slide Number Placeholder 5">
            <a:extLst xmlns:a="http://schemas.openxmlformats.org/drawingml/2006/main">
              <a:ext uri="{FF2B5EF4-FFF2-40B4-BE49-F238E27FC236}">
                <a16:creationId xmlns:a16="http://schemas.microsoft.com/office/drawing/2014/main" id="{540641E3-ACAB-E839-02EF-7C57C307FABA}"/>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4" name="Footer Placeholder 4">
            <a:extLst xmlns:a="http://schemas.openxmlformats.org/drawingml/2006/main">
              <a:ext uri="{FF2B5EF4-FFF2-40B4-BE49-F238E27FC236}">
                <a16:creationId xmlns:a16="http://schemas.microsoft.com/office/drawing/2014/main" id="{BD409CAB-1191-6D39-1254-89464A0612E4}"/>
              </a:ext>
            </a:extLst>
          </p:cNvPr>
          <p:cNvSpPr>
            <a:spLocks xmlns:a="http://schemas.openxmlformats.org/drawingml/2006/main" noGrp="1"/>
          </p:cNvSpPr>
          <p:nvPr>
            <p:ph type="ftr" idx="39"/>
          </p:nvPr>
        </p:nvSpPr>
        <p:spPr>
          <a:xfrm xmlns:a="http://schemas.openxmlformats.org/drawingml/2006/main">
            <a:off x="1127758" y="6423978"/>
            <a:ext cx="8778240"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Date Placeholder 3">
            <a:extLst xmlns:a="http://schemas.openxmlformats.org/drawingml/2006/main">
              <a:ext uri="{FF2B5EF4-FFF2-40B4-BE49-F238E27FC236}">
                <a16:creationId xmlns:a16="http://schemas.microsoft.com/office/drawing/2014/main" id="{DC7047DB-AC61-D690-04AA-5A30B7A328DB}"/>
              </a:ext>
            </a:extLst>
          </p:cNvPr>
          <p:cNvSpPr>
            <a:spLocks xmlns:a="http://schemas.openxmlformats.org/drawingml/2006/main" noGrp="1"/>
          </p:cNvSpPr>
          <p:nvPr>
            <p:ph type="dt" idx="38"/>
          </p:nvPr>
        </p:nvSpPr>
        <p:spPr>
          <a:xfrm xmlns:a="http://schemas.openxmlformats.org/drawingml/2006/main">
            <a:off x="9951618" y="6425604"/>
            <a:ext cx="109728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40.xml><?xml version="1.0" encoding="utf-8"?>
<p:sldLayout xmlns:p="http://schemas.openxmlformats.org/presentationml/2006/main" preserve="1" userDrawn="1">
  <p:cSld name="Light - Safe harbor_Pillar">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 statement</a:t>
            </a:r>
          </a:p>
        </p:txBody>
      </p:sp>
      <p:sp>
        <p:nvSpPr>
          <p:cNvPr id="5" name="TextBox 4">
            <a:extLst xmlns:a="http://schemas.openxmlformats.org/drawingml/2006/main">
              <a:ext uri="{FF2B5EF4-FFF2-40B4-BE49-F238E27FC236}">
                <a16:creationId xmlns:a16="http://schemas.microsoft.com/office/drawing/2014/main" id="{CA4392FF-7C2C-D37B-DD7D-60C8C946E8C6}"/>
              </a:ext>
            </a:extLst>
          </p:cNvPr>
          <p:cNvSpPr>
            <a:spLocks xmlns:a="http://schemas.openxmlformats.org/drawingml/2006/main" noGrp="1"/>
          </p:cNvSpPr>
          <p:nvPr/>
        </p:nvSpPr>
        <p:spPr>
          <a:xfrm xmlns:a="http://schemas.openxmlformats.org/drawingml/2006/main">
            <a:off x="762000" y="2344333"/>
            <a:ext cx="8854338" cy="17097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ts val="2120"/>
              </a:lnSpc>
              <a:spcAft>
                <a:spcPts val="0"/>
              </a:spcAft>
              <a:buNone/>
            </a:pPr>
            <a:r>
              <a:rPr sz="1800" b="0" i="0">
                <a:solidFill>
                  <a:schemeClr val="tx1"/>
                </a:solidFill>
                <a:latin typeface="+mn-lt"/>
                <a:ea typeface="+mn-lt"/>
                <a:cs typeface="+mn-lt"/>
              </a:rPr>
              <a:t>The following is intended to outline our general product direction. It is intended for information purposes only, and may not be incorporated into any contract. It is not a commitment to deliver any material, code, or functionality, and should not be relied upon in making purchasing decisions. The development, release, timing, and pricing of any features or functionality described for Oracle’s products may change and remains at the sole discretion of Oracle Corporation.</a:t>
            </a:r>
          </a:p>
        </p:txBody>
      </p:sp>
      <p:sp>
        <p:nvSpPr>
          <p:cNvPr id="4" name="Date Placeholder 3">
            <a:extLst xmlns:a="http://schemas.openxmlformats.org/drawingml/2006/main">
              <a:ext uri="{FF2B5EF4-FFF2-40B4-BE49-F238E27FC236}">
                <a16:creationId xmlns:a16="http://schemas.microsoft.com/office/drawing/2014/main" id="{FCF6CFC0-B1A7-65DC-D50E-11CA6C5980B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4C76ABC6-F319-24F4-BEE1-D506B2F9E4A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8A82F60B-DD6F-FC5C-113A-1BAB731F379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41.xml><?xml version="1.0" encoding="utf-8"?>
<p:sldLayout xmlns:p="http://schemas.openxmlformats.org/presentationml/2006/main" preserve="1" userDrawn="1">
  <p:cSld name="Note on safe harbor/forward looking">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harbor/forward looking</a:t>
            </a:r>
          </a:p>
        </p:txBody>
      </p:sp>
      <p:sp>
        <p:nvSpPr>
          <p:cNvPr id="17" name="TextBox 16">
            <a:extLst xmlns:a="http://schemas.openxmlformats.org/drawingml/2006/main">
              <a:ext uri="{FF2B5EF4-FFF2-40B4-BE49-F238E27FC236}">
                <a16:creationId xmlns:a16="http://schemas.microsoft.com/office/drawing/2014/main" id="{E5EA32E2-5AE7-3199-6814-98A3082209E7}"/>
              </a:ext>
            </a:extLst>
          </p:cNvPr>
          <p:cNvSpPr>
            <a:spLocks xmlns:a="http://schemas.openxmlformats.org/drawingml/2006/main" noGrp="1"/>
          </p:cNvSpPr>
          <p:nvPr/>
        </p:nvSpPr>
        <p:spPr>
          <a:xfrm xmlns:a="http://schemas.openxmlformats.org/drawingml/2006/main">
            <a:off x="762000" y="1608575"/>
            <a:ext cx="5084064" cy="327839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Legal Entity footer is required on every slide.</a:t>
            </a:r>
          </a:p>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Regulatory Statement is required on the title slide, and Forward-Looking statement slide (if the Forward-Looking statement slide is needed).</a:t>
            </a:r>
          </a:p>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Forward-Looking statement and Safe Harbor slides are required only for external presentations that pertain to:</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Product launches</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Executive presentations</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Keynotes at major events</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Events attended by financial analysts</a:t>
            </a:r>
          </a:p>
        </p:txBody>
      </p:sp>
      <p:sp>
        <p:nvSpPr>
          <p:cNvPr id="19" name="TextBox 18">
            <a:extLst xmlns:a="http://schemas.openxmlformats.org/drawingml/2006/main">
              <a:ext uri="{FF2B5EF4-FFF2-40B4-BE49-F238E27FC236}">
                <a16:creationId xmlns:a16="http://schemas.microsoft.com/office/drawing/2014/main" id="{08E9360F-1286-D2C8-A87B-E68B6EAEB555}"/>
              </a:ext>
            </a:extLst>
          </p:cNvPr>
          <p:cNvSpPr>
            <a:spLocks xmlns:a="http://schemas.openxmlformats.org/drawingml/2006/main" noGrp="1"/>
          </p:cNvSpPr>
          <p:nvPr/>
        </p:nvSpPr>
        <p:spPr>
          <a:xfrm xmlns:a="http://schemas.openxmlformats.org/drawingml/2006/main">
            <a:off x="6345936" y="1608575"/>
            <a:ext cx="5084064" cy="3414589"/>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If it is required, it should appear twice: after the title slide and at the end of the slide deck.  When video recording, there should be a 3  second camera hold on the final slide. </a:t>
            </a:r>
          </a:p>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Safe harbor slide should be placed immediately following the title slide. </a:t>
            </a:r>
          </a:p>
          <a:p xmlns:a="http://schemas.openxmlformats.org/drawingml/2006/main">
            <a:pPr marL="0" indent="0" algn="l">
              <a:lnSpc>
                <a:spcPct val="120000"/>
              </a:lnSpc>
              <a:spcBef>
                <a:spcPts val="0"/>
              </a:spcBef>
              <a:spcAft>
                <a:spcPts val="900"/>
              </a:spcAft>
              <a:buNone/>
            </a:pPr>
            <a:r>
              <a:rPr sz="1400" b="0" i="0">
                <a:solidFill>
                  <a:srgbClr val="C74634"/>
                </a:solidFill>
                <a:latin typeface="Oracle Sans"/>
                <a:ea typeface="Oracle Sans"/>
                <a:cs typeface="Oracle Sans"/>
              </a:rPr>
              <a:t>If the presentation does not pertain to any one of the above, the Forward-Looking statement and Safe harbor slides can be left out entirely and should be deleted</a:t>
            </a:r>
          </a:p>
        </p:txBody>
      </p:sp>
      <p:cxnSp>
        <p:nvCxnSpPr>
          <p:cNvPr id="20" name="Column Divider"/>
          <p:cNvCxnSpPr/>
          <p:nvPr/>
        </p:nvCxnSpPr>
        <p:spPr>
          <a:xfrm xmlns:a="http://schemas.openxmlformats.org/drawingml/2006/main">
            <a:off x="6109577" y="160857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4" name="Date Placeholder 3">
            <a:extLst xmlns:a="http://schemas.openxmlformats.org/drawingml/2006/main">
              <a:ext uri="{FF2B5EF4-FFF2-40B4-BE49-F238E27FC236}">
                <a16:creationId xmlns:a16="http://schemas.microsoft.com/office/drawing/2014/main" id="{95B96578-F41B-DA61-4EC1-4DEE5B0E239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004F2E29-C807-15E0-8296-5227CFB29CE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C066A835-2125-F224-B764-2D2970588D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42.xml><?xml version="1.0" encoding="utf-8"?>
<p:sldLayout xmlns:p="http://schemas.openxmlformats.org/presentationml/2006/main" preserve="1" userDrawn="1">
  <p:cSld name="Speaker_1_Name">
    <p:bg>
      <p:bgRef idx="1001">
        <a:schemeClr xmlns:a="http://schemas.openxmlformats.org/drawingml/2006/main" val="bg2"/>
      </p:bgRef>
    </p:bg>
    <p:spTree>
      <p:nvGrpSpPr>
        <p:cNvPr id="1" name=""/>
        <p:cNvGrpSpPr/>
        <p:nvPr/>
      </p:nvGrpSpPr>
      <p:grpSpPr>
        <a:xfrm xmlns:a="http://schemas.openxmlformats.org/drawingml/2006/main"/>
      </p:grpSpPr>
      <p:pic>
        <p:nvPicPr>
          <p:cNvPr id="1" name="Graphic 1"/>
          <p:cNvPicPr>
            <a:picLocks xmlns:a="http://schemas.openxmlformats.org/drawingml/2006/main" noChangeAspect="1"/>
          </p:cNvPicPr>
          <p:nvPr/>
        </p:nvPicPr>
        <p:blipFill>
          <a:blip xmlns:r="http://schemas.openxmlformats.org/officeDocument/2006/relationships" xmlns:a="http://schemas.openxmlformats.org/drawingml/2006/main" r:embed="R41a0e843e484438c">
            <a:extLst>
              <a:ext uri="{96DAC541-7B7A-43D3-8B79-37D633B846F1}">
                <asvg:svgBlip xmlns:asvg="http://schemas.microsoft.com/office/drawing/2016/SVG/main" r:embed="Rf60d0d2125864818"/>
              </a:ext>
            </a:extLst>
          </a:blip>
          <a:srcRect xmlns:a="http://schemas.openxmlformats.org/drawingml/2006/main" l="5687" t="0" r="0" b="27270"/>
          <a:stretch xmlns:a="http://schemas.openxmlformats.org/drawingml/2006/main"/>
        </p:blipFill>
        <p:spPr>
          <a:xfrm xmlns:a="http://schemas.openxmlformats.org/drawingml/2006/main" rot="10800000">
            <a:off x="0" y="3611878"/>
            <a:ext cx="6314112" cy="3246122"/>
          </a:xfrm>
          <a:prstGeom xmlns:a="http://schemas.openxmlformats.org/drawingml/2006/main" prst="rect">
            <a:avLst/>
          </a:prstGeom>
        </p:spPr>
      </p:pic>
      <p:pic>
        <p:nvPicPr>
          <p:cNvPr id="2" name="Graphic 2"/>
          <p:cNvPicPr>
            <a:picLocks xmlns:a="http://schemas.openxmlformats.org/drawingml/2006/main" noChangeAspect="1"/>
          </p:cNvPicPr>
          <p:nvPr/>
        </p:nvPicPr>
        <p:blipFill>
          <a:blip xmlns:r="http://schemas.openxmlformats.org/officeDocument/2006/relationships" xmlns:a="http://schemas.openxmlformats.org/drawingml/2006/main" r:embed="R41a0e843e484438c">
            <a:extLst>
              <a:ext uri="{96DAC541-7B7A-43D3-8B79-37D633B846F1}">
                <asvg:svgBlip xmlns:asvg="http://schemas.microsoft.com/office/drawing/2016/SVG/main" r:embed="Rf60d0d2125864818"/>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One speaker on stage</a:t>
            </a:r>
          </a:p>
        </p:txBody>
      </p:sp>
      <p:sp>
        <p:nvSpPr>
          <p:cNvPr id="4" name="Text Placeholder 33">
            <a:extLst xmlns:a="http://schemas.openxmlformats.org/drawingml/2006/main">
              <a:ext uri="{FF2B5EF4-FFF2-40B4-BE49-F238E27FC236}">
                <a16:creationId xmlns:a16="http://schemas.microsoft.com/office/drawing/2014/main" id="{23FEB0B4-B182-7549-DC07-DDA74F8C8764}"/>
              </a:ext>
            </a:extLst>
          </p:cNvPr>
          <p:cNvSpPr>
            <a:spLocks xmlns:a="http://schemas.openxmlformats.org/drawingml/2006/main" noGrp="1"/>
          </p:cNvSpPr>
          <p:nvPr>
            <p:ph type="body" idx="13" hasCustomPrompt="1"/>
          </p:nvPr>
        </p:nvSpPr>
        <p:spPr>
          <a:xfrm xmlns:a="http://schemas.openxmlformats.org/drawingml/2006/main">
            <a:off x="3810000" y="2720621"/>
            <a:ext cx="4572000" cy="640073"/>
          </a:xfrm>
        </p:spPr>
        <p:txBody>
          <a:bodyPr xmlns:a="http://schemas.openxmlformats.org/drawingml/2006/main" vert="horz" lIns="0" tIns="0" rIns="0" bIns="0" anchor="b">
            <a:noAutofit/>
          </a:bodyPr>
          <a:lstStyle xmlns:a="http://schemas.openxmlformats.org/drawingml/2006/main">
            <a:lvl1pPr algn="ctr">
              <a:lnSpc>
                <a:spcPct val="100000"/>
              </a:lnSpc>
              <a:buNone/>
              <a:defRPr sz="28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5" name="Text Placeholder 33">
            <a:extLst xmlns:a="http://schemas.openxmlformats.org/drawingml/2006/main">
              <a:ext uri="{FF2B5EF4-FFF2-40B4-BE49-F238E27FC236}">
                <a16:creationId xmlns:a16="http://schemas.microsoft.com/office/drawing/2014/main" id="{580B83F2-896B-0C6B-B807-89AAAC67626C}"/>
              </a:ext>
            </a:extLst>
          </p:cNvPr>
          <p:cNvSpPr>
            <a:spLocks xmlns:a="http://schemas.openxmlformats.org/drawingml/2006/main" noGrp="1"/>
          </p:cNvSpPr>
          <p:nvPr>
            <p:ph type="body" idx="14" hasCustomPrompt="1"/>
          </p:nvPr>
        </p:nvSpPr>
        <p:spPr>
          <a:xfrm xmlns:a="http://schemas.openxmlformats.org/drawingml/2006/main">
            <a:off x="3810000" y="3359674"/>
            <a:ext cx="4572000" cy="640073"/>
          </a:xfrm>
        </p:spPr>
        <p:txBody>
          <a:bodyPr xmlns:a="http://schemas.openxmlformats.org/drawingml/2006/main" vert="horz" lIns="0" tIns="0" rIns="0" bIns="0" anchor="t">
            <a:noAutofit/>
          </a:bodyPr>
          <a:lstStyle xmlns:a="http://schemas.openxmlformats.org/drawingml/2006/main">
            <a:lvl1pPr algn="ctr">
              <a:lnSpc>
                <a:spcPct val="100000"/>
              </a:lnSpc>
              <a:buNone/>
              <a:defRPr sz="2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 name="Date Placeholder 8">
            <a:extLst xmlns:a="http://schemas.openxmlformats.org/drawingml/2006/main">
              <a:ext uri="{FF2B5EF4-FFF2-40B4-BE49-F238E27FC236}">
                <a16:creationId xmlns:a16="http://schemas.microsoft.com/office/drawing/2014/main" id="{FC3CEA58-179F-2A16-604F-3072E3C9807D}"/>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C99DE84C-7B40-1840-AE80-6C87B6D87D8C}"/>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FFA2DC16-243A-C0C9-6E71-9B8652B906C1}"/>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3.xml><?xml version="1.0" encoding="utf-8"?>
<p:sldLayout xmlns:p="http://schemas.openxmlformats.org/presentationml/2006/main" preserve="1" userDrawn="1">
  <p:cSld name="Speaker_2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Two speakers on stage</a:t>
            </a:r>
          </a:p>
        </p:txBody>
      </p:sp>
      <p:pic>
        <p:nvPicPr>
          <p:cNvPr id="9" name="Graphic 2"/>
          <p:cNvPicPr>
            <a:picLocks xmlns:a="http://schemas.openxmlformats.org/drawingml/2006/main" noChangeAspect="1"/>
          </p:cNvPicPr>
          <p:nvPr/>
        </p:nvPicPr>
        <p:blipFill>
          <a:blip xmlns:r="http://schemas.openxmlformats.org/officeDocument/2006/relationships" xmlns:a="http://schemas.openxmlformats.org/drawingml/2006/main" r:embed="R6df1b40caad34659">
            <a:extLst>
              <a:ext uri="{96DAC541-7B7A-43D3-8B79-37D633B846F1}">
                <asvg:svgBlip xmlns:asvg="http://schemas.microsoft.com/office/drawing/2016/SVG/main" r:embed="Rc002d4e685644eeb"/>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6" name="Text Placeholder 33">
            <a:extLst xmlns:a="http://schemas.openxmlformats.org/drawingml/2006/main">
              <a:ext uri="{FF2B5EF4-FFF2-40B4-BE49-F238E27FC236}">
                <a16:creationId xmlns:a16="http://schemas.microsoft.com/office/drawing/2014/main" id="{B08936F9-0286-6F6F-D932-A07929F397D4}"/>
              </a:ext>
            </a:extLst>
          </p:cNvPr>
          <p:cNvSpPr>
            <a:spLocks xmlns:a="http://schemas.openxmlformats.org/drawingml/2006/main" noGrp="1"/>
          </p:cNvSpPr>
          <p:nvPr>
            <p:ph type="body" idx="13" hasCustomPrompt="1"/>
          </p:nvPr>
        </p:nvSpPr>
        <p:spPr>
          <a:xfrm xmlns:a="http://schemas.openxmlformats.org/drawingml/2006/main">
            <a:off x="807676" y="1937607"/>
            <a:ext cx="5120640" cy="640073"/>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7" name="Text Placeholder 33">
            <a:extLst xmlns:a="http://schemas.openxmlformats.org/drawingml/2006/main">
              <a:ext uri="{FF2B5EF4-FFF2-40B4-BE49-F238E27FC236}">
                <a16:creationId xmlns:a16="http://schemas.microsoft.com/office/drawing/2014/main" id="{0715FEE8-35E5-A66D-91EB-17A751EFD8E6}"/>
              </a:ext>
            </a:extLst>
          </p:cNvPr>
          <p:cNvSpPr>
            <a:spLocks xmlns:a="http://schemas.openxmlformats.org/drawingml/2006/main" noGrp="1"/>
          </p:cNvSpPr>
          <p:nvPr>
            <p:ph type="body" idx="14" hasCustomPrompt="1"/>
          </p:nvPr>
        </p:nvSpPr>
        <p:spPr>
          <a:xfrm xmlns:a="http://schemas.openxmlformats.org/drawingml/2006/main">
            <a:off x="807676" y="2576660"/>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20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2" name="Text Placeholder 33">
            <a:extLst xmlns:a="http://schemas.openxmlformats.org/drawingml/2006/main">
              <a:ext uri="{FF2B5EF4-FFF2-40B4-BE49-F238E27FC236}">
                <a16:creationId xmlns:a16="http://schemas.microsoft.com/office/drawing/2014/main" id="{A476E992-5CB8-77CD-3D59-FC21C7FE9867}"/>
              </a:ext>
            </a:extLst>
          </p:cNvPr>
          <p:cNvSpPr>
            <a:spLocks xmlns:a="http://schemas.openxmlformats.org/drawingml/2006/main" noGrp="1"/>
          </p:cNvSpPr>
          <p:nvPr>
            <p:ph type="body" idx="19" hasCustomPrompt="1"/>
          </p:nvPr>
        </p:nvSpPr>
        <p:spPr>
          <a:xfrm xmlns:a="http://schemas.openxmlformats.org/drawingml/2006/main">
            <a:off x="792538" y="3429000"/>
            <a:ext cx="5120640" cy="640073"/>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3" name="Text Placeholder 33">
            <a:extLst xmlns:a="http://schemas.openxmlformats.org/drawingml/2006/main">
              <a:ext uri="{FF2B5EF4-FFF2-40B4-BE49-F238E27FC236}">
                <a16:creationId xmlns:a16="http://schemas.microsoft.com/office/drawing/2014/main" id="{A493C7D7-4F9B-DA7C-D7EB-59661A8EBDF7}"/>
              </a:ext>
            </a:extLst>
          </p:cNvPr>
          <p:cNvSpPr>
            <a:spLocks xmlns:a="http://schemas.openxmlformats.org/drawingml/2006/main" noGrp="1"/>
          </p:cNvSpPr>
          <p:nvPr>
            <p:ph type="body" idx="20" hasCustomPrompt="1"/>
          </p:nvPr>
        </p:nvSpPr>
        <p:spPr>
          <a:xfrm xmlns:a="http://schemas.openxmlformats.org/drawingml/2006/main">
            <a:off x="792538" y="4068053"/>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20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44.xml><?xml version="1.0" encoding="utf-8"?>
<p:sldLayout xmlns:p="http://schemas.openxmlformats.org/presentationml/2006/main" preserve="1" userDrawn="1">
  <p:cSld name="Speaker_3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Three speakers on stage</a:t>
            </a:r>
          </a:p>
        </p:txBody>
      </p:sp>
      <p:pic>
        <p:nvPicPr>
          <p:cNvPr id="9" name="Graphic 2"/>
          <p:cNvPicPr>
            <a:picLocks xmlns:a="http://schemas.openxmlformats.org/drawingml/2006/main" noChangeAspect="1"/>
          </p:cNvPicPr>
          <p:nvPr/>
        </p:nvPicPr>
        <p:blipFill>
          <a:blip xmlns:r="http://schemas.openxmlformats.org/officeDocument/2006/relationships" xmlns:a="http://schemas.openxmlformats.org/drawingml/2006/main" r:embed="R5bfab2d6eaee4087">
            <a:extLst>
              <a:ext uri="{96DAC541-7B7A-43D3-8B79-37D633B846F1}">
                <asvg:svgBlip xmlns:asvg="http://schemas.microsoft.com/office/drawing/2016/SVG/main" r:embed="R25dff2a059964fca"/>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2" name="Text Placeholder 33">
            <a:extLst xmlns:a="http://schemas.openxmlformats.org/drawingml/2006/main">
              <a:ext uri="{FF2B5EF4-FFF2-40B4-BE49-F238E27FC236}">
                <a16:creationId xmlns:a16="http://schemas.microsoft.com/office/drawing/2014/main" id="{B9B847CE-1494-EB76-B9F7-38F201281C5C}"/>
              </a:ext>
            </a:extLst>
          </p:cNvPr>
          <p:cNvSpPr>
            <a:spLocks xmlns:a="http://schemas.openxmlformats.org/drawingml/2006/main" noGrp="1"/>
          </p:cNvSpPr>
          <p:nvPr>
            <p:ph type="body" idx="13" hasCustomPrompt="1"/>
          </p:nvPr>
        </p:nvSpPr>
        <p:spPr>
          <a:xfrm xmlns:a="http://schemas.openxmlformats.org/drawingml/2006/main">
            <a:off x="797773" y="1325903"/>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4" name="Text Placeholder 33">
            <a:extLst xmlns:a="http://schemas.openxmlformats.org/drawingml/2006/main">
              <a:ext uri="{FF2B5EF4-FFF2-40B4-BE49-F238E27FC236}">
                <a16:creationId xmlns:a16="http://schemas.microsoft.com/office/drawing/2014/main" id="{2CBD8601-0EE0-1C22-9AF2-15631BDB0B16}"/>
              </a:ext>
            </a:extLst>
          </p:cNvPr>
          <p:cNvSpPr>
            <a:spLocks xmlns:a="http://schemas.openxmlformats.org/drawingml/2006/main" noGrp="1"/>
          </p:cNvSpPr>
          <p:nvPr>
            <p:ph type="body" idx="14" hasCustomPrompt="1"/>
          </p:nvPr>
        </p:nvSpPr>
        <p:spPr>
          <a:xfrm xmlns:a="http://schemas.openxmlformats.org/drawingml/2006/main">
            <a:off x="797774" y="1964957"/>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Text Placeholder 33">
            <a:extLst xmlns:a="http://schemas.openxmlformats.org/drawingml/2006/main">
              <a:ext uri="{FF2B5EF4-FFF2-40B4-BE49-F238E27FC236}">
                <a16:creationId xmlns:a16="http://schemas.microsoft.com/office/drawing/2014/main" id="{0A0EB793-5D1B-7CAC-A983-72F74B5C0FB6}"/>
              </a:ext>
            </a:extLst>
          </p:cNvPr>
          <p:cNvSpPr>
            <a:spLocks xmlns:a="http://schemas.openxmlformats.org/drawingml/2006/main" noGrp="1"/>
          </p:cNvSpPr>
          <p:nvPr>
            <p:ph type="body" idx="28" hasCustomPrompt="1"/>
          </p:nvPr>
        </p:nvSpPr>
        <p:spPr>
          <a:xfrm xmlns:a="http://schemas.openxmlformats.org/drawingml/2006/main">
            <a:off x="792538" y="2792454"/>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4" name="Text Placeholder 33">
            <a:extLst xmlns:a="http://schemas.openxmlformats.org/drawingml/2006/main">
              <a:ext uri="{FF2B5EF4-FFF2-40B4-BE49-F238E27FC236}">
                <a16:creationId xmlns:a16="http://schemas.microsoft.com/office/drawing/2014/main" id="{C8830B92-077C-42C2-7CF4-32E57CCAA196}"/>
              </a:ext>
            </a:extLst>
          </p:cNvPr>
          <p:cNvSpPr>
            <a:spLocks xmlns:a="http://schemas.openxmlformats.org/drawingml/2006/main" noGrp="1"/>
          </p:cNvSpPr>
          <p:nvPr>
            <p:ph type="body" idx="29" hasCustomPrompt="1"/>
          </p:nvPr>
        </p:nvSpPr>
        <p:spPr>
          <a:xfrm xmlns:a="http://schemas.openxmlformats.org/drawingml/2006/main">
            <a:off x="792539" y="3431508"/>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5" name="Text Placeholder 33">
            <a:extLst xmlns:a="http://schemas.openxmlformats.org/drawingml/2006/main">
              <a:ext uri="{FF2B5EF4-FFF2-40B4-BE49-F238E27FC236}">
                <a16:creationId xmlns:a16="http://schemas.microsoft.com/office/drawing/2014/main" id="{283801B3-C270-4242-E8A4-95C95B9D6FBD}"/>
              </a:ext>
            </a:extLst>
          </p:cNvPr>
          <p:cNvSpPr>
            <a:spLocks xmlns:a="http://schemas.openxmlformats.org/drawingml/2006/main" noGrp="1"/>
          </p:cNvSpPr>
          <p:nvPr>
            <p:ph type="body" idx="30" hasCustomPrompt="1"/>
          </p:nvPr>
        </p:nvSpPr>
        <p:spPr>
          <a:xfrm xmlns:a="http://schemas.openxmlformats.org/drawingml/2006/main">
            <a:off x="795484" y="4312293"/>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6" name="Text Placeholder 33">
            <a:extLst xmlns:a="http://schemas.openxmlformats.org/drawingml/2006/main">
              <a:ext uri="{FF2B5EF4-FFF2-40B4-BE49-F238E27FC236}">
                <a16:creationId xmlns:a16="http://schemas.microsoft.com/office/drawing/2014/main" id="{BF454C50-6F7C-4662-4836-A1158EEF6D4C}"/>
              </a:ext>
            </a:extLst>
          </p:cNvPr>
          <p:cNvSpPr>
            <a:spLocks xmlns:a="http://schemas.openxmlformats.org/drawingml/2006/main" noGrp="1"/>
          </p:cNvSpPr>
          <p:nvPr>
            <p:ph type="body" idx="31" hasCustomPrompt="1"/>
          </p:nvPr>
        </p:nvSpPr>
        <p:spPr>
          <a:xfrm xmlns:a="http://schemas.openxmlformats.org/drawingml/2006/main">
            <a:off x="795485" y="4951347"/>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5.xml><?xml version="1.0" encoding="utf-8"?>
<p:sldLayout xmlns:p="http://schemas.openxmlformats.org/presentationml/2006/main" preserve="1" userDrawn="1">
  <p:cSld name="Speaker_4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Four speakers on stage</a:t>
            </a:r>
          </a:p>
        </p:txBody>
      </p:sp>
      <p:pic>
        <p:nvPicPr>
          <p:cNvPr id="9" name="Graphic 2"/>
          <p:cNvPicPr>
            <a:picLocks xmlns:a="http://schemas.openxmlformats.org/drawingml/2006/main" noChangeAspect="1"/>
          </p:cNvPicPr>
          <p:nvPr/>
        </p:nvPicPr>
        <p:blipFill>
          <a:blip xmlns:r="http://schemas.openxmlformats.org/officeDocument/2006/relationships" xmlns:a="http://schemas.openxmlformats.org/drawingml/2006/main" r:embed="Ra2e0e68b3c0b4612">
            <a:extLst>
              <a:ext uri="{96DAC541-7B7A-43D3-8B79-37D633B846F1}">
                <asvg:svgBlip xmlns:asvg="http://schemas.microsoft.com/office/drawing/2016/SVG/main" r:embed="Rd3b1c3785c6e48b9"/>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6" name="Text Placeholder 33">
            <a:extLst xmlns:a="http://schemas.openxmlformats.org/drawingml/2006/main">
              <a:ext uri="{FF2B5EF4-FFF2-40B4-BE49-F238E27FC236}">
                <a16:creationId xmlns:a16="http://schemas.microsoft.com/office/drawing/2014/main" id="{F9F38D12-CAEB-FD20-511D-40562DCAA1EA}"/>
              </a:ext>
            </a:extLst>
          </p:cNvPr>
          <p:cNvSpPr>
            <a:spLocks xmlns:a="http://schemas.openxmlformats.org/drawingml/2006/main" noGrp="1"/>
          </p:cNvSpPr>
          <p:nvPr>
            <p:ph type="body" idx="13" hasCustomPrompt="1"/>
          </p:nvPr>
        </p:nvSpPr>
        <p:spPr>
          <a:xfrm xmlns:a="http://schemas.openxmlformats.org/drawingml/2006/main">
            <a:off x="784794" y="2108629"/>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7" name="Text Placeholder 33">
            <a:extLst xmlns:a="http://schemas.openxmlformats.org/drawingml/2006/main">
              <a:ext uri="{FF2B5EF4-FFF2-40B4-BE49-F238E27FC236}">
                <a16:creationId xmlns:a16="http://schemas.microsoft.com/office/drawing/2014/main" id="{A141B714-1A78-6D82-F378-939B470D8736}"/>
              </a:ext>
            </a:extLst>
          </p:cNvPr>
          <p:cNvSpPr>
            <a:spLocks xmlns:a="http://schemas.openxmlformats.org/drawingml/2006/main" noGrp="1"/>
          </p:cNvSpPr>
          <p:nvPr>
            <p:ph type="body" idx="14" hasCustomPrompt="1"/>
          </p:nvPr>
        </p:nvSpPr>
        <p:spPr>
          <a:xfrm xmlns:a="http://schemas.openxmlformats.org/drawingml/2006/main">
            <a:off x="784795" y="2747683"/>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
        <p:nvSpPr>
          <p:cNvPr id="12" name="Text Placeholder 33">
            <a:extLst xmlns:a="http://schemas.openxmlformats.org/drawingml/2006/main">
              <a:ext uri="{FF2B5EF4-FFF2-40B4-BE49-F238E27FC236}">
                <a16:creationId xmlns:a16="http://schemas.microsoft.com/office/drawing/2014/main" id="{B1EDA4C5-F281-1193-82E6-0BFE5AE994AE}"/>
              </a:ext>
            </a:extLst>
          </p:cNvPr>
          <p:cNvSpPr>
            <a:spLocks xmlns:a="http://schemas.openxmlformats.org/drawingml/2006/main" noGrp="1"/>
          </p:cNvSpPr>
          <p:nvPr>
            <p:ph type="body" idx="35" hasCustomPrompt="1"/>
          </p:nvPr>
        </p:nvSpPr>
        <p:spPr>
          <a:xfrm xmlns:a="http://schemas.openxmlformats.org/drawingml/2006/main">
            <a:off x="784795" y="3484327"/>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3" name="Text Placeholder 33">
            <a:extLst xmlns:a="http://schemas.openxmlformats.org/drawingml/2006/main">
              <a:ext uri="{FF2B5EF4-FFF2-40B4-BE49-F238E27FC236}">
                <a16:creationId xmlns:a16="http://schemas.microsoft.com/office/drawing/2014/main" id="{F247EF2C-2986-0D95-AC50-EE6C68BB5CE4}"/>
              </a:ext>
            </a:extLst>
          </p:cNvPr>
          <p:cNvSpPr>
            <a:spLocks xmlns:a="http://schemas.openxmlformats.org/drawingml/2006/main" noGrp="1"/>
          </p:cNvSpPr>
          <p:nvPr>
            <p:ph type="body" idx="36" hasCustomPrompt="1"/>
          </p:nvPr>
        </p:nvSpPr>
        <p:spPr>
          <a:xfrm xmlns:a="http://schemas.openxmlformats.org/drawingml/2006/main">
            <a:off x="784796" y="4123381"/>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
        <p:nvSpPr>
          <p:cNvPr id="17" name="Text Placeholder 33">
            <a:extLst xmlns:a="http://schemas.openxmlformats.org/drawingml/2006/main">
              <a:ext uri="{FF2B5EF4-FFF2-40B4-BE49-F238E27FC236}">
                <a16:creationId xmlns:a16="http://schemas.microsoft.com/office/drawing/2014/main" id="{0B404AA4-79A5-18F0-CE9F-3921A0925B1E}"/>
              </a:ext>
            </a:extLst>
          </p:cNvPr>
          <p:cNvSpPr>
            <a:spLocks xmlns:a="http://schemas.openxmlformats.org/drawingml/2006/main" noGrp="1"/>
          </p:cNvSpPr>
          <p:nvPr>
            <p:ph type="body" idx="37" hasCustomPrompt="1"/>
          </p:nvPr>
        </p:nvSpPr>
        <p:spPr>
          <a:xfrm xmlns:a="http://schemas.openxmlformats.org/drawingml/2006/main">
            <a:off x="5806438" y="2130723"/>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8" name="Text Placeholder 33">
            <a:extLst xmlns:a="http://schemas.openxmlformats.org/drawingml/2006/main">
              <a:ext uri="{FF2B5EF4-FFF2-40B4-BE49-F238E27FC236}">
                <a16:creationId xmlns:a16="http://schemas.microsoft.com/office/drawing/2014/main" id="{097CCA77-6454-4A36-DDFB-A9DE63B5C7E2}"/>
              </a:ext>
            </a:extLst>
          </p:cNvPr>
          <p:cNvSpPr>
            <a:spLocks xmlns:a="http://schemas.openxmlformats.org/drawingml/2006/main" noGrp="1"/>
          </p:cNvSpPr>
          <p:nvPr>
            <p:ph type="body" idx="38" hasCustomPrompt="1"/>
          </p:nvPr>
        </p:nvSpPr>
        <p:spPr>
          <a:xfrm xmlns:a="http://schemas.openxmlformats.org/drawingml/2006/main">
            <a:off x="5806439" y="2769777"/>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
        <p:nvSpPr>
          <p:cNvPr id="19" name="Text Placeholder 33">
            <a:extLst xmlns:a="http://schemas.openxmlformats.org/drawingml/2006/main">
              <a:ext uri="{FF2B5EF4-FFF2-40B4-BE49-F238E27FC236}">
                <a16:creationId xmlns:a16="http://schemas.microsoft.com/office/drawing/2014/main" id="{644A9E89-1875-451D-C69D-99660290007D}"/>
              </a:ext>
            </a:extLst>
          </p:cNvPr>
          <p:cNvSpPr>
            <a:spLocks xmlns:a="http://schemas.openxmlformats.org/drawingml/2006/main" noGrp="1"/>
          </p:cNvSpPr>
          <p:nvPr>
            <p:ph type="body" idx="39" hasCustomPrompt="1"/>
          </p:nvPr>
        </p:nvSpPr>
        <p:spPr>
          <a:xfrm xmlns:a="http://schemas.openxmlformats.org/drawingml/2006/main">
            <a:off x="5806439" y="3506421"/>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0" name="Text Placeholder 33">
            <a:extLst xmlns:a="http://schemas.openxmlformats.org/drawingml/2006/main">
              <a:ext uri="{FF2B5EF4-FFF2-40B4-BE49-F238E27FC236}">
                <a16:creationId xmlns:a16="http://schemas.microsoft.com/office/drawing/2014/main" id="{EC89510A-FA47-936C-E9A3-AD214B164A82}"/>
              </a:ext>
            </a:extLst>
          </p:cNvPr>
          <p:cNvSpPr>
            <a:spLocks xmlns:a="http://schemas.openxmlformats.org/drawingml/2006/main" noGrp="1"/>
          </p:cNvSpPr>
          <p:nvPr>
            <p:ph type="body" idx="40" hasCustomPrompt="1"/>
          </p:nvPr>
        </p:nvSpPr>
        <p:spPr>
          <a:xfrm xmlns:a="http://schemas.openxmlformats.org/drawingml/2006/main">
            <a:off x="5806440" y="4145475"/>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Tree>
  </p:cSld>
</p:sldLayout>
</file>

<file path=ppt/slideLayouts/slideLayout46.xml><?xml version="1.0" encoding="utf-8"?>
<p:sldLayout xmlns:p="http://schemas.openxmlformats.org/presentationml/2006/main" preserve="1" userDrawn="1">
  <p:cSld name="Dark - Agenda">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f45cb2bd28974ed3">
            <a:extLst>
              <a:ext uri="{96DAC541-7B7A-43D3-8B79-37D633B846F1}">
                <asvg:svgBlip xmlns:asvg="http://schemas.microsoft.com/office/drawing/2016/SVG/main" r:embed="Rb52ec1f007c747f4"/>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Date Placeholder 3">
            <a:extLst xmlns:a="http://schemas.openxmlformats.org/drawingml/2006/main">
              <a:ext uri="{FF2B5EF4-FFF2-40B4-BE49-F238E27FC236}">
                <a16:creationId xmlns:a16="http://schemas.microsoft.com/office/drawing/2014/main" id="{CD235B80-0904-9EE6-0092-DEF2339907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130C6E9A-1CD6-ABF5-03FE-6FF29ED9603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F5FBC5D6-9ECD-8B32-F308-F84C7630FC4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7.xml><?xml version="1.0" encoding="utf-8"?>
<p:sldLayout xmlns:p="http://schemas.openxmlformats.org/presentationml/2006/main" preserve="1" userDrawn="1">
  <p:cSld name="Light - Agenda">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44152877c1db40ee">
            <a:extLst>
              <a:ext uri="{96DAC541-7B7A-43D3-8B79-37D633B846F1}">
                <asvg:svgBlip xmlns:asvg="http://schemas.microsoft.com/office/drawing/2016/SVG/main" r:embed="R5585fd4f477d46b0"/>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2" name="Date Placeholder 1">
            <a:extLst xmlns:a="http://schemas.openxmlformats.org/drawingml/2006/main">
              <a:ext uri="{FF2B5EF4-FFF2-40B4-BE49-F238E27FC236}">
                <a16:creationId xmlns:a16="http://schemas.microsoft.com/office/drawing/2014/main" id="{F84048EC-97F3-EAE0-AD7B-847A0FD9BE5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2EF5BE40-247E-333A-87C0-E0BBCA7A5A7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A392343C-7F1F-1B2B-854D-4C3533D68C5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48.xml><?xml version="1.0" encoding="utf-8"?>
<p:sldLayout xmlns:p="http://schemas.openxmlformats.org/presentationml/2006/main" preserve="1" userDrawn="1">
  <p:cSld name="Dark - Agenda Table">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table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3b9fc9d38a584b2f">
            <a:extLst>
              <a:ext uri="{96DAC541-7B7A-43D3-8B79-37D633B846F1}">
                <asvg:svgBlip xmlns:asvg="http://schemas.microsoft.com/office/drawing/2016/SVG/main" r:embed="R938b64bc60b949f0"/>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Content">
            <a:extLst xmlns:a="http://schemas.openxmlformats.org/drawingml/2006/main">
              <a:ext uri="{FF2B5EF4-FFF2-40B4-BE49-F238E27FC236}">
                <a16:creationId xmlns:a16="http://schemas.microsoft.com/office/drawing/2014/main" id="{7C26F066-12CB-D353-59F3-1C902B9ED83A}"/>
              </a:ext>
            </a:extLst>
          </p:cNvPr>
          <p:cNvSpPr>
            <a:spLocks xmlns:a="http://schemas.openxmlformats.org/drawingml/2006/main" noGrp="1"/>
          </p:cNvSpPr>
          <p:nvPr>
            <p:ph idx="14" hasCustomPrompt="1"/>
          </p:nvPr>
        </p:nvSpPr>
        <p:spPr>
          <a:xfrm xmlns:a="http://schemas.openxmlformats.org/drawingml/2006/main">
            <a:off x="769939" y="1286828"/>
            <a:ext cx="439101" cy="3711892"/>
          </a:xfrm>
        </p:spPr>
        <p:txBody>
          <a:bodyPr xmlns:a="http://schemas.openxmlformats.org/drawingml/2006/main"/>
          <a:lstStyle xmlns:a="http://schemas.openxmlformats.org/drawingml/2006/main">
            <a:lvl1pPr>
              <a:lnSpc>
                <a:spcPct val="200000"/>
              </a:lnSpc>
              <a:buNone/>
              <a:defRPr sz="1800" b="1"/>
            </a:lvl1pPr>
            <a:lvl2pPr>
              <a:lnSpc>
                <a:spcPct val="200000"/>
              </a:lnSpc>
              <a:buNone/>
              <a:defRPr sz="1800" b="1"/>
            </a:lvl2pPr>
            <a:lvl3pPr>
              <a:lnSpc>
                <a:spcPct val="200000"/>
              </a:lnSpc>
              <a:buNone/>
              <a:defRPr sz="1800" b="1"/>
            </a:lvl3pPr>
            <a:lvl4pPr>
              <a:lnSpc>
                <a:spcPct val="200000"/>
              </a:lnSpc>
              <a:buNone/>
              <a:defRPr sz="1800" b="1"/>
            </a:lvl4pPr>
            <a:lvl5pPr>
              <a:lnSpc>
                <a:spcPct val="200000"/>
              </a:lnSpc>
              <a:buNone/>
              <a:defRPr sz="1800" b="1"/>
            </a:lvl5pPr>
          </a:lstStyle>
          <a:p xmlns:a="http://schemas.openxmlformats.org/drawingml/2006/main">
            <a:pPr>
              <a:buNone/>
            </a:pPr>
            <a:r>
              <a:t>1</a:t>
            </a:r>
          </a:p>
          <a:p xmlns:a="http://schemas.openxmlformats.org/drawingml/2006/main">
            <a:pPr>
              <a:buNone/>
            </a:pPr>
            <a:r>
              <a:t>2</a:t>
            </a:r>
          </a:p>
          <a:p xmlns:a="http://schemas.openxmlformats.org/drawingml/2006/main">
            <a:pPr>
              <a:buNone/>
            </a:pPr>
            <a:r>
              <a:t>3</a:t>
            </a:r>
          </a:p>
          <a:p xmlns:a="http://schemas.openxmlformats.org/drawingml/2006/main">
            <a:pPr>
              <a:buNone/>
            </a:pPr>
            <a:r>
              <a:t>4</a:t>
            </a:r>
          </a:p>
          <a:p xmlns:a="http://schemas.openxmlformats.org/drawingml/2006/main">
            <a:pPr>
              <a:buNone/>
            </a:pPr>
            <a:r>
              <a:t>5</a:t>
            </a:r>
          </a:p>
          <a:p xmlns:a="http://schemas.openxmlformats.org/drawingml/2006/main">
            <a:pPr>
              <a:buNone/>
            </a:pPr>
            <a:r>
              <a:t>5</a:t>
            </a:r>
          </a:p>
        </p:txBody>
      </p:sp>
      <p:sp>
        <p:nvSpPr>
          <p:cNvPr id="7" name="Content">
            <a:extLst xmlns:a="http://schemas.openxmlformats.org/drawingml/2006/main">
              <a:ext uri="{FF2B5EF4-FFF2-40B4-BE49-F238E27FC236}">
                <a16:creationId xmlns:a16="http://schemas.microsoft.com/office/drawing/2014/main" id="{B179DF50-86A5-C843-43AD-752F0FB33DCB}"/>
              </a:ext>
            </a:extLst>
          </p:cNvPr>
          <p:cNvSpPr>
            <a:spLocks xmlns:a="http://schemas.openxmlformats.org/drawingml/2006/main" noGrp="1"/>
          </p:cNvSpPr>
          <p:nvPr>
            <p:ph idx="18"/>
          </p:nvPr>
        </p:nvSpPr>
        <p:spPr>
          <a:xfrm xmlns:a="http://schemas.openxmlformats.org/drawingml/2006/main">
            <a:off x="1389699" y="1286828"/>
            <a:ext cx="6880541" cy="3711892"/>
          </a:xfrm>
        </p:spPr>
        <p:txBody>
          <a:bodyPr xmlns:a="http://schemas.openxmlformats.org/drawingml/2006/main"/>
          <a:lstStyle xmlns:a="http://schemas.openxmlformats.org/drawingml/2006/main">
            <a:lvl1pPr>
              <a:lnSpc>
                <a:spcPct val="200000"/>
              </a:lnSpc>
              <a:buNone/>
              <a:defRPr sz="1800" b="0"/>
            </a:lvl1pPr>
            <a:lvl2pPr>
              <a:lnSpc>
                <a:spcPct val="200000"/>
              </a:lnSpc>
              <a:buNone/>
              <a:defRPr sz="1800" b="0"/>
            </a:lvl2pPr>
            <a:lvl3pPr>
              <a:lnSpc>
                <a:spcPct val="200000"/>
              </a:lnSpc>
              <a:buNone/>
              <a:defRPr sz="1800" b="0"/>
            </a:lvl3pPr>
            <a:lvl4pPr>
              <a:lnSpc>
                <a:spcPct val="200000"/>
              </a:lnSpc>
              <a:buNone/>
              <a:defRPr sz="1800" b="0"/>
            </a:lvl4pPr>
            <a:lvl5pPr>
              <a:lnSpc>
                <a:spcPct val="200000"/>
              </a:lnSpc>
              <a:buNone/>
              <a:defRPr sz="1800" b="0"/>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9" name="Date Placeholder 8">
            <a:extLst xmlns:a="http://schemas.openxmlformats.org/drawingml/2006/main">
              <a:ext uri="{FF2B5EF4-FFF2-40B4-BE49-F238E27FC236}">
                <a16:creationId xmlns:a16="http://schemas.microsoft.com/office/drawing/2014/main" id="{4E0D786F-51D9-CB61-D6E7-DF82A166A009}"/>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EF1F642F-D242-E9D1-811D-BB4C40B9878F}"/>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A3BD0ED9-516A-80CC-F32D-4D46122A6EBB}"/>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9.xml><?xml version="1.0" encoding="utf-8"?>
<p:sldLayout xmlns:p="http://schemas.openxmlformats.org/presentationml/2006/main" preserve="1" userDrawn="1">
  <p:cSld name="Light - Agenda Table">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table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3b11686352e94f52">
            <a:extLst>
              <a:ext uri="{96DAC541-7B7A-43D3-8B79-37D633B846F1}">
                <asvg:svgBlip xmlns:asvg="http://schemas.microsoft.com/office/drawing/2016/SVG/main" r:embed="Ref688e29afd34bae"/>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Content">
            <a:extLst xmlns:a="http://schemas.openxmlformats.org/drawingml/2006/main">
              <a:ext uri="{FF2B5EF4-FFF2-40B4-BE49-F238E27FC236}">
                <a16:creationId xmlns:a16="http://schemas.microsoft.com/office/drawing/2014/main" id="{7C26F066-12CB-D353-59F3-1C902B9ED83A}"/>
              </a:ext>
            </a:extLst>
          </p:cNvPr>
          <p:cNvSpPr>
            <a:spLocks xmlns:a="http://schemas.openxmlformats.org/drawingml/2006/main" noGrp="1"/>
          </p:cNvSpPr>
          <p:nvPr>
            <p:ph idx="14" hasCustomPrompt="1"/>
          </p:nvPr>
        </p:nvSpPr>
        <p:spPr>
          <a:xfrm xmlns:a="http://schemas.openxmlformats.org/drawingml/2006/main">
            <a:off x="769939" y="1286828"/>
            <a:ext cx="439101" cy="3711892"/>
          </a:xfrm>
        </p:spPr>
        <p:txBody>
          <a:bodyPr xmlns:a="http://schemas.openxmlformats.org/drawingml/2006/main"/>
          <a:lstStyle xmlns:a="http://schemas.openxmlformats.org/drawingml/2006/main">
            <a:lvl1pPr>
              <a:lnSpc>
                <a:spcPct val="200000"/>
              </a:lnSpc>
              <a:buNone/>
              <a:defRPr sz="1800" b="1"/>
            </a:lvl1pPr>
            <a:lvl2pPr>
              <a:lnSpc>
                <a:spcPct val="200000"/>
              </a:lnSpc>
              <a:buNone/>
              <a:defRPr sz="1800" b="1"/>
            </a:lvl2pPr>
            <a:lvl3pPr>
              <a:lnSpc>
                <a:spcPct val="200000"/>
              </a:lnSpc>
              <a:buNone/>
              <a:defRPr sz="1800" b="1"/>
            </a:lvl3pPr>
            <a:lvl4pPr>
              <a:lnSpc>
                <a:spcPct val="200000"/>
              </a:lnSpc>
              <a:buNone/>
              <a:defRPr sz="1800" b="1"/>
            </a:lvl4pPr>
            <a:lvl5pPr>
              <a:lnSpc>
                <a:spcPct val="200000"/>
              </a:lnSpc>
              <a:buNone/>
              <a:defRPr sz="1800" b="1"/>
            </a:lvl5pPr>
          </a:lstStyle>
          <a:p xmlns:a="http://schemas.openxmlformats.org/drawingml/2006/main">
            <a:pPr>
              <a:buNone/>
            </a:pPr>
            <a:r>
              <a:t>1</a:t>
            </a:r>
          </a:p>
          <a:p xmlns:a="http://schemas.openxmlformats.org/drawingml/2006/main">
            <a:pPr>
              <a:buNone/>
            </a:pPr>
            <a:r>
              <a:t>2</a:t>
            </a:r>
          </a:p>
          <a:p xmlns:a="http://schemas.openxmlformats.org/drawingml/2006/main">
            <a:pPr>
              <a:buNone/>
            </a:pPr>
            <a:r>
              <a:t>3</a:t>
            </a:r>
          </a:p>
          <a:p xmlns:a="http://schemas.openxmlformats.org/drawingml/2006/main">
            <a:pPr>
              <a:buNone/>
            </a:pPr>
            <a:r>
              <a:t>4</a:t>
            </a:r>
          </a:p>
          <a:p xmlns:a="http://schemas.openxmlformats.org/drawingml/2006/main">
            <a:pPr>
              <a:buNone/>
            </a:pPr>
            <a:r>
              <a:t>5</a:t>
            </a:r>
          </a:p>
          <a:p xmlns:a="http://schemas.openxmlformats.org/drawingml/2006/main">
            <a:pPr>
              <a:buNone/>
            </a:pPr>
            <a:r>
              <a:t>5</a:t>
            </a:r>
          </a:p>
        </p:txBody>
      </p:sp>
      <p:sp>
        <p:nvSpPr>
          <p:cNvPr id="7" name="Content">
            <a:extLst xmlns:a="http://schemas.openxmlformats.org/drawingml/2006/main">
              <a:ext uri="{FF2B5EF4-FFF2-40B4-BE49-F238E27FC236}">
                <a16:creationId xmlns:a16="http://schemas.microsoft.com/office/drawing/2014/main" id="{B179DF50-86A5-C843-43AD-752F0FB33DCB}"/>
              </a:ext>
            </a:extLst>
          </p:cNvPr>
          <p:cNvSpPr>
            <a:spLocks xmlns:a="http://schemas.openxmlformats.org/drawingml/2006/main" noGrp="1"/>
          </p:cNvSpPr>
          <p:nvPr>
            <p:ph idx="18"/>
          </p:nvPr>
        </p:nvSpPr>
        <p:spPr>
          <a:xfrm xmlns:a="http://schemas.openxmlformats.org/drawingml/2006/main">
            <a:off x="1389699" y="1286828"/>
            <a:ext cx="6880541" cy="3711892"/>
          </a:xfrm>
        </p:spPr>
        <p:txBody>
          <a:bodyPr xmlns:a="http://schemas.openxmlformats.org/drawingml/2006/main"/>
          <a:lstStyle xmlns:a="http://schemas.openxmlformats.org/drawingml/2006/main">
            <a:lvl1pPr>
              <a:lnSpc>
                <a:spcPct val="200000"/>
              </a:lnSpc>
              <a:buNone/>
              <a:defRPr sz="1800" b="0"/>
            </a:lvl1pPr>
            <a:lvl2pPr>
              <a:lnSpc>
                <a:spcPct val="200000"/>
              </a:lnSpc>
              <a:buNone/>
              <a:defRPr sz="1800" b="0"/>
            </a:lvl2pPr>
            <a:lvl3pPr>
              <a:lnSpc>
                <a:spcPct val="200000"/>
              </a:lnSpc>
              <a:buNone/>
              <a:defRPr sz="1800" b="0"/>
            </a:lvl3pPr>
            <a:lvl4pPr>
              <a:lnSpc>
                <a:spcPct val="200000"/>
              </a:lnSpc>
              <a:buNone/>
              <a:defRPr sz="1800" b="0"/>
            </a:lvl4pPr>
            <a:lvl5pPr>
              <a:lnSpc>
                <a:spcPct val="200000"/>
              </a:lnSpc>
              <a:buNone/>
              <a:defRPr sz="1800" b="0"/>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 name="Date Placeholder 1">
            <a:extLst xmlns:a="http://schemas.openxmlformats.org/drawingml/2006/main">
              <a:ext uri="{FF2B5EF4-FFF2-40B4-BE49-F238E27FC236}">
                <a16:creationId xmlns:a16="http://schemas.microsoft.com/office/drawing/2014/main" id="{9E06FAE0-8843-4228-AEB3-C1F5A8426ACD}"/>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4936BD36-D1D6-8F28-2DA2-7803309F5742}"/>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38534FEA-4EF7-D613-2FB2-8FC372C843DE}"/>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50.xml><?xml version="1.0" encoding="utf-8"?>
<p:sldLayout xmlns:p="http://schemas.openxmlformats.org/presentationml/2006/main" preserve="1" userDrawn="1">
  <p:cSld name="Multi Statement – Dark">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2"/>
          <p:cNvPicPr>
            <a:picLocks xmlns:a="http://schemas.openxmlformats.org/drawingml/2006/main" noChangeAspect="1"/>
          </p:cNvPicPr>
          <p:nvPr/>
        </p:nvPicPr>
        <p:blipFill>
          <a:blip xmlns:r="http://schemas.openxmlformats.org/officeDocument/2006/relationships" xmlns:a="http://schemas.openxmlformats.org/drawingml/2006/main" r:embed="R1b0ce1dab68742c2">
            <a:extLst>
              <a:ext uri="{96DAC541-7B7A-43D3-8B79-37D633B846F1}">
                <asvg:svgBlip xmlns:asvg="http://schemas.microsoft.com/office/drawing/2016/SVG/main" r:embed="R620c690390984171"/>
              </a:ext>
            </a:extLst>
          </a:blip>
          <a:srcRect xmlns:a="http://schemas.openxmlformats.org/drawingml/2006/main" l="5687" t="0" r="0" b="27270"/>
          <a:stretch xmlns:a="http://schemas.openxmlformats.org/drawingml/2006/main"/>
        </p:blipFill>
        <p:spPr>
          <a:xfrm xmlns:a="http://schemas.openxmlformats.org/drawingml/2006/main">
            <a:off x="4861624" y="0"/>
            <a:ext cx="7330375" cy="3768589"/>
          </a:xfrm>
          <a:prstGeom xmlns:a="http://schemas.openxmlformats.org/drawingml/2006/main" prst="rect">
            <a:avLst/>
          </a:prstGeom>
        </p:spPr>
      </p:pic>
      <p:sp>
        <p:nvSpPr>
          <p:cNvPr id="6" name="Text Placeholder 2">
            <a:extLst xmlns:a="http://schemas.openxmlformats.org/drawingml/2006/main">
              <a:ext uri="{FF2B5EF4-FFF2-40B4-BE49-F238E27FC236}">
                <a16:creationId xmlns:a16="http://schemas.microsoft.com/office/drawing/2014/main" id="{E4DCF24B-59BC-04B0-B557-EEF59BF81E12}"/>
              </a:ext>
            </a:extLst>
          </p:cNvPr>
          <p:cNvSpPr>
            <a:spLocks xmlns:a="http://schemas.openxmlformats.org/drawingml/2006/main" noGrp="1"/>
          </p:cNvSpPr>
          <p:nvPr>
            <p:ph type="body" idx="17" hasCustomPrompt="1"/>
          </p:nvPr>
        </p:nvSpPr>
        <p:spPr>
          <a:xfrm xmlns:a="http://schemas.openxmlformats.org/drawingml/2006/main">
            <a:off x="777284" y="1143025"/>
            <a:ext cx="7330143" cy="1158571"/>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10" name="Text Placeholder 4">
            <a:extLst xmlns:a="http://schemas.openxmlformats.org/drawingml/2006/main">
              <a:ext uri="{FF2B5EF4-FFF2-40B4-BE49-F238E27FC236}">
                <a16:creationId xmlns:a16="http://schemas.microsoft.com/office/drawing/2014/main" id="{44B2EADF-9C30-D624-9DFD-FDBFF41F8B1B}"/>
              </a:ext>
            </a:extLst>
          </p:cNvPr>
          <p:cNvSpPr>
            <a:spLocks xmlns:a="http://schemas.openxmlformats.org/drawingml/2006/main" noGrp="1"/>
          </p:cNvSpPr>
          <p:nvPr>
            <p:ph type="body" idx="18" hasCustomPrompt="1"/>
          </p:nvPr>
        </p:nvSpPr>
        <p:spPr>
          <a:xfrm xmlns:a="http://schemas.openxmlformats.org/drawingml/2006/main">
            <a:off x="777285" y="2602080"/>
            <a:ext cx="7330373" cy="1166509"/>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11" name="Text Placeholder 7">
            <a:extLst xmlns:a="http://schemas.openxmlformats.org/drawingml/2006/main">
              <a:ext uri="{FF2B5EF4-FFF2-40B4-BE49-F238E27FC236}">
                <a16:creationId xmlns:a16="http://schemas.microsoft.com/office/drawing/2014/main" id="{E7E762A4-B873-A5F3-276F-B1A4DD5DC4A0}"/>
              </a:ext>
            </a:extLst>
          </p:cNvPr>
          <p:cNvSpPr>
            <a:spLocks xmlns:a="http://schemas.openxmlformats.org/drawingml/2006/main" noGrp="1"/>
          </p:cNvSpPr>
          <p:nvPr>
            <p:ph type="body" idx="19" hasCustomPrompt="1"/>
          </p:nvPr>
        </p:nvSpPr>
        <p:spPr>
          <a:xfrm xmlns:a="http://schemas.openxmlformats.org/drawingml/2006/main">
            <a:off x="777283" y="4069073"/>
            <a:ext cx="7330375" cy="1182688"/>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pic>
        <p:nvPicPr>
          <p:cNvPr id="12" name="OTag"/>
          <p:cNvPicPr>
            <a:picLocks xmlns:a="http://schemas.openxmlformats.org/drawingml/2006/main" noChangeAspect="1"/>
          </p:cNvPicPr>
          <p:nvPr/>
        </p:nvPicPr>
        <p:blipFill>
          <a:blip xmlns:r="http://schemas.openxmlformats.org/officeDocument/2006/relationships" xmlns:a="http://schemas.openxmlformats.org/drawingml/2006/main" r:embed="R3edbf816671d4c37"/>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6" name="Freeform 25">
            <a:extLst xmlns:a="http://schemas.openxmlformats.org/drawingml/2006/main">
              <a:ext uri="{FF2B5EF4-FFF2-40B4-BE49-F238E27FC236}">
                <a16:creationId xmlns:a16="http://schemas.microsoft.com/office/drawing/2014/main" id="{2ECFE8BC-FBC3-206E-F574-E904CA38AAAE}"/>
              </a:ext>
            </a:extLst>
          </p:cNvPr>
          <p:cNvSpPr>
            <a:spLocks xmlns:a="http://schemas.openxmlformats.org/drawingml/2006/main" noGrp="1"/>
          </p:cNvSpPr>
          <p:nvPr/>
        </p:nvSpPr>
        <p:spPr>
          <a:xfrm xmlns:a="http://schemas.openxmlformats.org/drawingml/2006/main">
            <a:off x="11405616" y="6857748"/>
            <a:ext cx="393192" cy="253"/>
          </a:xfrm>
          <a:custGeom xmlns:a="http://schemas.openxmlformats.org/drawingml/2006/main">
            <a:rect l="l" t="t" r="r" b="b"/>
            <a:pathLst>
              <a:path w="393192" h="253">
                <a:moveTo>
                  <a:pt x="0" y="0"/>
                </a:moveTo>
                <a:lnTo>
                  <a:pt x="393192" y="0"/>
                </a:lnTo>
                <a:lnTo>
                  <a:pt x="393192" y="253"/>
                </a:lnTo>
                <a:lnTo>
                  <a:pt x="0" y="253"/>
                </a:lnTo>
                <a:lnTo>
                  <a:pt x="0" y="0"/>
                </a:lnTo>
                <a:close/>
              </a:path>
            </a:pathLst>
          </a:cu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p>
        </p:txBody>
      </p:sp>
      <p:sp>
        <p:nvSpPr>
          <p:cNvPr id="4" name="Date Placeholder 3">
            <a:extLst xmlns:a="http://schemas.openxmlformats.org/drawingml/2006/main">
              <a:ext uri="{FF2B5EF4-FFF2-40B4-BE49-F238E27FC236}">
                <a16:creationId xmlns:a16="http://schemas.microsoft.com/office/drawing/2014/main" id="{7BE3BCD5-EE00-D529-ECA6-0924C5AFD72B}"/>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8F498C5A-D103-1E98-2B19-AE544662F493}"/>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25D1B5C4-D9F2-E316-1CD9-2DA302CD3507}"/>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1.xml><?xml version="1.0" encoding="utf-8"?>
<p:sldLayout xmlns:p="http://schemas.openxmlformats.org/presentationml/2006/main" preserve="1" userDrawn="1">
  <p:cSld name="Multi Statement – Light">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9"/>
          <p:cNvPicPr>
            <a:picLocks xmlns:a="http://schemas.openxmlformats.org/drawingml/2006/main" noChangeAspect="1"/>
          </p:cNvPicPr>
          <p:nvPr/>
        </p:nvPicPr>
        <p:blipFill>
          <a:blip xmlns:r="http://schemas.openxmlformats.org/officeDocument/2006/relationships" xmlns:a="http://schemas.openxmlformats.org/drawingml/2006/main" r:embed="R1611bdf2303a44c6">
            <a:extLst>
              <a:ext uri="{96DAC541-7B7A-43D3-8B79-37D633B846F1}">
                <asvg:svgBlip xmlns:asvg="http://schemas.microsoft.com/office/drawing/2016/SVG/main" r:embed="R1beab365ba334051"/>
              </a:ext>
            </a:extLst>
          </a:blip>
          <a:srcRect xmlns:a="http://schemas.openxmlformats.org/drawingml/2006/main" l="5687" t="0" r="0" b="27270"/>
          <a:stretch xmlns:a="http://schemas.openxmlformats.org/drawingml/2006/main"/>
        </p:blipFill>
        <p:spPr>
          <a:xfrm xmlns:a="http://schemas.openxmlformats.org/drawingml/2006/main">
            <a:off x="4861624" y="0"/>
            <a:ext cx="7330375" cy="3768589"/>
          </a:xfrm>
          <a:prstGeom xmlns:a="http://schemas.openxmlformats.org/drawingml/2006/main" prst="rect">
            <a:avLst/>
          </a:prstGeom>
        </p:spPr>
      </p:pic>
      <p:sp>
        <p:nvSpPr>
          <p:cNvPr id="2" name="Text Placeholder 2">
            <a:extLst xmlns:a="http://schemas.openxmlformats.org/drawingml/2006/main">
              <a:ext uri="{FF2B5EF4-FFF2-40B4-BE49-F238E27FC236}">
                <a16:creationId xmlns:a16="http://schemas.microsoft.com/office/drawing/2014/main" id="{BC4944C4-BCA7-F523-CDDB-B2F7B43789BD}"/>
              </a:ext>
            </a:extLst>
          </p:cNvPr>
          <p:cNvSpPr>
            <a:spLocks xmlns:a="http://schemas.openxmlformats.org/drawingml/2006/main" noGrp="1"/>
          </p:cNvSpPr>
          <p:nvPr>
            <p:ph type="body" idx="17" hasCustomPrompt="1"/>
          </p:nvPr>
        </p:nvSpPr>
        <p:spPr>
          <a:xfrm xmlns:a="http://schemas.openxmlformats.org/drawingml/2006/main">
            <a:off x="777284" y="1143025"/>
            <a:ext cx="7330143" cy="1158571"/>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7" name="Text Placeholder 4">
            <a:extLst xmlns:a="http://schemas.openxmlformats.org/drawingml/2006/main">
              <a:ext uri="{FF2B5EF4-FFF2-40B4-BE49-F238E27FC236}">
                <a16:creationId xmlns:a16="http://schemas.microsoft.com/office/drawing/2014/main" id="{D42F262B-FAC2-7DDF-70B7-0EBEADDA66A9}"/>
              </a:ext>
            </a:extLst>
          </p:cNvPr>
          <p:cNvSpPr>
            <a:spLocks xmlns:a="http://schemas.openxmlformats.org/drawingml/2006/main" noGrp="1"/>
          </p:cNvSpPr>
          <p:nvPr>
            <p:ph type="body" idx="18" hasCustomPrompt="1"/>
          </p:nvPr>
        </p:nvSpPr>
        <p:spPr>
          <a:xfrm xmlns:a="http://schemas.openxmlformats.org/drawingml/2006/main">
            <a:off x="777285" y="2602080"/>
            <a:ext cx="7330373" cy="1166509"/>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9" name="Text Placeholder 7">
            <a:extLst xmlns:a="http://schemas.openxmlformats.org/drawingml/2006/main">
              <a:ext uri="{FF2B5EF4-FFF2-40B4-BE49-F238E27FC236}">
                <a16:creationId xmlns:a16="http://schemas.microsoft.com/office/drawing/2014/main" id="{90E686AD-7CAC-8695-D0AC-A474A9002ACB}"/>
              </a:ext>
            </a:extLst>
          </p:cNvPr>
          <p:cNvSpPr>
            <a:spLocks xmlns:a="http://schemas.openxmlformats.org/drawingml/2006/main" noGrp="1"/>
          </p:cNvSpPr>
          <p:nvPr>
            <p:ph type="body" idx="19" hasCustomPrompt="1"/>
          </p:nvPr>
        </p:nvSpPr>
        <p:spPr>
          <a:xfrm xmlns:a="http://schemas.openxmlformats.org/drawingml/2006/main">
            <a:off x="777283" y="4069073"/>
            <a:ext cx="7330375" cy="1182688"/>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3" name="Date Placeholder 2">
            <a:extLst xmlns:a="http://schemas.openxmlformats.org/drawingml/2006/main">
              <a:ext uri="{FF2B5EF4-FFF2-40B4-BE49-F238E27FC236}">
                <a16:creationId xmlns:a16="http://schemas.microsoft.com/office/drawing/2014/main" id="{87A828D0-BF4B-F24A-6C3E-1283A39D60D9}"/>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D335C83F-7AFC-38E7-453B-18712885631F}"/>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C4DCE74A-D8DD-A54D-D13E-724920C061F3}"/>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52.xml><?xml version="1.0" encoding="utf-8"?>
<p:sldLayout xmlns:p="http://schemas.openxmlformats.org/presentationml/2006/main" preserve="1" userDrawn="1">
  <p:cSld name="Speaker_1">
    <p:bg>
      <p:bgRef idx="1001">
        <a:schemeClr xmlns:a="http://schemas.openxmlformats.org/drawingml/2006/main" val="bg2"/>
      </p:bgRef>
    </p:bg>
    <p:spTree>
      <p:nvGrpSpPr>
        <p:cNvPr id="1" name=""/>
        <p:cNvGrpSpPr/>
        <p:nvPr/>
      </p:nvGrpSpPr>
      <p:grpSpPr>
        <a:xfrm xmlns:a="http://schemas.openxmlformats.org/drawingml/2006/main"/>
      </p:grpSpPr>
      <p:pic>
        <p:nvPicPr>
          <p:cNvPr id="1" name="Graphic 5"/>
          <p:cNvPicPr>
            <a:picLocks xmlns:a="http://schemas.openxmlformats.org/drawingml/2006/main" noChangeAspect="1"/>
          </p:cNvPicPr>
          <p:nvPr/>
        </p:nvPicPr>
        <p:blipFill>
          <a:blip xmlns:r="http://schemas.openxmlformats.org/officeDocument/2006/relationships" xmlns:a="http://schemas.openxmlformats.org/drawingml/2006/main" r:embed="Rd8be11f7054b4ec7">
            <a:extLst>
              <a:ext uri="{96DAC541-7B7A-43D3-8B79-37D633B846F1}">
                <asvg:svgBlip xmlns:asvg="http://schemas.microsoft.com/office/drawing/2016/SVG/main" r:embed="R97a157fb3888482c"/>
              </a:ext>
            </a:extLst>
          </a:blip>
          <a:srcRect xmlns:a="http://schemas.openxmlformats.org/drawingml/2006/main" l="42612" t="12210" r="14437" b="12837"/>
          <a:stretch xmlns:a="http://schemas.openxmlformats.org/drawingml/2006/main"/>
        </p:blipFill>
        <p:spPr>
          <a:xfrm xmlns:a="http://schemas.openxmlformats.org/drawingml/2006/main">
            <a:off x="6307189" y="868568"/>
            <a:ext cx="4093374" cy="410347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5F8DD237-1E40-4383-9C51-545B9C5DD604}"/>
              </a:ext>
            </a:extLst>
          </p:cNvPr>
          <p:cNvSpPr>
            <a:spLocks xmlns:a="http://schemas.openxmlformats.org/drawingml/2006/main" noGrp="1"/>
          </p:cNvSpPr>
          <p:nvPr>
            <p:ph type="title" idx="0" hasCustomPrompt="1"/>
          </p:nvPr>
        </p:nvSpPr>
        <p:spPr>
          <a:xfrm xmlns:a="http://schemas.openxmlformats.org/drawingml/2006/main">
            <a:off x="762000" y="1600200"/>
            <a:ext cx="3697357" cy="1320103"/>
          </a:xfrm>
        </p:spPr>
        <p:txBody>
          <a:bodyPr xmlns:a="http://schemas.openxmlformats.org/drawingml/2006/main" vert="horz" wrap="square" lIns="0" tIns="0" rIns="0" bIns="0" anchor="b">
            <a:normAutofit/>
          </a:bodyPr>
          <a:lstStyle xmlns:a="http://schemas.openxmlformats.org/drawingml/2006/main">
            <a:lvl1pPr>
              <a:buNone/>
              <a:defRPr sz="3200" b="1" i="0">
                <a:latin typeface="Oracle Sans Tab"/>
                <a:ea typeface="Oracle Sans Tab"/>
                <a:cs typeface="Oracle Sans Tab"/>
              </a:defRPr>
            </a:lvl1pPr>
          </a:lstStyle>
          <a:p xmlns:a="http://schemas.openxmlformats.org/drawingml/2006/main">
            <a:pPr marL="0">
              <a:lnSpc>
                <a:spcPct val="100000"/>
              </a:lnSpc>
              <a:buNone/>
            </a:pPr>
            <a:r>
              <a:t>Speaker</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730914" y="1325903"/>
            <a:ext cx="3227476" cy="3247119"/>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730914" y="4847342"/>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730914" y="5211447"/>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7" name="Date Placeholder 6">
            <a:extLst xmlns:a="http://schemas.openxmlformats.org/drawingml/2006/main">
              <a:ext uri="{FF2B5EF4-FFF2-40B4-BE49-F238E27FC236}">
                <a16:creationId xmlns:a16="http://schemas.microsoft.com/office/drawing/2014/main" id="{C54C1681-3ABE-C963-F79F-18B705CBC985}"/>
              </a:ext>
            </a:extLst>
          </p:cNvPr>
          <p:cNvSpPr>
            <a:spLocks xmlns:a="http://schemas.openxmlformats.org/drawingml/2006/main" noGrp="1"/>
          </p:cNvSpPr>
          <p:nvPr>
            <p:ph type="dt" idx="1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96A1BB59-E7A8-74F4-6087-06D175CC08FA}"/>
              </a:ext>
            </a:extLst>
          </p:cNvPr>
          <p:cNvSpPr>
            <a:spLocks xmlns:a="http://schemas.openxmlformats.org/drawingml/2006/main" noGrp="1"/>
          </p:cNvSpPr>
          <p:nvPr>
            <p:ph type="ftr"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C7C17E18-58DE-C128-6C78-FC10571AF899}"/>
              </a:ext>
            </a:extLst>
          </p:cNvPr>
          <p:cNvSpPr>
            <a:spLocks xmlns:a="http://schemas.openxmlformats.org/drawingml/2006/main" noGrp="1"/>
          </p:cNvSpPr>
          <p:nvPr>
            <p:ph type="sldNum"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3.xml><?xml version="1.0" encoding="utf-8"?>
<p:sldLayout xmlns:p="http://schemas.openxmlformats.org/presentationml/2006/main" preserve="1" userDrawn="1">
  <p:cSld name="Speaker_1-Profile">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6"/>
          <p:cNvPicPr>
            <a:picLocks xmlns:a="http://schemas.openxmlformats.org/drawingml/2006/main" noChangeAspect="1"/>
          </p:cNvPicPr>
          <p:nvPr/>
        </p:nvPicPr>
        <p:blipFill>
          <a:blip xmlns:r="http://schemas.openxmlformats.org/officeDocument/2006/relationships" xmlns:a="http://schemas.openxmlformats.org/drawingml/2006/main" r:embed="R501934d4b88d4bb5">
            <a:extLst>
              <a:ext uri="{96DAC541-7B7A-43D3-8B79-37D633B846F1}">
                <asvg:svgBlip xmlns:asvg="http://schemas.microsoft.com/office/drawing/2016/SVG/main" r:embed="R280238290bfc45f6"/>
              </a:ext>
            </a:extLst>
          </a:blip>
          <a:srcRect xmlns:a="http://schemas.openxmlformats.org/drawingml/2006/main" l="42612" t="12210" r="14437" b="12837"/>
          <a:stretch xmlns:a="http://schemas.openxmlformats.org/drawingml/2006/main"/>
        </p:blipFill>
        <p:spPr>
          <a:xfrm xmlns:a="http://schemas.openxmlformats.org/drawingml/2006/main">
            <a:off x="456701" y="1247933"/>
            <a:ext cx="3908153" cy="3917792"/>
          </a:xfrm>
          <a:prstGeom xmlns:a="http://schemas.openxmlformats.org/drawingml/2006/main" prst="rect">
            <a:avLst/>
          </a:prstGeom>
        </p:spPr>
      </p:pic>
      <p:sp>
        <p:nvSpPr>
          <p:cNvPr id="3" name="Title 3">
            <a:extLst xmlns:a="http://schemas.openxmlformats.org/drawingml/2006/main">
              <a:ext uri="{FF2B5EF4-FFF2-40B4-BE49-F238E27FC236}">
                <a16:creationId xmlns:a16="http://schemas.microsoft.com/office/drawing/2014/main" id="{7B692C7B-23D2-F815-AA7B-2A7E53056DF4}"/>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797039" y="1583270"/>
            <a:ext cx="3227476" cy="3247119"/>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792538" y="5135879"/>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792538" y="5499984"/>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Content Placeholder 4">
            <a:extLst xmlns:a="http://schemas.openxmlformats.org/drawingml/2006/main">
              <a:ext uri="{FF2B5EF4-FFF2-40B4-BE49-F238E27FC236}">
                <a16:creationId xmlns:a16="http://schemas.microsoft.com/office/drawing/2014/main" id="{746E9417-F0B6-6477-88CA-D06650D0745B}"/>
              </a:ext>
            </a:extLst>
          </p:cNvPr>
          <p:cNvSpPr>
            <a:spLocks xmlns:a="http://schemas.openxmlformats.org/drawingml/2006/main" noGrp="1"/>
          </p:cNvSpPr>
          <p:nvPr>
            <p:ph idx="16"/>
          </p:nvPr>
        </p:nvSpPr>
        <p:spPr>
          <a:xfrm xmlns:a="http://schemas.openxmlformats.org/drawingml/2006/main">
            <a:off x="4541838" y="2514610"/>
            <a:ext cx="6907212" cy="2651115"/>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8" name="Date Placeholder 7">
            <a:extLst xmlns:a="http://schemas.openxmlformats.org/drawingml/2006/main">
              <a:ext uri="{FF2B5EF4-FFF2-40B4-BE49-F238E27FC236}">
                <a16:creationId xmlns:a16="http://schemas.microsoft.com/office/drawing/2014/main" id="{CBBE0035-A8C6-B051-857E-FE390F44965A}"/>
              </a:ext>
            </a:extLst>
          </p:cNvPr>
          <p:cNvSpPr>
            <a:spLocks xmlns:a="http://schemas.openxmlformats.org/drawingml/2006/main" noGrp="1"/>
          </p:cNvSpPr>
          <p:nvPr>
            <p:ph type="dt"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9D534BE5-2332-926C-967E-C322EB1C4A1F}"/>
              </a:ext>
            </a:extLst>
          </p:cNvPr>
          <p:cNvSpPr>
            <a:spLocks xmlns:a="http://schemas.openxmlformats.org/drawingml/2006/main" noGrp="1"/>
          </p:cNvSpPr>
          <p:nvPr>
            <p:ph type="ftr" idx="1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76276519-7CC3-CE49-EC25-3BCCB9E3E7AC}"/>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4.xml><?xml version="1.0" encoding="utf-8"?>
<p:sldLayout xmlns:p="http://schemas.openxmlformats.org/presentationml/2006/main" preserve="1" userDrawn="1">
  <p:cSld name="Speaker_2">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7"/>
          <p:cNvPicPr>
            <a:picLocks xmlns:a="http://schemas.openxmlformats.org/drawingml/2006/main" noChangeAspect="1"/>
          </p:cNvPicPr>
          <p:nvPr/>
        </p:nvPicPr>
        <p:blipFill>
          <a:blip xmlns:r="http://schemas.openxmlformats.org/officeDocument/2006/relationships" xmlns:a="http://schemas.openxmlformats.org/drawingml/2006/main" r:embed="R7e186bd8563c417f">
            <a:extLst>
              <a:ext uri="{96DAC541-7B7A-43D3-8B79-37D633B846F1}">
                <asvg:svgBlip xmlns:asvg="http://schemas.microsoft.com/office/drawing/2016/SVG/main" r:embed="R11b866501a6f486e"/>
              </a:ext>
            </a:extLst>
          </a:blip>
          <a:srcRect xmlns:a="http://schemas.openxmlformats.org/drawingml/2006/main" l="42612" t="12210" r="14437" b="12837"/>
          <a:stretch xmlns:a="http://schemas.openxmlformats.org/drawingml/2006/main"/>
        </p:blipFill>
        <p:spPr>
          <a:xfrm xmlns:a="http://schemas.openxmlformats.org/drawingml/2006/main">
            <a:off x="7734150" y="1182539"/>
            <a:ext cx="3567993" cy="3576793"/>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1D55E47-4DBE-46C5-AA1D-6AC25D117460}"/>
              </a:ext>
            </a:extLst>
          </p:cNvPr>
          <p:cNvSpPr>
            <a:spLocks xmlns:a="http://schemas.openxmlformats.org/drawingml/2006/main" noGrp="1"/>
          </p:cNvSpPr>
          <p:nvPr>
            <p:ph type="title" idx="0" hasCustomPrompt="1"/>
          </p:nvPr>
        </p:nvSpPr>
        <p:spPr>
          <a:xfrm xmlns:a="http://schemas.openxmlformats.org/drawingml/2006/main">
            <a:off x="762000" y="1600200"/>
            <a:ext cx="2560320" cy="1320103"/>
          </a:xfrm>
        </p:spPr>
        <p:txBody>
          <a:bodyPr xmlns:a="http://schemas.openxmlformats.org/drawingml/2006/main" vert="horz" wrap="square" lIns="0" tIns="0" rIns="0" bIns="0" anchor="b">
            <a:normAutofit/>
          </a:bodyPr>
          <a:lstStyle xmlns:a="http://schemas.openxmlformats.org/drawingml/2006/main">
            <a:lvl1pPr marL="0" algn="l">
              <a:lnSpc>
                <a:spcPct val="100000"/>
              </a:lnSpc>
              <a:spcBef>
                <a:spcPts val="0"/>
              </a:spcBef>
              <a:buNone/>
              <a:defRPr sz="3200" b="1" i="0">
                <a:solidFill>
                  <a:schemeClr val="tx1"/>
                </a:solidFill>
                <a:latin typeface="Oracle Sans Tab"/>
                <a:ea typeface="Oracle Sans Tab"/>
                <a:cs typeface="Oracle Sans Tab"/>
              </a:defRPr>
            </a:lvl1pPr>
          </a:lstStyle>
          <a:p xmlns:a="http://schemas.openxmlformats.org/drawingml/2006/main">
            <a:pPr mar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4446925" y="1548702"/>
            <a:ext cx="2743200" cy="274320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4166157" y="4636935"/>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4166157" y="5001040"/>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16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7" name="Picture Placeholder 4">
            <a:extLst xmlns:a="http://schemas.openxmlformats.org/drawingml/2006/main">
              <a:ext uri="{FF2B5EF4-FFF2-40B4-BE49-F238E27FC236}">
                <a16:creationId xmlns:a16="http://schemas.microsoft.com/office/drawing/2014/main" id="{AD80FD35-1640-4598-BFDA-3E05A9FCEBBE}"/>
              </a:ext>
            </a:extLst>
          </p:cNvPr>
          <p:cNvSpPr>
            <a:spLocks xmlns:a="http://schemas.openxmlformats.org/drawingml/2006/main" noGrp="1"/>
          </p:cNvSpPr>
          <p:nvPr>
            <p:ph type="pic" idx="19"/>
          </p:nvPr>
        </p:nvSpPr>
        <p:spPr>
          <a:xfrm xmlns:a="http://schemas.openxmlformats.org/drawingml/2006/main">
            <a:off x="8157472" y="1599336"/>
            <a:ext cx="2743200" cy="274320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21" name="Text Placeholder 33">
            <a:extLst xmlns:a="http://schemas.openxmlformats.org/drawingml/2006/main">
              <a:ext uri="{FF2B5EF4-FFF2-40B4-BE49-F238E27FC236}">
                <a16:creationId xmlns:a16="http://schemas.microsoft.com/office/drawing/2014/main" id="{AF0CFD6E-C443-4D08-B5C0-973C8F72617B}"/>
              </a:ext>
            </a:extLst>
          </p:cNvPr>
          <p:cNvSpPr>
            <a:spLocks xmlns:a="http://schemas.openxmlformats.org/drawingml/2006/main" noGrp="1"/>
          </p:cNvSpPr>
          <p:nvPr>
            <p:ph type="body" idx="20" hasCustomPrompt="1"/>
          </p:nvPr>
        </p:nvSpPr>
        <p:spPr>
          <a:xfrm xmlns:a="http://schemas.openxmlformats.org/drawingml/2006/main">
            <a:off x="7915156" y="4636935"/>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5" name="Text Placeholder 33">
            <a:extLst xmlns:a="http://schemas.openxmlformats.org/drawingml/2006/main">
              <a:ext uri="{FF2B5EF4-FFF2-40B4-BE49-F238E27FC236}">
                <a16:creationId xmlns:a16="http://schemas.microsoft.com/office/drawing/2014/main" id="{F3C3D640-B9ED-4162-9C4F-0F9F774E639B}"/>
              </a:ext>
            </a:extLst>
          </p:cNvPr>
          <p:cNvSpPr>
            <a:spLocks xmlns:a="http://schemas.openxmlformats.org/drawingml/2006/main" noGrp="1"/>
          </p:cNvSpPr>
          <p:nvPr>
            <p:ph type="body" idx="21" hasCustomPrompt="1"/>
          </p:nvPr>
        </p:nvSpPr>
        <p:spPr>
          <a:xfrm xmlns:a="http://schemas.openxmlformats.org/drawingml/2006/main">
            <a:off x="7915156" y="5001040"/>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16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pic>
        <p:nvPicPr>
          <p:cNvPr id="42" name="Graphic 5"/>
          <p:cNvPicPr>
            <a:picLocks xmlns:a="http://schemas.openxmlformats.org/drawingml/2006/main" noChangeAspect="1"/>
          </p:cNvPicPr>
          <p:nvPr/>
        </p:nvPicPr>
        <p:blipFill>
          <a:blip xmlns:r="http://schemas.openxmlformats.org/officeDocument/2006/relationships" xmlns:a="http://schemas.openxmlformats.org/drawingml/2006/main" r:embed="R7e186bd8563c417f">
            <a:extLst>
              <a:ext uri="{96DAC541-7B7A-43D3-8B79-37D633B846F1}">
                <asvg:svgBlip xmlns:asvg="http://schemas.microsoft.com/office/drawing/2016/SVG/main" r:embed="R11b866501a6f486e"/>
              </a:ext>
            </a:extLst>
          </a:blip>
          <a:srcRect xmlns:a="http://schemas.openxmlformats.org/drawingml/2006/main" l="42612" t="12210" r="14437" b="12837"/>
          <a:stretch xmlns:a="http://schemas.openxmlformats.org/drawingml/2006/main"/>
        </p:blipFill>
        <p:spPr>
          <a:xfrm xmlns:a="http://schemas.openxmlformats.org/drawingml/2006/main">
            <a:off x="4034529" y="1131906"/>
            <a:ext cx="3567993" cy="3576793"/>
          </a:xfrm>
          <a:prstGeom xmlns:a="http://schemas.openxmlformats.org/drawingml/2006/main" prst="rect">
            <a:avLst/>
          </a:prstGeom>
        </p:spPr>
      </p:pic>
      <p:sp>
        <p:nvSpPr>
          <p:cNvPr id="7" name="Date Placeholder 6">
            <a:extLst xmlns:a="http://schemas.openxmlformats.org/drawingml/2006/main">
              <a:ext uri="{FF2B5EF4-FFF2-40B4-BE49-F238E27FC236}">
                <a16:creationId xmlns:a16="http://schemas.microsoft.com/office/drawing/2014/main" id="{BD81196C-3280-8446-B8A9-CB00D01D0FF7}"/>
              </a:ext>
            </a:extLst>
          </p:cNvPr>
          <p:cNvSpPr>
            <a:spLocks xmlns:a="http://schemas.openxmlformats.org/drawingml/2006/main" noGrp="1"/>
          </p:cNvSpPr>
          <p:nvPr>
            <p:ph type="dt"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3D99159C-06B0-38F7-6924-98DC1B647FBA}"/>
              </a:ext>
            </a:extLst>
          </p:cNvPr>
          <p:cNvSpPr>
            <a:spLocks xmlns:a="http://schemas.openxmlformats.org/drawingml/2006/main" noGrp="1"/>
          </p:cNvSpPr>
          <p:nvPr>
            <p:ph type="ftr" idx="2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873DC5B7-5066-45B1-D64D-B8BA852E1A14}"/>
              </a:ext>
            </a:extLst>
          </p:cNvPr>
          <p:cNvSpPr>
            <a:spLocks xmlns:a="http://schemas.openxmlformats.org/drawingml/2006/main" noGrp="1"/>
          </p:cNvSpPr>
          <p:nvPr>
            <p:ph type="sldNum" idx="2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5.xml><?xml version="1.0" encoding="utf-8"?>
<p:sldLayout xmlns:p="http://schemas.openxmlformats.org/presentationml/2006/main" preserve="1" userDrawn="1">
  <p:cSld name="Speaker_3">
    <p:bg>
      <p:bgPr>
        <a:solidFill xmlns:a="http://schemas.openxmlformats.org/drawingml/2006/main">
          <a:schemeClr val="bg2"/>
        </a:solidFill>
      </p:bgPr>
    </p:bg>
    <p:spTree>
      <p:nvGrpSpPr>
        <p:cNvPr id="1" name=""/>
        <p:cNvGrpSpPr/>
        <p:nvPr/>
      </p:nvGrpSpPr>
      <p:grpSpPr>
        <a:xfrm xmlns:a="http://schemas.openxmlformats.org/drawingml/2006/main"/>
      </p:grpSpPr>
      <p:sp>
        <p:nvSpPr>
          <p:cNvPr id="32" name="Title 1">
            <a:extLst xmlns:a="http://schemas.openxmlformats.org/drawingml/2006/main">
              <a:ext uri="{FF2B5EF4-FFF2-40B4-BE49-F238E27FC236}">
                <a16:creationId xmlns:a16="http://schemas.microsoft.com/office/drawing/2014/main" id="{F61107A6-7831-4EC7-8264-2809B94682DD}"/>
              </a:ext>
            </a:extLst>
          </p:cNvPr>
          <p:cNvSpPr>
            <a:spLocks xmlns:a="http://schemas.openxmlformats.org/drawingml/2006/main" noGrp="1"/>
          </p:cNvSpPr>
          <p:nvPr>
            <p:ph type="title" idx="0" hasCustomPrompt="1"/>
          </p:nvPr>
        </p:nvSpPr>
        <p:spPr>
          <a:xfrm xmlns:a="http://schemas.openxmlformats.org/drawingml/2006/main">
            <a:off x="762000" y="1600200"/>
            <a:ext cx="3200400" cy="1320103"/>
          </a:xfrm>
        </p:spPr>
        <p:txBody>
          <a:bodyPr xmlns:a="http://schemas.openxmlformats.org/drawingml/2006/main" vert="horz" wrap="square" lIns="0" tIns="0" rIns="0" bIns="0" anchor="b">
            <a:normAutofit/>
          </a:bodyPr>
          <a:lstStyle xmlns:a="http://schemas.openxmlformats.org/drawingml/2006/main">
            <a:lvl1pPr marL="0" algn="l">
              <a:lnSpc>
                <a:spcPct val="100000"/>
              </a:lnSpc>
              <a:spcBef>
                <a:spcPts val="0"/>
              </a:spcBef>
              <a:buNone/>
              <a:defRPr sz="3200" b="1" i="0">
                <a:solidFill>
                  <a:schemeClr val="tx1"/>
                </a:solidFill>
                <a:latin typeface="Oracle Sans Tab"/>
                <a:ea typeface="Oracle Sans Tab"/>
                <a:cs typeface="Oracle Sans Tab"/>
              </a:defRPr>
            </a:lvl1pPr>
          </a:lstStyle>
          <a:p xmlns:a="http://schemas.openxmlformats.org/drawingml/2006/main">
            <a:pPr mar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832060" y="502952"/>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653752" y="2682622"/>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653752" y="3011421"/>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1" name="Picture Placeholder 4">
            <a:extLst xmlns:a="http://schemas.openxmlformats.org/drawingml/2006/main">
              <a:ext uri="{FF2B5EF4-FFF2-40B4-BE49-F238E27FC236}">
                <a16:creationId xmlns:a16="http://schemas.microsoft.com/office/drawing/2014/main" id="{FDC25F51-F732-4DED-B41F-218C4B09A992}"/>
              </a:ext>
            </a:extLst>
          </p:cNvPr>
          <p:cNvSpPr>
            <a:spLocks xmlns:a="http://schemas.openxmlformats.org/drawingml/2006/main" noGrp="1"/>
          </p:cNvSpPr>
          <p:nvPr>
            <p:ph type="pic" idx="28"/>
          </p:nvPr>
        </p:nvSpPr>
        <p:spPr>
          <a:xfrm xmlns:a="http://schemas.openxmlformats.org/drawingml/2006/main">
            <a:off x="4463764" y="2868976"/>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3" name="Text Placeholder 33">
            <a:extLst xmlns:a="http://schemas.openxmlformats.org/drawingml/2006/main">
              <a:ext uri="{FF2B5EF4-FFF2-40B4-BE49-F238E27FC236}">
                <a16:creationId xmlns:a16="http://schemas.microsoft.com/office/drawing/2014/main" id="{D1B52A4B-0972-4F91-92C6-8090BEF5CCCB}"/>
              </a:ext>
            </a:extLst>
          </p:cNvPr>
          <p:cNvSpPr>
            <a:spLocks xmlns:a="http://schemas.openxmlformats.org/drawingml/2006/main" noGrp="1"/>
          </p:cNvSpPr>
          <p:nvPr>
            <p:ph type="body" idx="29" hasCustomPrompt="1"/>
          </p:nvPr>
        </p:nvSpPr>
        <p:spPr>
          <a:xfrm xmlns:a="http://schemas.openxmlformats.org/drawingml/2006/main">
            <a:off x="4285456" y="5021187"/>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4" name="Text Placeholder 33">
            <a:extLst xmlns:a="http://schemas.openxmlformats.org/drawingml/2006/main">
              <a:ext uri="{FF2B5EF4-FFF2-40B4-BE49-F238E27FC236}">
                <a16:creationId xmlns:a16="http://schemas.microsoft.com/office/drawing/2014/main" id="{D6D713D8-07E2-4DC7-808A-1A9CD0EBCC6B}"/>
              </a:ext>
            </a:extLst>
          </p:cNvPr>
          <p:cNvSpPr>
            <a:spLocks xmlns:a="http://schemas.openxmlformats.org/drawingml/2006/main" noGrp="1"/>
          </p:cNvSpPr>
          <p:nvPr>
            <p:ph type="body" idx="30" hasCustomPrompt="1"/>
          </p:nvPr>
        </p:nvSpPr>
        <p:spPr>
          <a:xfrm xmlns:a="http://schemas.openxmlformats.org/drawingml/2006/main">
            <a:off x="4285456" y="5349986"/>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5" name="Picture Placeholder 4">
            <a:extLst xmlns:a="http://schemas.openxmlformats.org/drawingml/2006/main">
              <a:ext uri="{FF2B5EF4-FFF2-40B4-BE49-F238E27FC236}">
                <a16:creationId xmlns:a16="http://schemas.microsoft.com/office/drawing/2014/main" id="{D54CB0FE-E711-41BE-AE1E-539BC7B7761E}"/>
              </a:ext>
            </a:extLst>
          </p:cNvPr>
          <p:cNvSpPr>
            <a:spLocks xmlns:a="http://schemas.openxmlformats.org/drawingml/2006/main" noGrp="1"/>
          </p:cNvSpPr>
          <p:nvPr>
            <p:ph type="pic" idx="31"/>
          </p:nvPr>
        </p:nvSpPr>
        <p:spPr>
          <a:xfrm xmlns:a="http://schemas.openxmlformats.org/drawingml/2006/main">
            <a:off x="9593466" y="2868976"/>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6" name="Text Placeholder 33">
            <a:extLst xmlns:a="http://schemas.openxmlformats.org/drawingml/2006/main">
              <a:ext uri="{FF2B5EF4-FFF2-40B4-BE49-F238E27FC236}">
                <a16:creationId xmlns:a16="http://schemas.microsoft.com/office/drawing/2014/main" id="{C9D94F0F-A124-427C-8B51-4EA7A2DA41ED}"/>
              </a:ext>
            </a:extLst>
          </p:cNvPr>
          <p:cNvSpPr>
            <a:spLocks xmlns:a="http://schemas.openxmlformats.org/drawingml/2006/main" noGrp="1"/>
          </p:cNvSpPr>
          <p:nvPr>
            <p:ph type="body" idx="32" hasCustomPrompt="1"/>
          </p:nvPr>
        </p:nvSpPr>
        <p:spPr>
          <a:xfrm xmlns:a="http://schemas.openxmlformats.org/drawingml/2006/main">
            <a:off x="9415158" y="5018407"/>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9" name="Text Placeholder 33">
            <a:extLst xmlns:a="http://schemas.openxmlformats.org/drawingml/2006/main">
              <a:ext uri="{FF2B5EF4-FFF2-40B4-BE49-F238E27FC236}">
                <a16:creationId xmlns:a16="http://schemas.microsoft.com/office/drawing/2014/main" id="{D51FC9E3-DCC2-4D0A-80C8-4CB3924EC6CD}"/>
              </a:ext>
            </a:extLst>
          </p:cNvPr>
          <p:cNvSpPr>
            <a:spLocks xmlns:a="http://schemas.openxmlformats.org/drawingml/2006/main" noGrp="1"/>
          </p:cNvSpPr>
          <p:nvPr>
            <p:ph type="body" idx="33" hasCustomPrompt="1"/>
          </p:nvPr>
        </p:nvSpPr>
        <p:spPr>
          <a:xfrm xmlns:a="http://schemas.openxmlformats.org/drawingml/2006/main">
            <a:off x="9415158" y="5347206"/>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Date Placeholder 4">
            <a:extLst xmlns:a="http://schemas.openxmlformats.org/drawingml/2006/main">
              <a:ext uri="{FF2B5EF4-FFF2-40B4-BE49-F238E27FC236}">
                <a16:creationId xmlns:a16="http://schemas.microsoft.com/office/drawing/2014/main" id="{B754EFA5-83EC-6F05-D24C-FFEFF1BE395C}"/>
              </a:ext>
            </a:extLst>
          </p:cNvPr>
          <p:cNvSpPr>
            <a:spLocks xmlns:a="http://schemas.openxmlformats.org/drawingml/2006/main" noGrp="1"/>
          </p:cNvSpPr>
          <p:nvPr>
            <p:ph type="dt" idx="3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90B1C8AD-7BF2-BBBE-64DF-FD3A3B8318B7}"/>
              </a:ext>
            </a:extLst>
          </p:cNvPr>
          <p:cNvSpPr>
            <a:spLocks xmlns:a="http://schemas.openxmlformats.org/drawingml/2006/main" noGrp="1"/>
          </p:cNvSpPr>
          <p:nvPr>
            <p:ph type="ftr" idx="3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60982B03-7D3B-DA0C-6EC7-201AEC05C1F3}"/>
              </a:ext>
            </a:extLst>
          </p:cNvPr>
          <p:cNvSpPr>
            <a:spLocks xmlns:a="http://schemas.openxmlformats.org/drawingml/2006/main" noGrp="1"/>
          </p:cNvSpPr>
          <p:nvPr>
            <p:ph type="sldNum" idx="3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6.xml><?xml version="1.0" encoding="utf-8"?>
<p:sldLayout xmlns:p="http://schemas.openxmlformats.org/presentationml/2006/main" preserve="1" userDrawn="1">
  <p:cSld name="Speaker_4">
    <p:bg>
      <p:bgPr>
        <a:solidFill xmlns:a="http://schemas.openxmlformats.org/drawingml/2006/main">
          <a:schemeClr val="bg2"/>
        </a:solidFill>
      </p:bgPr>
    </p:bg>
    <p:spTree>
      <p:nvGrpSpPr>
        <p:cNvPr id="1" name=""/>
        <p:cNvGrpSpPr/>
        <p:nvPr/>
      </p:nvGrpSpPr>
      <p:grpSpPr>
        <a:xfrm xmlns:a="http://schemas.openxmlformats.org/drawingml/2006/main"/>
      </p:grpSpPr>
      <p:sp>
        <p:nvSpPr>
          <p:cNvPr id="36" name="Title 1">
            <a:extLst xmlns:a="http://schemas.openxmlformats.org/drawingml/2006/main">
              <a:ext uri="{FF2B5EF4-FFF2-40B4-BE49-F238E27FC236}">
                <a16:creationId xmlns:a16="http://schemas.microsoft.com/office/drawing/2014/main" id="{AD59539A-0265-4CF1-A242-1D32DF1299D9}"/>
              </a:ext>
            </a:extLst>
          </p:cNvPr>
          <p:cNvSpPr>
            <a:spLocks xmlns:a="http://schemas.openxmlformats.org/drawingml/2006/main" noGrp="1"/>
          </p:cNvSpPr>
          <p:nvPr>
            <p:ph type="title" idx="0" hasCustomPrompt="1"/>
          </p:nvPr>
        </p:nvSpPr>
        <p:spPr>
          <a:xfrm xmlns:a="http://schemas.openxmlformats.org/drawingml/2006/main">
            <a:off x="761998" y="1600200"/>
            <a:ext cx="3474720" cy="1320103"/>
          </a:xfrm>
        </p:spPr>
        <p:txBody>
          <a:bodyPr xmlns:a="http://schemas.openxmlformats.org/drawingml/2006/main" vert="horz" wrap="square" lIns="0" tIns="0" rIns="0" bIns="0" anchor="b">
            <a:normAutofit/>
          </a:bodyPr>
          <a:lstStyle xmlns:a="http://schemas.openxmlformats.org/drawingml/2006/main">
            <a:lvl1pPr marL="0" algn="l">
              <a:lnSpc>
                <a:spcPct val="100000"/>
              </a:lnSpc>
              <a:spcBef>
                <a:spcPts val="0"/>
              </a:spcBef>
              <a:buNone/>
              <a:defRPr sz="3200" b="1" i="0">
                <a:solidFill>
                  <a:schemeClr val="tx1"/>
                </a:solidFill>
                <a:latin typeface="Oracle Sans Tab"/>
                <a:ea typeface="Oracle Sans Tab"/>
                <a:cs typeface="Oracle Sans Tab"/>
              </a:defRPr>
            </a:lvl1pPr>
          </a:lstStyle>
          <a:p xmlns:a="http://schemas.openxmlformats.org/drawingml/2006/main">
            <a:pPr mar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285744" y="594391"/>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102256" y="2288684"/>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102256" y="2636490"/>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0" name="Picture Placeholder 4">
            <a:extLst xmlns:a="http://schemas.openxmlformats.org/drawingml/2006/main">
              <a:ext uri="{FF2B5EF4-FFF2-40B4-BE49-F238E27FC236}">
                <a16:creationId xmlns:a16="http://schemas.microsoft.com/office/drawing/2014/main" id="{13E21815-6A02-4A6A-80C9-0617BE9066A4}"/>
              </a:ext>
            </a:extLst>
          </p:cNvPr>
          <p:cNvSpPr>
            <a:spLocks xmlns:a="http://schemas.openxmlformats.org/drawingml/2006/main" noGrp="1"/>
          </p:cNvSpPr>
          <p:nvPr>
            <p:ph type="pic" idx="16"/>
          </p:nvPr>
        </p:nvSpPr>
        <p:spPr>
          <a:xfrm xmlns:a="http://schemas.openxmlformats.org/drawingml/2006/main">
            <a:off x="9096824" y="594391"/>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22" name="Text Placeholder 33">
            <a:extLst xmlns:a="http://schemas.openxmlformats.org/drawingml/2006/main">
              <a:ext uri="{FF2B5EF4-FFF2-40B4-BE49-F238E27FC236}">
                <a16:creationId xmlns:a16="http://schemas.microsoft.com/office/drawing/2014/main" id="{B1E285A0-A2E7-DE49-A7D9-B15F13096B4D}"/>
              </a:ext>
            </a:extLst>
          </p:cNvPr>
          <p:cNvSpPr>
            <a:spLocks xmlns:a="http://schemas.openxmlformats.org/drawingml/2006/main" noGrp="1"/>
          </p:cNvSpPr>
          <p:nvPr>
            <p:ph type="body" idx="23" hasCustomPrompt="1"/>
          </p:nvPr>
        </p:nvSpPr>
        <p:spPr>
          <a:xfrm xmlns:a="http://schemas.openxmlformats.org/drawingml/2006/main">
            <a:off x="8913336" y="2288684"/>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3" name="Text Placeholder 33">
            <a:extLst xmlns:a="http://schemas.openxmlformats.org/drawingml/2006/main">
              <a:ext uri="{FF2B5EF4-FFF2-40B4-BE49-F238E27FC236}">
                <a16:creationId xmlns:a16="http://schemas.microsoft.com/office/drawing/2014/main" id="{824EDADA-2643-C24E-A532-5AF7FDEFBB0A}"/>
              </a:ext>
            </a:extLst>
          </p:cNvPr>
          <p:cNvSpPr>
            <a:spLocks xmlns:a="http://schemas.openxmlformats.org/drawingml/2006/main" noGrp="1"/>
          </p:cNvSpPr>
          <p:nvPr>
            <p:ph type="body" idx="24" hasCustomPrompt="1"/>
          </p:nvPr>
        </p:nvSpPr>
        <p:spPr>
          <a:xfrm xmlns:a="http://schemas.openxmlformats.org/drawingml/2006/main">
            <a:off x="8913336" y="2636490"/>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0" name="Picture Placeholder 4">
            <a:extLst xmlns:a="http://schemas.openxmlformats.org/drawingml/2006/main">
              <a:ext uri="{FF2B5EF4-FFF2-40B4-BE49-F238E27FC236}">
                <a16:creationId xmlns:a16="http://schemas.microsoft.com/office/drawing/2014/main" id="{EFC6E2D0-3B2A-2942-B1BA-2FB20BD0EEC6}"/>
              </a:ext>
            </a:extLst>
          </p:cNvPr>
          <p:cNvSpPr>
            <a:spLocks xmlns:a="http://schemas.openxmlformats.org/drawingml/2006/main" noGrp="1"/>
          </p:cNvSpPr>
          <p:nvPr>
            <p:ph type="pic" idx="27"/>
          </p:nvPr>
        </p:nvSpPr>
        <p:spPr>
          <a:xfrm xmlns:a="http://schemas.openxmlformats.org/drawingml/2006/main">
            <a:off x="6285744" y="3429000"/>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28" name="Text Placeholder 33">
            <a:extLst xmlns:a="http://schemas.openxmlformats.org/drawingml/2006/main">
              <a:ext uri="{FF2B5EF4-FFF2-40B4-BE49-F238E27FC236}">
                <a16:creationId xmlns:a16="http://schemas.microsoft.com/office/drawing/2014/main" id="{C58C0826-10EF-F849-A3C1-413E3484114A}"/>
              </a:ext>
            </a:extLst>
          </p:cNvPr>
          <p:cNvSpPr>
            <a:spLocks xmlns:a="http://schemas.openxmlformats.org/drawingml/2006/main" noGrp="1"/>
          </p:cNvSpPr>
          <p:nvPr>
            <p:ph type="body" idx="25" hasCustomPrompt="1"/>
          </p:nvPr>
        </p:nvSpPr>
        <p:spPr>
          <a:xfrm xmlns:a="http://schemas.openxmlformats.org/drawingml/2006/main">
            <a:off x="6102256" y="5146172"/>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9" name="Text Placeholder 33">
            <a:extLst xmlns:a="http://schemas.openxmlformats.org/drawingml/2006/main">
              <a:ext uri="{FF2B5EF4-FFF2-40B4-BE49-F238E27FC236}">
                <a16:creationId xmlns:a16="http://schemas.microsoft.com/office/drawing/2014/main" id="{31FE92C1-9507-1C45-8CA1-FA2A0EA3FCED}"/>
              </a:ext>
            </a:extLst>
          </p:cNvPr>
          <p:cNvSpPr>
            <a:spLocks xmlns:a="http://schemas.openxmlformats.org/drawingml/2006/main" noGrp="1"/>
          </p:cNvSpPr>
          <p:nvPr>
            <p:ph type="body" idx="26" hasCustomPrompt="1"/>
          </p:nvPr>
        </p:nvSpPr>
        <p:spPr>
          <a:xfrm xmlns:a="http://schemas.openxmlformats.org/drawingml/2006/main">
            <a:off x="6102256" y="5493978"/>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1" name="Picture Placeholder 4">
            <a:extLst xmlns:a="http://schemas.openxmlformats.org/drawingml/2006/main">
              <a:ext uri="{FF2B5EF4-FFF2-40B4-BE49-F238E27FC236}">
                <a16:creationId xmlns:a16="http://schemas.microsoft.com/office/drawing/2014/main" id="{ED40B0E3-F4BB-EC49-8D7A-713B54016EEA}"/>
              </a:ext>
            </a:extLst>
          </p:cNvPr>
          <p:cNvSpPr>
            <a:spLocks xmlns:a="http://schemas.openxmlformats.org/drawingml/2006/main" noGrp="1"/>
          </p:cNvSpPr>
          <p:nvPr>
            <p:ph type="pic" idx="28"/>
          </p:nvPr>
        </p:nvSpPr>
        <p:spPr>
          <a:xfrm xmlns:a="http://schemas.openxmlformats.org/drawingml/2006/main">
            <a:off x="9096824" y="3429000"/>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2" name="Text Placeholder 33">
            <a:extLst xmlns:a="http://schemas.openxmlformats.org/drawingml/2006/main">
              <a:ext uri="{FF2B5EF4-FFF2-40B4-BE49-F238E27FC236}">
                <a16:creationId xmlns:a16="http://schemas.microsoft.com/office/drawing/2014/main" id="{75EA1EAA-9631-6446-9C35-80FDF680DE0B}"/>
              </a:ext>
            </a:extLst>
          </p:cNvPr>
          <p:cNvSpPr>
            <a:spLocks xmlns:a="http://schemas.openxmlformats.org/drawingml/2006/main" noGrp="1"/>
          </p:cNvSpPr>
          <p:nvPr>
            <p:ph type="body" idx="29" hasCustomPrompt="1"/>
          </p:nvPr>
        </p:nvSpPr>
        <p:spPr>
          <a:xfrm xmlns:a="http://schemas.openxmlformats.org/drawingml/2006/main">
            <a:off x="8913336" y="5146172"/>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3" name="Text Placeholder 33">
            <a:extLst xmlns:a="http://schemas.openxmlformats.org/drawingml/2006/main">
              <a:ext uri="{FF2B5EF4-FFF2-40B4-BE49-F238E27FC236}">
                <a16:creationId xmlns:a16="http://schemas.microsoft.com/office/drawing/2014/main" id="{D9FA6B46-487D-254B-8AB6-DCB6C449BF8B}"/>
              </a:ext>
            </a:extLst>
          </p:cNvPr>
          <p:cNvSpPr>
            <a:spLocks xmlns:a="http://schemas.openxmlformats.org/drawingml/2006/main" noGrp="1"/>
          </p:cNvSpPr>
          <p:nvPr>
            <p:ph type="body" idx="30" hasCustomPrompt="1"/>
          </p:nvPr>
        </p:nvSpPr>
        <p:spPr>
          <a:xfrm xmlns:a="http://schemas.openxmlformats.org/drawingml/2006/main">
            <a:off x="8913336" y="5493978"/>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Date Placeholder 4">
            <a:extLst xmlns:a="http://schemas.openxmlformats.org/drawingml/2006/main">
              <a:ext uri="{FF2B5EF4-FFF2-40B4-BE49-F238E27FC236}">
                <a16:creationId xmlns:a16="http://schemas.microsoft.com/office/drawing/2014/main" id="{721AF830-4A85-EB7A-16D7-DD9F69182676}"/>
              </a:ext>
            </a:extLst>
          </p:cNvPr>
          <p:cNvSpPr>
            <a:spLocks xmlns:a="http://schemas.openxmlformats.org/drawingml/2006/main" noGrp="1"/>
          </p:cNvSpPr>
          <p:nvPr>
            <p:ph type="dt" idx="3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B954429E-3093-9306-CF1C-6D38E247E432}"/>
              </a:ext>
            </a:extLst>
          </p:cNvPr>
          <p:cNvSpPr>
            <a:spLocks xmlns:a="http://schemas.openxmlformats.org/drawingml/2006/main" noGrp="1"/>
          </p:cNvSpPr>
          <p:nvPr>
            <p:ph type="ftr" idx="3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8039FEDD-E4DD-BBA0-6BC2-3F51F54326ED}"/>
              </a:ext>
            </a:extLst>
          </p:cNvPr>
          <p:cNvSpPr>
            <a:spLocks xmlns:a="http://schemas.openxmlformats.org/drawingml/2006/main" noGrp="1"/>
          </p:cNvSpPr>
          <p:nvPr>
            <p:ph type="sldNum" idx="3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7.xml><?xml version="1.0" encoding="utf-8"?>
<p:sldLayout xmlns:p="http://schemas.openxmlformats.org/presentationml/2006/main" preserve="1" userDrawn="1">
  <p:cSld name="Speaker_6">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405C068A-F72E-87F3-36CA-42BEFF61804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19" name="Picture 1">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768257" y="1259633"/>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37" name="Name 1">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2438576" y="1667912"/>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Itle 1">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2438576" y="1983046"/>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88" name="Picture 2">
            <a:extLst xmlns:a="http://schemas.openxmlformats.org/drawingml/2006/main">
              <a:ext uri="{FF2B5EF4-FFF2-40B4-BE49-F238E27FC236}">
                <a16:creationId xmlns:a16="http://schemas.microsoft.com/office/drawing/2014/main" id="{E87225CC-8F09-5A46-B785-5C244024F8BB}"/>
              </a:ext>
            </a:extLst>
          </p:cNvPr>
          <p:cNvSpPr>
            <a:spLocks xmlns:a="http://schemas.openxmlformats.org/drawingml/2006/main" noGrp="1"/>
          </p:cNvSpPr>
          <p:nvPr>
            <p:ph type="pic" idx="38"/>
          </p:nvPr>
        </p:nvSpPr>
        <p:spPr>
          <a:xfrm xmlns:a="http://schemas.openxmlformats.org/drawingml/2006/main">
            <a:off x="768257" y="2959714"/>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89" name="Name 2">
            <a:extLst xmlns:a="http://schemas.openxmlformats.org/drawingml/2006/main">
              <a:ext uri="{FF2B5EF4-FFF2-40B4-BE49-F238E27FC236}">
                <a16:creationId xmlns:a16="http://schemas.microsoft.com/office/drawing/2014/main" id="{213DB2F1-1A57-00A0-D060-4C9E8EA12AC0}"/>
              </a:ext>
            </a:extLst>
          </p:cNvPr>
          <p:cNvSpPr>
            <a:spLocks xmlns:a="http://schemas.openxmlformats.org/drawingml/2006/main" noGrp="1"/>
          </p:cNvSpPr>
          <p:nvPr>
            <p:ph type="body" idx="39" hasCustomPrompt="1"/>
          </p:nvPr>
        </p:nvSpPr>
        <p:spPr>
          <a:xfrm xmlns:a="http://schemas.openxmlformats.org/drawingml/2006/main">
            <a:off x="2438576" y="3371397"/>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90" name="Title 2">
            <a:extLst xmlns:a="http://schemas.openxmlformats.org/drawingml/2006/main">
              <a:ext uri="{FF2B5EF4-FFF2-40B4-BE49-F238E27FC236}">
                <a16:creationId xmlns:a16="http://schemas.microsoft.com/office/drawing/2014/main" id="{6D7EA926-2CBE-46FC-736F-448E6E0788B4}"/>
              </a:ext>
            </a:extLst>
          </p:cNvPr>
          <p:cNvSpPr>
            <a:spLocks xmlns:a="http://schemas.openxmlformats.org/drawingml/2006/main" noGrp="1"/>
          </p:cNvSpPr>
          <p:nvPr>
            <p:ph type="body" idx="40" hasCustomPrompt="1"/>
          </p:nvPr>
        </p:nvSpPr>
        <p:spPr>
          <a:xfrm xmlns:a="http://schemas.openxmlformats.org/drawingml/2006/main">
            <a:off x="2438576" y="3675928"/>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82" name="Picture 3">
            <a:extLst xmlns:a="http://schemas.openxmlformats.org/drawingml/2006/main">
              <a:ext uri="{FF2B5EF4-FFF2-40B4-BE49-F238E27FC236}">
                <a16:creationId xmlns:a16="http://schemas.microsoft.com/office/drawing/2014/main" id="{B9743AA0-6CB0-2E48-9ADB-1CC690E743B4}"/>
              </a:ext>
            </a:extLst>
          </p:cNvPr>
          <p:cNvSpPr>
            <a:spLocks xmlns:a="http://schemas.openxmlformats.org/drawingml/2006/main" noGrp="1"/>
          </p:cNvSpPr>
          <p:nvPr>
            <p:ph type="pic" idx="32"/>
          </p:nvPr>
        </p:nvSpPr>
        <p:spPr>
          <a:xfrm xmlns:a="http://schemas.openxmlformats.org/drawingml/2006/main">
            <a:off x="768257" y="4658530"/>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83" name="Name 3">
            <a:extLst xmlns:a="http://schemas.openxmlformats.org/drawingml/2006/main">
              <a:ext uri="{FF2B5EF4-FFF2-40B4-BE49-F238E27FC236}">
                <a16:creationId xmlns:a16="http://schemas.microsoft.com/office/drawing/2014/main" id="{7FE364B2-4B5D-0750-F686-7376A0054F8F}"/>
              </a:ext>
            </a:extLst>
          </p:cNvPr>
          <p:cNvSpPr>
            <a:spLocks xmlns:a="http://schemas.openxmlformats.org/drawingml/2006/main" noGrp="1"/>
          </p:cNvSpPr>
          <p:nvPr>
            <p:ph type="body" idx="33" hasCustomPrompt="1"/>
          </p:nvPr>
        </p:nvSpPr>
        <p:spPr>
          <a:xfrm xmlns:a="http://schemas.openxmlformats.org/drawingml/2006/main">
            <a:off x="2438576" y="5083641"/>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84" name="Name 3">
            <a:extLst xmlns:a="http://schemas.openxmlformats.org/drawingml/2006/main">
              <a:ext uri="{FF2B5EF4-FFF2-40B4-BE49-F238E27FC236}">
                <a16:creationId xmlns:a16="http://schemas.microsoft.com/office/drawing/2014/main" id="{111F11BD-FB90-28F4-5BED-A457E1D33F32}"/>
              </a:ext>
            </a:extLst>
          </p:cNvPr>
          <p:cNvSpPr>
            <a:spLocks xmlns:a="http://schemas.openxmlformats.org/drawingml/2006/main" noGrp="1"/>
          </p:cNvSpPr>
          <p:nvPr>
            <p:ph type="body" idx="34" hasCustomPrompt="1"/>
          </p:nvPr>
        </p:nvSpPr>
        <p:spPr>
          <a:xfrm xmlns:a="http://schemas.openxmlformats.org/drawingml/2006/main">
            <a:off x="2438576" y="5388172"/>
            <a:ext cx="1920240" cy="246888"/>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1" name="Picture 4">
            <a:extLst xmlns:a="http://schemas.openxmlformats.org/drawingml/2006/main">
              <a:ext uri="{FF2B5EF4-FFF2-40B4-BE49-F238E27FC236}">
                <a16:creationId xmlns:a16="http://schemas.microsoft.com/office/drawing/2014/main" id="{288C7677-74A4-87D5-B77D-03AC70679BAC}"/>
              </a:ext>
            </a:extLst>
          </p:cNvPr>
          <p:cNvSpPr>
            <a:spLocks xmlns:a="http://schemas.openxmlformats.org/drawingml/2006/main" noGrp="1"/>
          </p:cNvSpPr>
          <p:nvPr>
            <p:ph type="pic" idx="41"/>
          </p:nvPr>
        </p:nvSpPr>
        <p:spPr>
          <a:xfrm xmlns:a="http://schemas.openxmlformats.org/drawingml/2006/main">
            <a:off x="6379003" y="1259633"/>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92" name="Name 4">
            <a:extLst xmlns:a="http://schemas.openxmlformats.org/drawingml/2006/main">
              <a:ext uri="{FF2B5EF4-FFF2-40B4-BE49-F238E27FC236}">
                <a16:creationId xmlns:a16="http://schemas.microsoft.com/office/drawing/2014/main" id="{AF588FE9-35BC-F09C-55DF-26752ACAD486}"/>
              </a:ext>
            </a:extLst>
          </p:cNvPr>
          <p:cNvSpPr>
            <a:spLocks xmlns:a="http://schemas.openxmlformats.org/drawingml/2006/main" noGrp="1"/>
          </p:cNvSpPr>
          <p:nvPr>
            <p:ph type="body" idx="42" hasCustomPrompt="1"/>
          </p:nvPr>
        </p:nvSpPr>
        <p:spPr>
          <a:xfrm xmlns:a="http://schemas.openxmlformats.org/drawingml/2006/main">
            <a:off x="8037558" y="1667912"/>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93" name="Title 4">
            <a:extLst xmlns:a="http://schemas.openxmlformats.org/drawingml/2006/main">
              <a:ext uri="{FF2B5EF4-FFF2-40B4-BE49-F238E27FC236}">
                <a16:creationId xmlns:a16="http://schemas.microsoft.com/office/drawing/2014/main" id="{BC8C5213-FFE9-AE65-FDE6-CBF115337B71}"/>
              </a:ext>
            </a:extLst>
          </p:cNvPr>
          <p:cNvSpPr>
            <a:spLocks xmlns:a="http://schemas.openxmlformats.org/drawingml/2006/main" noGrp="1"/>
          </p:cNvSpPr>
          <p:nvPr>
            <p:ph type="body" idx="43" hasCustomPrompt="1"/>
          </p:nvPr>
        </p:nvSpPr>
        <p:spPr>
          <a:xfrm xmlns:a="http://schemas.openxmlformats.org/drawingml/2006/main">
            <a:off x="8037558" y="1983046"/>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85" name="Picture 5">
            <a:extLst xmlns:a="http://schemas.openxmlformats.org/drawingml/2006/main">
              <a:ext uri="{FF2B5EF4-FFF2-40B4-BE49-F238E27FC236}">
                <a16:creationId xmlns:a16="http://schemas.microsoft.com/office/drawing/2014/main" id="{25483374-F780-293B-7C18-D75F9FA05893}"/>
              </a:ext>
            </a:extLst>
          </p:cNvPr>
          <p:cNvSpPr>
            <a:spLocks xmlns:a="http://schemas.openxmlformats.org/drawingml/2006/main" noGrp="1"/>
          </p:cNvSpPr>
          <p:nvPr>
            <p:ph type="pic" idx="35"/>
          </p:nvPr>
        </p:nvSpPr>
        <p:spPr>
          <a:xfrm xmlns:a="http://schemas.openxmlformats.org/drawingml/2006/main">
            <a:off x="6379003" y="2959714"/>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86" name="Name 5">
            <a:extLst xmlns:a="http://schemas.openxmlformats.org/drawingml/2006/main">
              <a:ext uri="{FF2B5EF4-FFF2-40B4-BE49-F238E27FC236}">
                <a16:creationId xmlns:a16="http://schemas.microsoft.com/office/drawing/2014/main" id="{BF047364-28B8-1F30-EEEB-7B6E2368A6AB}"/>
              </a:ext>
            </a:extLst>
          </p:cNvPr>
          <p:cNvSpPr>
            <a:spLocks xmlns:a="http://schemas.openxmlformats.org/drawingml/2006/main" noGrp="1"/>
          </p:cNvSpPr>
          <p:nvPr>
            <p:ph type="body" idx="36" hasCustomPrompt="1"/>
          </p:nvPr>
        </p:nvSpPr>
        <p:spPr>
          <a:xfrm xmlns:a="http://schemas.openxmlformats.org/drawingml/2006/main">
            <a:off x="8037558" y="3355413"/>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87" name="Title 5">
            <a:extLst xmlns:a="http://schemas.openxmlformats.org/drawingml/2006/main">
              <a:ext uri="{FF2B5EF4-FFF2-40B4-BE49-F238E27FC236}">
                <a16:creationId xmlns:a16="http://schemas.microsoft.com/office/drawing/2014/main" id="{09D55A0B-3944-9795-0EC9-244A2E8C0062}"/>
              </a:ext>
            </a:extLst>
          </p:cNvPr>
          <p:cNvSpPr>
            <a:spLocks xmlns:a="http://schemas.openxmlformats.org/drawingml/2006/main" noGrp="1"/>
          </p:cNvSpPr>
          <p:nvPr>
            <p:ph type="body" idx="37" hasCustomPrompt="1"/>
          </p:nvPr>
        </p:nvSpPr>
        <p:spPr>
          <a:xfrm xmlns:a="http://schemas.openxmlformats.org/drawingml/2006/main">
            <a:off x="8037558" y="3659944"/>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4" name="Picture 6">
            <a:extLst xmlns:a="http://schemas.openxmlformats.org/drawingml/2006/main">
              <a:ext uri="{FF2B5EF4-FFF2-40B4-BE49-F238E27FC236}">
                <a16:creationId xmlns:a16="http://schemas.microsoft.com/office/drawing/2014/main" id="{C5596C01-BDD3-872C-1E20-6F26FD847F92}"/>
              </a:ext>
            </a:extLst>
          </p:cNvPr>
          <p:cNvSpPr>
            <a:spLocks xmlns:a="http://schemas.openxmlformats.org/drawingml/2006/main" noGrp="1"/>
          </p:cNvSpPr>
          <p:nvPr>
            <p:ph type="pic" idx="44"/>
          </p:nvPr>
        </p:nvSpPr>
        <p:spPr>
          <a:xfrm xmlns:a="http://schemas.openxmlformats.org/drawingml/2006/main">
            <a:off x="6379003" y="4658530"/>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95" name="Name 6">
            <a:extLst xmlns:a="http://schemas.openxmlformats.org/drawingml/2006/main">
              <a:ext uri="{FF2B5EF4-FFF2-40B4-BE49-F238E27FC236}">
                <a16:creationId xmlns:a16="http://schemas.microsoft.com/office/drawing/2014/main" id="{908A6C8C-55F0-CAFA-799F-1586491CE534}"/>
              </a:ext>
            </a:extLst>
          </p:cNvPr>
          <p:cNvSpPr>
            <a:spLocks xmlns:a="http://schemas.openxmlformats.org/drawingml/2006/main" noGrp="1"/>
          </p:cNvSpPr>
          <p:nvPr>
            <p:ph type="body" idx="45" hasCustomPrompt="1"/>
          </p:nvPr>
        </p:nvSpPr>
        <p:spPr>
          <a:xfrm xmlns:a="http://schemas.openxmlformats.org/drawingml/2006/main">
            <a:off x="8037558" y="5078984"/>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96" name="Name 7">
            <a:extLst xmlns:a="http://schemas.openxmlformats.org/drawingml/2006/main">
              <a:ext uri="{FF2B5EF4-FFF2-40B4-BE49-F238E27FC236}">
                <a16:creationId xmlns:a16="http://schemas.microsoft.com/office/drawing/2014/main" id="{80B8C125-5BDD-9CC4-70C3-CBF897A29E80}"/>
              </a:ext>
            </a:extLst>
          </p:cNvPr>
          <p:cNvSpPr>
            <a:spLocks xmlns:a="http://schemas.openxmlformats.org/drawingml/2006/main" noGrp="1"/>
          </p:cNvSpPr>
          <p:nvPr>
            <p:ph type="body" idx="46" hasCustomPrompt="1"/>
          </p:nvPr>
        </p:nvSpPr>
        <p:spPr>
          <a:xfrm xmlns:a="http://schemas.openxmlformats.org/drawingml/2006/main">
            <a:off x="8037558" y="5383515"/>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6" name="Date Placeholder 5">
            <a:extLst xmlns:a="http://schemas.openxmlformats.org/drawingml/2006/main">
              <a:ext uri="{FF2B5EF4-FFF2-40B4-BE49-F238E27FC236}">
                <a16:creationId xmlns:a16="http://schemas.microsoft.com/office/drawing/2014/main" id="{6CBD1BE4-F898-E801-0CB3-FB0B10CBD92C}"/>
              </a:ext>
            </a:extLst>
          </p:cNvPr>
          <p:cNvSpPr>
            <a:spLocks xmlns:a="http://schemas.openxmlformats.org/drawingml/2006/main" noGrp="1"/>
          </p:cNvSpPr>
          <p:nvPr>
            <p:ph type="dt" idx="4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4A66B217-9023-BD3C-C1F4-FE70200F6269}"/>
              </a:ext>
            </a:extLst>
          </p:cNvPr>
          <p:cNvSpPr>
            <a:spLocks xmlns:a="http://schemas.openxmlformats.org/drawingml/2006/main" noGrp="1"/>
          </p:cNvSpPr>
          <p:nvPr>
            <p:ph type="ftr" idx="4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558764A5-1BAA-7799-043A-4532D1D749FF}"/>
              </a:ext>
            </a:extLst>
          </p:cNvPr>
          <p:cNvSpPr>
            <a:spLocks xmlns:a="http://schemas.openxmlformats.org/drawingml/2006/main" noGrp="1"/>
          </p:cNvSpPr>
          <p:nvPr>
            <p:ph type="sldNum" idx="4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8.xml><?xml version="1.0" encoding="utf-8"?>
<p:sldLayout xmlns:p="http://schemas.openxmlformats.org/presentationml/2006/main" preserve="1" userDrawn="1">
  <p:cSld name="Speaker_10">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405C068A-F72E-87F3-36CA-42BEFF61804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19" name="Picture 1">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111298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37" name="Name 1">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70107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itle 1">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70107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2" name="Picture 2">
            <a:extLst xmlns:a="http://schemas.openxmlformats.org/drawingml/2006/main">
              <a:ext uri="{FF2B5EF4-FFF2-40B4-BE49-F238E27FC236}">
                <a16:creationId xmlns:a16="http://schemas.microsoft.com/office/drawing/2014/main" id="{E3A8C480-E935-0DA4-A150-7A798552D69B}"/>
              </a:ext>
            </a:extLst>
          </p:cNvPr>
          <p:cNvSpPr>
            <a:spLocks xmlns:a="http://schemas.openxmlformats.org/drawingml/2006/main" noGrp="1"/>
          </p:cNvSpPr>
          <p:nvPr>
            <p:ph type="pic" idx="32"/>
          </p:nvPr>
        </p:nvSpPr>
        <p:spPr>
          <a:xfrm xmlns:a="http://schemas.openxmlformats.org/drawingml/2006/main">
            <a:off x="3398962"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53" name="Name 2">
            <a:extLst xmlns:a="http://schemas.openxmlformats.org/drawingml/2006/main">
              <a:ext uri="{FF2B5EF4-FFF2-40B4-BE49-F238E27FC236}">
                <a16:creationId xmlns:a16="http://schemas.microsoft.com/office/drawing/2014/main" id="{D53E72DD-B667-6F64-FC11-B158256A1D6A}"/>
              </a:ext>
            </a:extLst>
          </p:cNvPr>
          <p:cNvSpPr>
            <a:spLocks xmlns:a="http://schemas.openxmlformats.org/drawingml/2006/main" noGrp="1"/>
          </p:cNvSpPr>
          <p:nvPr>
            <p:ph type="body" idx="33" hasCustomPrompt="1"/>
          </p:nvPr>
        </p:nvSpPr>
        <p:spPr>
          <a:xfrm xmlns:a="http://schemas.openxmlformats.org/drawingml/2006/main">
            <a:off x="2987053"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54" name="Title 2">
            <a:extLst xmlns:a="http://schemas.openxmlformats.org/drawingml/2006/main">
              <a:ext uri="{FF2B5EF4-FFF2-40B4-BE49-F238E27FC236}">
                <a16:creationId xmlns:a16="http://schemas.microsoft.com/office/drawing/2014/main" id="{1151B9AB-CBE4-1067-D049-3E69A0E78E18}"/>
              </a:ext>
            </a:extLst>
          </p:cNvPr>
          <p:cNvSpPr>
            <a:spLocks xmlns:a="http://schemas.openxmlformats.org/drawingml/2006/main" noGrp="1"/>
          </p:cNvSpPr>
          <p:nvPr>
            <p:ph type="body" idx="34" hasCustomPrompt="1"/>
          </p:nvPr>
        </p:nvSpPr>
        <p:spPr>
          <a:xfrm xmlns:a="http://schemas.openxmlformats.org/drawingml/2006/main">
            <a:off x="2987053"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5" name="Picture 3 ">
            <a:extLst xmlns:a="http://schemas.openxmlformats.org/drawingml/2006/main">
              <a:ext uri="{FF2B5EF4-FFF2-40B4-BE49-F238E27FC236}">
                <a16:creationId xmlns:a16="http://schemas.microsoft.com/office/drawing/2014/main" id="{B3646944-CB74-48E5-20C3-42C4C0663CDF}"/>
              </a:ext>
            </a:extLst>
          </p:cNvPr>
          <p:cNvSpPr>
            <a:spLocks xmlns:a="http://schemas.openxmlformats.org/drawingml/2006/main" noGrp="1"/>
          </p:cNvSpPr>
          <p:nvPr>
            <p:ph type="pic" idx="35"/>
          </p:nvPr>
        </p:nvSpPr>
        <p:spPr>
          <a:xfrm xmlns:a="http://schemas.openxmlformats.org/drawingml/2006/main">
            <a:off x="568493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56" name="Name 3">
            <a:extLst xmlns:a="http://schemas.openxmlformats.org/drawingml/2006/main">
              <a:ext uri="{FF2B5EF4-FFF2-40B4-BE49-F238E27FC236}">
                <a16:creationId xmlns:a16="http://schemas.microsoft.com/office/drawing/2014/main" id="{4E1E4910-6DC5-4CFB-72D7-6EF41C7392E6}"/>
              </a:ext>
            </a:extLst>
          </p:cNvPr>
          <p:cNvSpPr>
            <a:spLocks xmlns:a="http://schemas.openxmlformats.org/drawingml/2006/main" noGrp="1"/>
          </p:cNvSpPr>
          <p:nvPr>
            <p:ph type="body" idx="36" hasCustomPrompt="1"/>
          </p:nvPr>
        </p:nvSpPr>
        <p:spPr>
          <a:xfrm xmlns:a="http://schemas.openxmlformats.org/drawingml/2006/main">
            <a:off x="527302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57" name="Title 3">
            <a:extLst xmlns:a="http://schemas.openxmlformats.org/drawingml/2006/main">
              <a:ext uri="{FF2B5EF4-FFF2-40B4-BE49-F238E27FC236}">
                <a16:creationId xmlns:a16="http://schemas.microsoft.com/office/drawing/2014/main" id="{694BBFD6-ACCD-92AD-91C9-FA5C1A7A9F62}"/>
              </a:ext>
            </a:extLst>
          </p:cNvPr>
          <p:cNvSpPr>
            <a:spLocks xmlns:a="http://schemas.openxmlformats.org/drawingml/2006/main" noGrp="1"/>
          </p:cNvSpPr>
          <p:nvPr>
            <p:ph type="body" idx="37" hasCustomPrompt="1"/>
          </p:nvPr>
        </p:nvSpPr>
        <p:spPr>
          <a:xfrm xmlns:a="http://schemas.openxmlformats.org/drawingml/2006/main">
            <a:off x="527302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8" name="Picture 4">
            <a:extLst xmlns:a="http://schemas.openxmlformats.org/drawingml/2006/main">
              <a:ext uri="{FF2B5EF4-FFF2-40B4-BE49-F238E27FC236}">
                <a16:creationId xmlns:a16="http://schemas.microsoft.com/office/drawing/2014/main" id="{8646106B-DADA-406C-A020-501C2210B615}"/>
              </a:ext>
            </a:extLst>
          </p:cNvPr>
          <p:cNvSpPr>
            <a:spLocks xmlns:a="http://schemas.openxmlformats.org/drawingml/2006/main" noGrp="1"/>
          </p:cNvSpPr>
          <p:nvPr>
            <p:ph type="pic" idx="38"/>
          </p:nvPr>
        </p:nvSpPr>
        <p:spPr>
          <a:xfrm xmlns:a="http://schemas.openxmlformats.org/drawingml/2006/main">
            <a:off x="7970912"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59" name="Name 4">
            <a:extLst xmlns:a="http://schemas.openxmlformats.org/drawingml/2006/main">
              <a:ext uri="{FF2B5EF4-FFF2-40B4-BE49-F238E27FC236}">
                <a16:creationId xmlns:a16="http://schemas.microsoft.com/office/drawing/2014/main" id="{6279EEA7-C6AB-434D-DDF6-9F7C6BCDE10A}"/>
              </a:ext>
            </a:extLst>
          </p:cNvPr>
          <p:cNvSpPr>
            <a:spLocks xmlns:a="http://schemas.openxmlformats.org/drawingml/2006/main" noGrp="1"/>
          </p:cNvSpPr>
          <p:nvPr>
            <p:ph type="body" idx="39" hasCustomPrompt="1"/>
          </p:nvPr>
        </p:nvSpPr>
        <p:spPr>
          <a:xfrm xmlns:a="http://schemas.openxmlformats.org/drawingml/2006/main">
            <a:off x="7559003"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60" name="Title 4">
            <a:extLst xmlns:a="http://schemas.openxmlformats.org/drawingml/2006/main">
              <a:ext uri="{FF2B5EF4-FFF2-40B4-BE49-F238E27FC236}">
                <a16:creationId xmlns:a16="http://schemas.microsoft.com/office/drawing/2014/main" id="{E6AFB52F-3CFF-BC09-B703-6A62B9560C5A}"/>
              </a:ext>
            </a:extLst>
          </p:cNvPr>
          <p:cNvSpPr>
            <a:spLocks xmlns:a="http://schemas.openxmlformats.org/drawingml/2006/main" noGrp="1"/>
          </p:cNvSpPr>
          <p:nvPr>
            <p:ph type="body" idx="40" hasCustomPrompt="1"/>
          </p:nvPr>
        </p:nvSpPr>
        <p:spPr>
          <a:xfrm xmlns:a="http://schemas.openxmlformats.org/drawingml/2006/main">
            <a:off x="7559003"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61" name="Picture 5">
            <a:extLst xmlns:a="http://schemas.openxmlformats.org/drawingml/2006/main">
              <a:ext uri="{FF2B5EF4-FFF2-40B4-BE49-F238E27FC236}">
                <a16:creationId xmlns:a16="http://schemas.microsoft.com/office/drawing/2014/main" id="{10E92D5F-57AC-A19A-FED7-7254BA223549}"/>
              </a:ext>
            </a:extLst>
          </p:cNvPr>
          <p:cNvSpPr>
            <a:spLocks xmlns:a="http://schemas.openxmlformats.org/drawingml/2006/main" noGrp="1"/>
          </p:cNvSpPr>
          <p:nvPr>
            <p:ph type="pic" idx="41"/>
          </p:nvPr>
        </p:nvSpPr>
        <p:spPr>
          <a:xfrm xmlns:a="http://schemas.openxmlformats.org/drawingml/2006/main">
            <a:off x="1025688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62" name="Name 5">
            <a:extLst xmlns:a="http://schemas.openxmlformats.org/drawingml/2006/main">
              <a:ext uri="{FF2B5EF4-FFF2-40B4-BE49-F238E27FC236}">
                <a16:creationId xmlns:a16="http://schemas.microsoft.com/office/drawing/2014/main" id="{3CEC1BD5-E4C9-59CE-7CCC-3444C64A28AA}"/>
              </a:ext>
            </a:extLst>
          </p:cNvPr>
          <p:cNvSpPr>
            <a:spLocks xmlns:a="http://schemas.openxmlformats.org/drawingml/2006/main" noGrp="1"/>
          </p:cNvSpPr>
          <p:nvPr>
            <p:ph type="body" idx="42" hasCustomPrompt="1"/>
          </p:nvPr>
        </p:nvSpPr>
        <p:spPr>
          <a:xfrm xmlns:a="http://schemas.openxmlformats.org/drawingml/2006/main">
            <a:off x="984497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63" name="Title 5">
            <a:extLst xmlns:a="http://schemas.openxmlformats.org/drawingml/2006/main">
              <a:ext uri="{FF2B5EF4-FFF2-40B4-BE49-F238E27FC236}">
                <a16:creationId xmlns:a16="http://schemas.microsoft.com/office/drawing/2014/main" id="{D34A6BDA-F544-70E1-6388-E3C1BF5771E8}"/>
              </a:ext>
            </a:extLst>
          </p:cNvPr>
          <p:cNvSpPr>
            <a:spLocks xmlns:a="http://schemas.openxmlformats.org/drawingml/2006/main" noGrp="1"/>
          </p:cNvSpPr>
          <p:nvPr>
            <p:ph type="body" idx="43" hasCustomPrompt="1"/>
          </p:nvPr>
        </p:nvSpPr>
        <p:spPr>
          <a:xfrm xmlns:a="http://schemas.openxmlformats.org/drawingml/2006/main">
            <a:off x="984497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6" name="Picture 1">
            <a:extLst xmlns:a="http://schemas.openxmlformats.org/drawingml/2006/main">
              <a:ext uri="{FF2B5EF4-FFF2-40B4-BE49-F238E27FC236}">
                <a16:creationId xmlns:a16="http://schemas.microsoft.com/office/drawing/2014/main" id="{72521944-24A4-E7C1-7474-2B6FF0394BDA}"/>
              </a:ext>
            </a:extLst>
          </p:cNvPr>
          <p:cNvSpPr>
            <a:spLocks xmlns:a="http://schemas.openxmlformats.org/drawingml/2006/main" noGrp="1"/>
          </p:cNvSpPr>
          <p:nvPr>
            <p:ph type="pic" idx="44"/>
          </p:nvPr>
        </p:nvSpPr>
        <p:spPr>
          <a:xfrm xmlns:a="http://schemas.openxmlformats.org/drawingml/2006/main">
            <a:off x="111298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7" name="Name 1">
            <a:extLst xmlns:a="http://schemas.openxmlformats.org/drawingml/2006/main">
              <a:ext uri="{FF2B5EF4-FFF2-40B4-BE49-F238E27FC236}">
                <a16:creationId xmlns:a16="http://schemas.microsoft.com/office/drawing/2014/main" id="{FB00A11F-459A-98FB-66B0-1222171BD164}"/>
              </a:ext>
            </a:extLst>
          </p:cNvPr>
          <p:cNvSpPr>
            <a:spLocks xmlns:a="http://schemas.openxmlformats.org/drawingml/2006/main" noGrp="1"/>
          </p:cNvSpPr>
          <p:nvPr>
            <p:ph type="body" idx="45" hasCustomPrompt="1"/>
          </p:nvPr>
        </p:nvSpPr>
        <p:spPr>
          <a:xfrm xmlns:a="http://schemas.openxmlformats.org/drawingml/2006/main">
            <a:off x="70107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8" name="Title 1">
            <a:extLst xmlns:a="http://schemas.openxmlformats.org/drawingml/2006/main">
              <a:ext uri="{FF2B5EF4-FFF2-40B4-BE49-F238E27FC236}">
                <a16:creationId xmlns:a16="http://schemas.microsoft.com/office/drawing/2014/main" id="{66025BE5-0FFD-92F6-A4BA-CB6102BD8E75}"/>
              </a:ext>
            </a:extLst>
          </p:cNvPr>
          <p:cNvSpPr>
            <a:spLocks xmlns:a="http://schemas.openxmlformats.org/drawingml/2006/main" noGrp="1"/>
          </p:cNvSpPr>
          <p:nvPr>
            <p:ph type="body" idx="46" hasCustomPrompt="1"/>
          </p:nvPr>
        </p:nvSpPr>
        <p:spPr>
          <a:xfrm xmlns:a="http://schemas.openxmlformats.org/drawingml/2006/main">
            <a:off x="70107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 name="Picture 2">
            <a:extLst xmlns:a="http://schemas.openxmlformats.org/drawingml/2006/main">
              <a:ext uri="{FF2B5EF4-FFF2-40B4-BE49-F238E27FC236}">
                <a16:creationId xmlns:a16="http://schemas.microsoft.com/office/drawing/2014/main" id="{144C0724-9767-678B-A5C4-93F92C82A294}"/>
              </a:ext>
            </a:extLst>
          </p:cNvPr>
          <p:cNvSpPr>
            <a:spLocks xmlns:a="http://schemas.openxmlformats.org/drawingml/2006/main" noGrp="1"/>
          </p:cNvSpPr>
          <p:nvPr>
            <p:ph type="pic" idx="47"/>
          </p:nvPr>
        </p:nvSpPr>
        <p:spPr>
          <a:xfrm xmlns:a="http://schemas.openxmlformats.org/drawingml/2006/main">
            <a:off x="3398962"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10" name="Name 2">
            <a:extLst xmlns:a="http://schemas.openxmlformats.org/drawingml/2006/main">
              <a:ext uri="{FF2B5EF4-FFF2-40B4-BE49-F238E27FC236}">
                <a16:creationId xmlns:a16="http://schemas.microsoft.com/office/drawing/2014/main" id="{8200242F-3C33-4861-1BBB-5205F5F9B02F}"/>
              </a:ext>
            </a:extLst>
          </p:cNvPr>
          <p:cNvSpPr>
            <a:spLocks xmlns:a="http://schemas.openxmlformats.org/drawingml/2006/main" noGrp="1"/>
          </p:cNvSpPr>
          <p:nvPr>
            <p:ph type="body" idx="48" hasCustomPrompt="1"/>
          </p:nvPr>
        </p:nvSpPr>
        <p:spPr>
          <a:xfrm xmlns:a="http://schemas.openxmlformats.org/drawingml/2006/main">
            <a:off x="2987053"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1" name="Title 2">
            <a:extLst xmlns:a="http://schemas.openxmlformats.org/drawingml/2006/main">
              <a:ext uri="{FF2B5EF4-FFF2-40B4-BE49-F238E27FC236}">
                <a16:creationId xmlns:a16="http://schemas.microsoft.com/office/drawing/2014/main" id="{78E243D4-1A0C-2B5D-0602-EC28F75F2CDF}"/>
              </a:ext>
            </a:extLst>
          </p:cNvPr>
          <p:cNvSpPr>
            <a:spLocks xmlns:a="http://schemas.openxmlformats.org/drawingml/2006/main" noGrp="1"/>
          </p:cNvSpPr>
          <p:nvPr>
            <p:ph type="body" idx="49" hasCustomPrompt="1"/>
          </p:nvPr>
        </p:nvSpPr>
        <p:spPr>
          <a:xfrm xmlns:a="http://schemas.openxmlformats.org/drawingml/2006/main">
            <a:off x="2987053"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2" name="Picture 3 ">
            <a:extLst xmlns:a="http://schemas.openxmlformats.org/drawingml/2006/main">
              <a:ext uri="{FF2B5EF4-FFF2-40B4-BE49-F238E27FC236}">
                <a16:creationId xmlns:a16="http://schemas.microsoft.com/office/drawing/2014/main" id="{25BE96FF-1149-A871-059D-5FC5C5724DE2}"/>
              </a:ext>
            </a:extLst>
          </p:cNvPr>
          <p:cNvSpPr>
            <a:spLocks xmlns:a="http://schemas.openxmlformats.org/drawingml/2006/main" noGrp="1"/>
          </p:cNvSpPr>
          <p:nvPr>
            <p:ph type="pic" idx="50"/>
          </p:nvPr>
        </p:nvSpPr>
        <p:spPr>
          <a:xfrm xmlns:a="http://schemas.openxmlformats.org/drawingml/2006/main">
            <a:off x="568493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13" name="Name 3">
            <a:extLst xmlns:a="http://schemas.openxmlformats.org/drawingml/2006/main">
              <a:ext uri="{FF2B5EF4-FFF2-40B4-BE49-F238E27FC236}">
                <a16:creationId xmlns:a16="http://schemas.microsoft.com/office/drawing/2014/main" id="{C79E27DB-CB5A-5B10-1D20-382BE231D8B4}"/>
              </a:ext>
            </a:extLst>
          </p:cNvPr>
          <p:cNvSpPr>
            <a:spLocks xmlns:a="http://schemas.openxmlformats.org/drawingml/2006/main" noGrp="1"/>
          </p:cNvSpPr>
          <p:nvPr>
            <p:ph type="body" idx="51" hasCustomPrompt="1"/>
          </p:nvPr>
        </p:nvSpPr>
        <p:spPr>
          <a:xfrm xmlns:a="http://schemas.openxmlformats.org/drawingml/2006/main">
            <a:off x="527302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4" name="Title 3">
            <a:extLst xmlns:a="http://schemas.openxmlformats.org/drawingml/2006/main">
              <a:ext uri="{FF2B5EF4-FFF2-40B4-BE49-F238E27FC236}">
                <a16:creationId xmlns:a16="http://schemas.microsoft.com/office/drawing/2014/main" id="{E3168F24-D5E1-A01A-9FE4-02BBEBCAC256}"/>
              </a:ext>
            </a:extLst>
          </p:cNvPr>
          <p:cNvSpPr>
            <a:spLocks xmlns:a="http://schemas.openxmlformats.org/drawingml/2006/main" noGrp="1"/>
          </p:cNvSpPr>
          <p:nvPr>
            <p:ph type="body" idx="52" hasCustomPrompt="1"/>
          </p:nvPr>
        </p:nvSpPr>
        <p:spPr>
          <a:xfrm xmlns:a="http://schemas.openxmlformats.org/drawingml/2006/main">
            <a:off x="527302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5" name="Picture 4">
            <a:extLst xmlns:a="http://schemas.openxmlformats.org/drawingml/2006/main">
              <a:ext uri="{FF2B5EF4-FFF2-40B4-BE49-F238E27FC236}">
                <a16:creationId xmlns:a16="http://schemas.microsoft.com/office/drawing/2014/main" id="{C28F1BA1-9C38-C15A-DAF0-7D7D17BF4911}"/>
              </a:ext>
            </a:extLst>
          </p:cNvPr>
          <p:cNvSpPr>
            <a:spLocks xmlns:a="http://schemas.openxmlformats.org/drawingml/2006/main" noGrp="1"/>
          </p:cNvSpPr>
          <p:nvPr>
            <p:ph type="pic" idx="53"/>
          </p:nvPr>
        </p:nvSpPr>
        <p:spPr>
          <a:xfrm xmlns:a="http://schemas.openxmlformats.org/drawingml/2006/main">
            <a:off x="7970912"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16" name="Name 4">
            <a:extLst xmlns:a="http://schemas.openxmlformats.org/drawingml/2006/main">
              <a:ext uri="{FF2B5EF4-FFF2-40B4-BE49-F238E27FC236}">
                <a16:creationId xmlns:a16="http://schemas.microsoft.com/office/drawing/2014/main" id="{A736C04C-99C8-5B44-F5FF-04676206CDF7}"/>
              </a:ext>
            </a:extLst>
          </p:cNvPr>
          <p:cNvSpPr>
            <a:spLocks xmlns:a="http://schemas.openxmlformats.org/drawingml/2006/main" noGrp="1"/>
          </p:cNvSpPr>
          <p:nvPr>
            <p:ph type="body" idx="54" hasCustomPrompt="1"/>
          </p:nvPr>
        </p:nvSpPr>
        <p:spPr>
          <a:xfrm xmlns:a="http://schemas.openxmlformats.org/drawingml/2006/main">
            <a:off x="7559003"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7" name="Title 4">
            <a:extLst xmlns:a="http://schemas.openxmlformats.org/drawingml/2006/main">
              <a:ext uri="{FF2B5EF4-FFF2-40B4-BE49-F238E27FC236}">
                <a16:creationId xmlns:a16="http://schemas.microsoft.com/office/drawing/2014/main" id="{1B6CC2B9-2432-DD61-FFD2-E986BE8E9F35}"/>
              </a:ext>
            </a:extLst>
          </p:cNvPr>
          <p:cNvSpPr>
            <a:spLocks xmlns:a="http://schemas.openxmlformats.org/drawingml/2006/main" noGrp="1"/>
          </p:cNvSpPr>
          <p:nvPr>
            <p:ph type="body" idx="55" hasCustomPrompt="1"/>
          </p:nvPr>
        </p:nvSpPr>
        <p:spPr>
          <a:xfrm xmlns:a="http://schemas.openxmlformats.org/drawingml/2006/main">
            <a:off x="7559003"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8" name="Picture 5">
            <a:extLst xmlns:a="http://schemas.openxmlformats.org/drawingml/2006/main">
              <a:ext uri="{FF2B5EF4-FFF2-40B4-BE49-F238E27FC236}">
                <a16:creationId xmlns:a16="http://schemas.microsoft.com/office/drawing/2014/main" id="{3A558EAD-D220-0239-69EF-648F93A62478}"/>
              </a:ext>
            </a:extLst>
          </p:cNvPr>
          <p:cNvSpPr>
            <a:spLocks xmlns:a="http://schemas.openxmlformats.org/drawingml/2006/main" noGrp="1"/>
          </p:cNvSpPr>
          <p:nvPr>
            <p:ph type="pic" idx="56"/>
          </p:nvPr>
        </p:nvSpPr>
        <p:spPr>
          <a:xfrm xmlns:a="http://schemas.openxmlformats.org/drawingml/2006/main">
            <a:off x="1025688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20" name="Name 5">
            <a:extLst xmlns:a="http://schemas.openxmlformats.org/drawingml/2006/main">
              <a:ext uri="{FF2B5EF4-FFF2-40B4-BE49-F238E27FC236}">
                <a16:creationId xmlns:a16="http://schemas.microsoft.com/office/drawing/2014/main" id="{007E775B-15B1-5428-C8C9-4B614DEE17D1}"/>
              </a:ext>
            </a:extLst>
          </p:cNvPr>
          <p:cNvSpPr>
            <a:spLocks xmlns:a="http://schemas.openxmlformats.org/drawingml/2006/main" noGrp="1"/>
          </p:cNvSpPr>
          <p:nvPr>
            <p:ph type="body" idx="57" hasCustomPrompt="1"/>
          </p:nvPr>
        </p:nvSpPr>
        <p:spPr>
          <a:xfrm xmlns:a="http://schemas.openxmlformats.org/drawingml/2006/main">
            <a:off x="984497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1" name="Title 5">
            <a:extLst xmlns:a="http://schemas.openxmlformats.org/drawingml/2006/main">
              <a:ext uri="{FF2B5EF4-FFF2-40B4-BE49-F238E27FC236}">
                <a16:creationId xmlns:a16="http://schemas.microsoft.com/office/drawing/2014/main" id="{5A22EC85-7769-2401-038D-634693151760}"/>
              </a:ext>
            </a:extLst>
          </p:cNvPr>
          <p:cNvSpPr>
            <a:spLocks xmlns:a="http://schemas.openxmlformats.org/drawingml/2006/main" noGrp="1"/>
          </p:cNvSpPr>
          <p:nvPr>
            <p:ph type="body" idx="58" hasCustomPrompt="1"/>
          </p:nvPr>
        </p:nvSpPr>
        <p:spPr>
          <a:xfrm xmlns:a="http://schemas.openxmlformats.org/drawingml/2006/main">
            <a:off x="984497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22" name="Date Placeholder 21">
            <a:extLst xmlns:a="http://schemas.openxmlformats.org/drawingml/2006/main">
              <a:ext uri="{FF2B5EF4-FFF2-40B4-BE49-F238E27FC236}">
                <a16:creationId xmlns:a16="http://schemas.microsoft.com/office/drawing/2014/main" id="{B3F1F898-0D7A-17F1-4F9C-725CE025E75C}"/>
              </a:ext>
            </a:extLst>
          </p:cNvPr>
          <p:cNvSpPr>
            <a:spLocks xmlns:a="http://schemas.openxmlformats.org/drawingml/2006/main" noGrp="1"/>
          </p:cNvSpPr>
          <p:nvPr>
            <p:ph type="dt" idx="5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23" name="Footer Placeholder 22">
            <a:extLst xmlns:a="http://schemas.openxmlformats.org/drawingml/2006/main">
              <a:ext uri="{FF2B5EF4-FFF2-40B4-BE49-F238E27FC236}">
                <a16:creationId xmlns:a16="http://schemas.microsoft.com/office/drawing/2014/main" id="{FA494EFF-A8DB-1C4A-7C7E-E18D5C0CD573}"/>
              </a:ext>
            </a:extLst>
          </p:cNvPr>
          <p:cNvSpPr>
            <a:spLocks xmlns:a="http://schemas.openxmlformats.org/drawingml/2006/main" noGrp="1"/>
          </p:cNvSpPr>
          <p:nvPr>
            <p:ph type="ftr" idx="6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24" name="Slide Number Placeholder 23">
            <a:extLst xmlns:a="http://schemas.openxmlformats.org/drawingml/2006/main">
              <a:ext uri="{FF2B5EF4-FFF2-40B4-BE49-F238E27FC236}">
                <a16:creationId xmlns:a16="http://schemas.microsoft.com/office/drawing/2014/main" id="{14D059B0-C284-FDEC-1BCA-8E26093F9A1A}"/>
              </a:ext>
            </a:extLst>
          </p:cNvPr>
          <p:cNvSpPr>
            <a:spLocks xmlns:a="http://schemas.openxmlformats.org/drawingml/2006/main" noGrp="1"/>
          </p:cNvSpPr>
          <p:nvPr>
            <p:ph type="sldNum" idx="6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9.xml><?xml version="1.0" encoding="utf-8"?>
<p:sldLayout xmlns:p="http://schemas.openxmlformats.org/presentationml/2006/main" preserve="1">
  <p:cSld name="Title + 3points Light">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A127B8-6459-BEBA-D16E-9D17C5D2578E}"/>
              </a:ext>
            </a:extLst>
          </p:cNvPr>
          <p:cNvSpPr>
            <a:spLocks xmlns:a="http://schemas.openxmlformats.org/drawingml/2006/main" noGrp="1"/>
          </p:cNvSpPr>
          <p:nvPr>
            <p:ph type="title" idx="0"/>
          </p:nvPr>
        </p:nvSpPr>
        <p:spPr>
          <a:xfrm xmlns:a="http://schemas.openxmlformats.org/drawingml/2006/main">
            <a:off x="778406" y="1123950"/>
            <a:ext cx="4941769" cy="4610100"/>
          </a:xfrm>
          <a:prstGeom xmlns:a="http://schemas.openxmlformats.org/drawingml/2006/main" prst="rect">
            <a:avLst/>
          </a:prstGeom>
        </p:spPr>
        <p:txBody>
          <a:bodyPr xmlns:a="http://schemas.openxmlformats.org/drawingml/2006/main" anchor="ctr"/>
          <a:lstStyle xmlns:a="http://schemas.openxmlformats.org/drawingml/2006/main">
            <a:lvl1pPr>
              <a:lnSpc>
                <a:spcPct val="100000"/>
              </a:lnSpc>
              <a:buNone/>
              <a:defRPr sz="3200" b="1">
                <a:solidFill>
                  <a:schemeClr val="tx1"/>
                </a:solidFill>
              </a:defRPr>
            </a:lvl1pPr>
          </a:lstStyle>
          <a:p xmlns:a="http://schemas.openxmlformats.org/drawingml/2006/main">
            <a:r>
              <a:t>Click to edit Master title style</a:t>
            </a:r>
          </a:p>
        </p:txBody>
      </p:sp>
      <p:sp>
        <p:nvSpPr>
          <p:cNvPr id="6" name="Text Placeholder 5">
            <a:extLst xmlns:a="http://schemas.openxmlformats.org/drawingml/2006/main">
              <a:ext uri="{FF2B5EF4-FFF2-40B4-BE49-F238E27FC236}">
                <a16:creationId xmlns:a16="http://schemas.microsoft.com/office/drawing/2014/main" id="{4A36FF17-F9F3-0957-AD05-F18D3D5D9623}"/>
              </a:ext>
            </a:extLst>
          </p:cNvPr>
          <p:cNvSpPr>
            <a:spLocks xmlns:a="http://schemas.openxmlformats.org/drawingml/2006/main" noGrp="1"/>
          </p:cNvSpPr>
          <p:nvPr>
            <p:ph type="body" idx="12" hasCustomPrompt="1"/>
          </p:nvPr>
        </p:nvSpPr>
        <p:spPr>
          <a:xfrm xmlns:a="http://schemas.openxmlformats.org/drawingml/2006/main">
            <a:off x="6095604" y="1308567"/>
            <a:ext cx="5277987" cy="1000125"/>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b="0" i="0">
                <a:solidFill>
                  <a:schemeClr val="tx1"/>
                </a:solidFill>
                <a:latin typeface="Oracle Sans Tab"/>
                <a:ea typeface="Oracle Sans Tab"/>
                <a:cs typeface="Oracle Sans Tab"/>
              </a:defRPr>
            </a:lvl1pPr>
          </a:lstStyle>
          <a:p xmlns:a="http://schemas.openxmlformats.org/drawingml/2006/main">
            <a:pPr>
              <a:buNone/>
            </a:pPr>
            <a:r>
              <a:t>Intro copy or subhead copy goes here, no more than 3 lines</a:t>
            </a:r>
          </a:p>
        </p:txBody>
      </p:sp>
      <p:sp>
        <p:nvSpPr>
          <p:cNvPr id="8" name="Picture Placeholder 7">
            <a:extLst xmlns:a="http://schemas.openxmlformats.org/drawingml/2006/main">
              <a:ext uri="{FF2B5EF4-FFF2-40B4-BE49-F238E27FC236}">
                <a16:creationId xmlns:a16="http://schemas.microsoft.com/office/drawing/2014/main" id="{30B7A9DC-8DB8-E382-172A-A425B0E9AA9C}"/>
              </a:ext>
            </a:extLst>
          </p:cNvPr>
          <p:cNvSpPr>
            <a:spLocks xmlns:a="http://schemas.openxmlformats.org/drawingml/2006/main" noGrp="1"/>
          </p:cNvSpPr>
          <p:nvPr>
            <p:ph type="pic" idx="13" hasCustomPrompt="1"/>
          </p:nvPr>
        </p:nvSpPr>
        <p:spPr>
          <a:xfrm xmlns:a="http://schemas.openxmlformats.org/drawingml/2006/main">
            <a:off x="6095603" y="2381250"/>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0" name="Text Placeholder 9">
            <a:extLst xmlns:a="http://schemas.openxmlformats.org/drawingml/2006/main">
              <a:ext uri="{FF2B5EF4-FFF2-40B4-BE49-F238E27FC236}">
                <a16:creationId xmlns:a16="http://schemas.microsoft.com/office/drawing/2014/main" id="{566D40C5-F7F2-3539-6999-2D283256E3C1}"/>
              </a:ext>
            </a:extLst>
          </p:cNvPr>
          <p:cNvSpPr>
            <a:spLocks xmlns:a="http://schemas.openxmlformats.org/drawingml/2006/main" noGrp="1"/>
          </p:cNvSpPr>
          <p:nvPr>
            <p:ph type="body" idx="14" hasCustomPrompt="1"/>
          </p:nvPr>
        </p:nvSpPr>
        <p:spPr>
          <a:xfrm xmlns:a="http://schemas.openxmlformats.org/drawingml/2006/main">
            <a:off x="7010856" y="25291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1" name="Picture Placeholder 7">
            <a:extLst xmlns:a="http://schemas.openxmlformats.org/drawingml/2006/main">
              <a:ext uri="{FF2B5EF4-FFF2-40B4-BE49-F238E27FC236}">
                <a16:creationId xmlns:a16="http://schemas.microsoft.com/office/drawing/2014/main" id="{0991BEB9-51BB-F077-EC9E-195DA698686E}"/>
              </a:ext>
            </a:extLst>
          </p:cNvPr>
          <p:cNvSpPr>
            <a:spLocks xmlns:a="http://schemas.openxmlformats.org/drawingml/2006/main" noGrp="1"/>
          </p:cNvSpPr>
          <p:nvPr>
            <p:ph type="pic" idx="15" hasCustomPrompt="1"/>
          </p:nvPr>
        </p:nvSpPr>
        <p:spPr>
          <a:xfrm xmlns:a="http://schemas.openxmlformats.org/drawingml/2006/main">
            <a:off x="6095603" y="342900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2" name="Text Placeholder 9">
            <a:extLst xmlns:a="http://schemas.openxmlformats.org/drawingml/2006/main">
              <a:ext uri="{FF2B5EF4-FFF2-40B4-BE49-F238E27FC236}">
                <a16:creationId xmlns:a16="http://schemas.microsoft.com/office/drawing/2014/main" id="{6D1033AF-581A-B853-652D-A540146FD490}"/>
              </a:ext>
            </a:extLst>
          </p:cNvPr>
          <p:cNvSpPr>
            <a:spLocks xmlns:a="http://schemas.openxmlformats.org/drawingml/2006/main" noGrp="1"/>
          </p:cNvSpPr>
          <p:nvPr>
            <p:ph type="body" idx="16" hasCustomPrompt="1"/>
          </p:nvPr>
        </p:nvSpPr>
        <p:spPr>
          <a:xfrm xmlns:a="http://schemas.openxmlformats.org/drawingml/2006/main">
            <a:off x="7010856" y="357691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3" name="Picture Placeholder 7">
            <a:extLst xmlns:a="http://schemas.openxmlformats.org/drawingml/2006/main">
              <a:ext uri="{FF2B5EF4-FFF2-40B4-BE49-F238E27FC236}">
                <a16:creationId xmlns:a16="http://schemas.microsoft.com/office/drawing/2014/main" id="{CC3296DC-4AB5-F02C-2B70-0A1223A2FA07}"/>
              </a:ext>
            </a:extLst>
          </p:cNvPr>
          <p:cNvSpPr>
            <a:spLocks xmlns:a="http://schemas.openxmlformats.org/drawingml/2006/main" noGrp="1"/>
          </p:cNvSpPr>
          <p:nvPr>
            <p:ph type="pic" idx="17" hasCustomPrompt="1"/>
          </p:nvPr>
        </p:nvSpPr>
        <p:spPr>
          <a:xfrm xmlns:a="http://schemas.openxmlformats.org/drawingml/2006/main">
            <a:off x="6095603" y="447675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4" name="Text Placeholder 9">
            <a:extLst xmlns:a="http://schemas.openxmlformats.org/drawingml/2006/main">
              <a:ext uri="{FF2B5EF4-FFF2-40B4-BE49-F238E27FC236}">
                <a16:creationId xmlns:a16="http://schemas.microsoft.com/office/drawing/2014/main" id="{D1ACBBE6-39A5-38B2-48B9-953EF0B15CAA}"/>
              </a:ext>
            </a:extLst>
          </p:cNvPr>
          <p:cNvSpPr>
            <a:spLocks xmlns:a="http://schemas.openxmlformats.org/drawingml/2006/main" noGrp="1"/>
          </p:cNvSpPr>
          <p:nvPr>
            <p:ph type="body" idx="18" hasCustomPrompt="1"/>
          </p:nvPr>
        </p:nvSpPr>
        <p:spPr>
          <a:xfrm xmlns:a="http://schemas.openxmlformats.org/drawingml/2006/main">
            <a:off x="7010856" y="46246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3" name="Date Placeholder 2">
            <a:extLst xmlns:a="http://schemas.openxmlformats.org/drawingml/2006/main">
              <a:ext uri="{FF2B5EF4-FFF2-40B4-BE49-F238E27FC236}">
                <a16:creationId xmlns:a16="http://schemas.microsoft.com/office/drawing/2014/main" id="{078A1592-428A-2EC4-98E4-077723536569}"/>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58044CCD-E2F2-A75E-F6CE-02D9345EA34A}"/>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19007D50-85DB-20C7-F055-144405737B39}"/>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0.xml><?xml version="1.0" encoding="utf-8"?>
<p:sldLayout xmlns:p="http://schemas.openxmlformats.org/presentationml/2006/main" preserve="1">
  <p:cSld name="Title + 3points Dark">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A127B8-6459-BEBA-D16E-9D17C5D2578E}"/>
              </a:ext>
            </a:extLst>
          </p:cNvPr>
          <p:cNvSpPr>
            <a:spLocks xmlns:a="http://schemas.openxmlformats.org/drawingml/2006/main" noGrp="1"/>
          </p:cNvSpPr>
          <p:nvPr>
            <p:ph type="title" idx="0"/>
          </p:nvPr>
        </p:nvSpPr>
        <p:spPr>
          <a:xfrm xmlns:a="http://schemas.openxmlformats.org/drawingml/2006/main">
            <a:off x="778406" y="1123950"/>
            <a:ext cx="4941769" cy="4610100"/>
          </a:xfrm>
          <a:prstGeom xmlns:a="http://schemas.openxmlformats.org/drawingml/2006/main" prst="rect">
            <a:avLst/>
          </a:prstGeom>
        </p:spPr>
        <p:txBody>
          <a:bodyPr xmlns:a="http://schemas.openxmlformats.org/drawingml/2006/main" anchor="ctr"/>
          <a:lstStyle xmlns:a="http://schemas.openxmlformats.org/drawingml/2006/main">
            <a:lvl1pPr>
              <a:lnSpc>
                <a:spcPct val="100000"/>
              </a:lnSpc>
              <a:buNone/>
              <a:defRPr sz="3200" b="1">
                <a:solidFill>
                  <a:schemeClr val="tx1"/>
                </a:solidFill>
              </a:defRPr>
            </a:lvl1pPr>
          </a:lstStyle>
          <a:p xmlns:a="http://schemas.openxmlformats.org/drawingml/2006/main">
            <a:r>
              <a:t>Click to edit Master title style</a:t>
            </a:r>
          </a:p>
        </p:txBody>
      </p:sp>
      <p:sp>
        <p:nvSpPr>
          <p:cNvPr id="6" name="Text Placeholder 5">
            <a:extLst xmlns:a="http://schemas.openxmlformats.org/drawingml/2006/main">
              <a:ext uri="{FF2B5EF4-FFF2-40B4-BE49-F238E27FC236}">
                <a16:creationId xmlns:a16="http://schemas.microsoft.com/office/drawing/2014/main" id="{4A36FF17-F9F3-0957-AD05-F18D3D5D9623}"/>
              </a:ext>
            </a:extLst>
          </p:cNvPr>
          <p:cNvSpPr>
            <a:spLocks xmlns:a="http://schemas.openxmlformats.org/drawingml/2006/main" noGrp="1"/>
          </p:cNvSpPr>
          <p:nvPr>
            <p:ph type="body" idx="12" hasCustomPrompt="1"/>
          </p:nvPr>
        </p:nvSpPr>
        <p:spPr>
          <a:xfrm xmlns:a="http://schemas.openxmlformats.org/drawingml/2006/main">
            <a:off x="6095604" y="1308567"/>
            <a:ext cx="5277987" cy="1000125"/>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b="0" i="0">
                <a:solidFill>
                  <a:schemeClr val="tx1"/>
                </a:solidFill>
                <a:latin typeface="Oracle Sans Tab"/>
                <a:ea typeface="Oracle Sans Tab"/>
                <a:cs typeface="Oracle Sans Tab"/>
              </a:defRPr>
            </a:lvl1pPr>
          </a:lstStyle>
          <a:p xmlns:a="http://schemas.openxmlformats.org/drawingml/2006/main">
            <a:pPr>
              <a:buNone/>
            </a:pPr>
            <a:r>
              <a:t>Intro copy or subhead copy goes here, no more than 3 lines</a:t>
            </a:r>
          </a:p>
        </p:txBody>
      </p:sp>
      <p:sp>
        <p:nvSpPr>
          <p:cNvPr id="8" name="Picture Placeholder 7">
            <a:extLst xmlns:a="http://schemas.openxmlformats.org/drawingml/2006/main">
              <a:ext uri="{FF2B5EF4-FFF2-40B4-BE49-F238E27FC236}">
                <a16:creationId xmlns:a16="http://schemas.microsoft.com/office/drawing/2014/main" id="{30B7A9DC-8DB8-E382-172A-A425B0E9AA9C}"/>
              </a:ext>
            </a:extLst>
          </p:cNvPr>
          <p:cNvSpPr>
            <a:spLocks xmlns:a="http://schemas.openxmlformats.org/drawingml/2006/main" noGrp="1"/>
          </p:cNvSpPr>
          <p:nvPr>
            <p:ph type="pic" idx="13" hasCustomPrompt="1"/>
          </p:nvPr>
        </p:nvSpPr>
        <p:spPr>
          <a:xfrm xmlns:a="http://schemas.openxmlformats.org/drawingml/2006/main">
            <a:off x="6095603" y="2381250"/>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0" name="Text Placeholder 9">
            <a:extLst xmlns:a="http://schemas.openxmlformats.org/drawingml/2006/main">
              <a:ext uri="{FF2B5EF4-FFF2-40B4-BE49-F238E27FC236}">
                <a16:creationId xmlns:a16="http://schemas.microsoft.com/office/drawing/2014/main" id="{566D40C5-F7F2-3539-6999-2D283256E3C1}"/>
              </a:ext>
            </a:extLst>
          </p:cNvPr>
          <p:cNvSpPr>
            <a:spLocks xmlns:a="http://schemas.openxmlformats.org/drawingml/2006/main" noGrp="1"/>
          </p:cNvSpPr>
          <p:nvPr>
            <p:ph type="body" idx="14" hasCustomPrompt="1"/>
          </p:nvPr>
        </p:nvSpPr>
        <p:spPr>
          <a:xfrm xmlns:a="http://schemas.openxmlformats.org/drawingml/2006/main">
            <a:off x="7010856" y="25291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1" name="Picture Placeholder 7">
            <a:extLst xmlns:a="http://schemas.openxmlformats.org/drawingml/2006/main">
              <a:ext uri="{FF2B5EF4-FFF2-40B4-BE49-F238E27FC236}">
                <a16:creationId xmlns:a16="http://schemas.microsoft.com/office/drawing/2014/main" id="{0991BEB9-51BB-F077-EC9E-195DA698686E}"/>
              </a:ext>
            </a:extLst>
          </p:cNvPr>
          <p:cNvSpPr>
            <a:spLocks xmlns:a="http://schemas.openxmlformats.org/drawingml/2006/main" noGrp="1"/>
          </p:cNvSpPr>
          <p:nvPr>
            <p:ph type="pic" idx="15" hasCustomPrompt="1"/>
          </p:nvPr>
        </p:nvSpPr>
        <p:spPr>
          <a:xfrm xmlns:a="http://schemas.openxmlformats.org/drawingml/2006/main">
            <a:off x="6095603" y="342900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2" name="Text Placeholder 9">
            <a:extLst xmlns:a="http://schemas.openxmlformats.org/drawingml/2006/main">
              <a:ext uri="{FF2B5EF4-FFF2-40B4-BE49-F238E27FC236}">
                <a16:creationId xmlns:a16="http://schemas.microsoft.com/office/drawing/2014/main" id="{6D1033AF-581A-B853-652D-A540146FD490}"/>
              </a:ext>
            </a:extLst>
          </p:cNvPr>
          <p:cNvSpPr>
            <a:spLocks xmlns:a="http://schemas.openxmlformats.org/drawingml/2006/main" noGrp="1"/>
          </p:cNvSpPr>
          <p:nvPr>
            <p:ph type="body" idx="16" hasCustomPrompt="1"/>
          </p:nvPr>
        </p:nvSpPr>
        <p:spPr>
          <a:xfrm xmlns:a="http://schemas.openxmlformats.org/drawingml/2006/main">
            <a:off x="7010856" y="357691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3" name="Picture Placeholder 7">
            <a:extLst xmlns:a="http://schemas.openxmlformats.org/drawingml/2006/main">
              <a:ext uri="{FF2B5EF4-FFF2-40B4-BE49-F238E27FC236}">
                <a16:creationId xmlns:a16="http://schemas.microsoft.com/office/drawing/2014/main" id="{CC3296DC-4AB5-F02C-2B70-0A1223A2FA07}"/>
              </a:ext>
            </a:extLst>
          </p:cNvPr>
          <p:cNvSpPr>
            <a:spLocks xmlns:a="http://schemas.openxmlformats.org/drawingml/2006/main" noGrp="1"/>
          </p:cNvSpPr>
          <p:nvPr>
            <p:ph type="pic" idx="17" hasCustomPrompt="1"/>
          </p:nvPr>
        </p:nvSpPr>
        <p:spPr>
          <a:xfrm xmlns:a="http://schemas.openxmlformats.org/drawingml/2006/main">
            <a:off x="6095603" y="447675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4" name="Text Placeholder 9">
            <a:extLst xmlns:a="http://schemas.openxmlformats.org/drawingml/2006/main">
              <a:ext uri="{FF2B5EF4-FFF2-40B4-BE49-F238E27FC236}">
                <a16:creationId xmlns:a16="http://schemas.microsoft.com/office/drawing/2014/main" id="{D1ACBBE6-39A5-38B2-48B9-953EF0B15CAA}"/>
              </a:ext>
            </a:extLst>
          </p:cNvPr>
          <p:cNvSpPr>
            <a:spLocks xmlns:a="http://schemas.openxmlformats.org/drawingml/2006/main" noGrp="1"/>
          </p:cNvSpPr>
          <p:nvPr>
            <p:ph type="body" idx="18" hasCustomPrompt="1"/>
          </p:nvPr>
        </p:nvSpPr>
        <p:spPr>
          <a:xfrm xmlns:a="http://schemas.openxmlformats.org/drawingml/2006/main">
            <a:off x="7010856" y="46246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4" name="Date Placeholder 3">
            <a:extLst xmlns:a="http://schemas.openxmlformats.org/drawingml/2006/main">
              <a:ext uri="{FF2B5EF4-FFF2-40B4-BE49-F238E27FC236}">
                <a16:creationId xmlns:a16="http://schemas.microsoft.com/office/drawing/2014/main" id="{998C7B89-9919-27D5-3CA3-59231744A8D1}"/>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3E870DE9-DE63-752A-F432-5906F9312978}"/>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5" name="Slide Number Placeholder 14">
            <a:extLst xmlns:a="http://schemas.openxmlformats.org/drawingml/2006/main">
              <a:ext uri="{FF2B5EF4-FFF2-40B4-BE49-F238E27FC236}">
                <a16:creationId xmlns:a16="http://schemas.microsoft.com/office/drawing/2014/main" id="{883696C6-F350-8E61-ECA5-EDD80B9EF607}"/>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1.xml><?xml version="1.0" encoding="utf-8"?>
<p:sldLayout xmlns:p="http://schemas.openxmlformats.org/presentationml/2006/main" preserve="1" userDrawn="1">
  <p:cSld name="Light - Titl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Date Placeholder 2">
            <a:extLst xmlns:a="http://schemas.openxmlformats.org/drawingml/2006/main">
              <a:ext uri="{FF2B5EF4-FFF2-40B4-BE49-F238E27FC236}">
                <a16:creationId xmlns:a16="http://schemas.microsoft.com/office/drawing/2014/main" id="{1A717C8D-5EC6-2E03-FE32-AE0BA356B53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0BB1B9ED-D3AD-56B3-0FDA-A9021AFF92A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BFE285C2-B932-57F8-DC51-30D032A454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2.xml><?xml version="1.0" encoding="utf-8"?>
<p:sldLayout xmlns:p="http://schemas.openxmlformats.org/presentationml/2006/main" preserve="1" userDrawn="1">
  <p:cSld name="Dark - Titl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3.xml><?xml version="1.0" encoding="utf-8"?>
<p:sldLayout xmlns:p="http://schemas.openxmlformats.org/presentationml/2006/main" preserve="1" userDrawn="1">
  <p:cSld name="Light - Title/Subtitle">
    <p:bg>
      <p:bgRef idx="1001">
        <a:schemeClr xmlns:a="http://schemas.openxmlformats.org/drawingml/2006/main" val="bg2"/>
      </p:bgRef>
    </p:bg>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AC6A8D35-C90D-428D-8E15-6F958679D947}"/>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ubtitle">
            <a:extLst xmlns:a="http://schemas.openxmlformats.org/drawingml/2006/main">
              <a:ext uri="{FF2B5EF4-FFF2-40B4-BE49-F238E27FC236}">
                <a16:creationId xmlns:a16="http://schemas.microsoft.com/office/drawing/2014/main" id="{120DA5B7-17E8-2CF4-4B51-F677DF6CE73C}"/>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Date Placeholder 1">
            <a:extLst xmlns:a="http://schemas.openxmlformats.org/drawingml/2006/main">
              <a:ext uri="{FF2B5EF4-FFF2-40B4-BE49-F238E27FC236}">
                <a16:creationId xmlns:a16="http://schemas.microsoft.com/office/drawing/2014/main" id="{8D11770B-32A5-FC20-4AEA-99D4D7D2C379}"/>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94942D56-A4AA-64BD-C5B3-F1A651AA15F4}"/>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E3919A85-F8E5-83F6-8177-442319079E82}"/>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4.xml><?xml version="1.0" encoding="utf-8"?>
<p:sldLayout xmlns:p="http://schemas.openxmlformats.org/presentationml/2006/main" preserve="1" userDrawn="1">
  <p:cSld name="Dark - Title/Subtitle">
    <p:bg>
      <p:bgRef idx="1001">
        <a:schemeClr xmlns:a="http://schemas.openxmlformats.org/drawingml/2006/main" val="bg2"/>
      </p:bgRef>
    </p:bg>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1FF06-338B-46FE-B4FE-F72B7ABAED7F}"/>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6" name="Subtitle">
            <a:extLst xmlns:a="http://schemas.openxmlformats.org/drawingml/2006/main">
              <a:ext uri="{FF2B5EF4-FFF2-40B4-BE49-F238E27FC236}">
                <a16:creationId xmlns:a16="http://schemas.microsoft.com/office/drawing/2014/main" id="{756DCC98-315C-61EE-3BD9-275F39B0D5BB}"/>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Date Placeholder 1">
            <a:extLst xmlns:a="http://schemas.openxmlformats.org/drawingml/2006/main">
              <a:ext uri="{FF2B5EF4-FFF2-40B4-BE49-F238E27FC236}">
                <a16:creationId xmlns:a16="http://schemas.microsoft.com/office/drawing/2014/main" id="{0D371182-26A9-2156-0553-E34D067D3EE0}"/>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3" name="Footer Placeholder 2">
            <a:extLst xmlns:a="http://schemas.openxmlformats.org/drawingml/2006/main">
              <a:ext uri="{FF2B5EF4-FFF2-40B4-BE49-F238E27FC236}">
                <a16:creationId xmlns:a16="http://schemas.microsoft.com/office/drawing/2014/main" id="{15904337-652A-F60A-384B-A215C2E930D5}"/>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025AB84E-2CD6-A676-1BC4-28536EDB000A}"/>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5.xml><?xml version="1.0" encoding="utf-8"?>
<p:sldLayout xmlns:p="http://schemas.openxmlformats.org/presentationml/2006/main" preserve="1" userDrawn="1">
  <p:cSld name="Light - Title 1 Column">
    <p:bg>
      <p:bgRef idx="1001">
        <a:schemeClr xmlns:a="http://schemas.openxmlformats.org/drawingml/2006/main" val="bg2"/>
      </p:bgRef>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a:extLst xmlns:a="http://schemas.openxmlformats.org/drawingml/2006/main">
              <a:ext uri="{FF2B5EF4-FFF2-40B4-BE49-F238E27FC236}">
                <a16:creationId xmlns:a16="http://schemas.microsoft.com/office/drawing/2014/main" id="{5D03235E-81C6-F058-9141-4468DA219785}"/>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6" name="Date Placeholder 5">
            <a:extLst xmlns:a="http://schemas.openxmlformats.org/drawingml/2006/main">
              <a:ext uri="{FF2B5EF4-FFF2-40B4-BE49-F238E27FC236}">
                <a16:creationId xmlns:a16="http://schemas.microsoft.com/office/drawing/2014/main" id="{7AE25497-EB32-37FB-7B7C-5AACD4F9D2DF}"/>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CF729C5D-6FF3-FF26-11CE-C82C183E6466}"/>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E407E1E2-BFA1-3887-DB9A-2239E245B72C}"/>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6.xml><?xml version="1.0" encoding="utf-8"?>
<p:sldLayout xmlns:p="http://schemas.openxmlformats.org/presentationml/2006/main" preserve="1" userDrawn="1">
  <p:cSld name="Dark - Title 1 Column">
    <p:bg>
      <p:bgRef idx="1001">
        <a:schemeClr xmlns:a="http://schemas.openxmlformats.org/drawingml/2006/main" val="bg2"/>
      </p:bgRef>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a:extLst xmlns:a="http://schemas.openxmlformats.org/drawingml/2006/main">
              <a:ext uri="{FF2B5EF4-FFF2-40B4-BE49-F238E27FC236}">
                <a16:creationId xmlns:a16="http://schemas.microsoft.com/office/drawing/2014/main" id="{5D03235E-81C6-F058-9141-4468DA219785}"/>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3" name="Date Placeholder 2">
            <a:extLst xmlns:a="http://schemas.openxmlformats.org/drawingml/2006/main">
              <a:ext uri="{FF2B5EF4-FFF2-40B4-BE49-F238E27FC236}">
                <a16:creationId xmlns:a16="http://schemas.microsoft.com/office/drawing/2014/main" id="{47DBC98D-86BA-FEDC-3762-DC8479B86512}"/>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BFD82F6C-687B-E154-6AF0-3371B974D364}"/>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99CECF25-0A7C-E724-DF7A-CD4BA097F030}"/>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7.xml><?xml version="1.0" encoding="utf-8"?>
<p:sldLayout xmlns:p="http://schemas.openxmlformats.org/presentationml/2006/main" preserve="1" userDrawn="1">
  <p:cSld name="Light - Title/Subtitle 1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EE4D9CD-CDC4-4642-8CDA-7351404FC2D2}"/>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ubtitle">
            <a:extLst xmlns:a="http://schemas.openxmlformats.org/drawingml/2006/main">
              <a:ext uri="{FF2B5EF4-FFF2-40B4-BE49-F238E27FC236}">
                <a16:creationId xmlns:a16="http://schemas.microsoft.com/office/drawing/2014/main" id="{B28271ED-B1CF-9F0D-4AA0-883D80DEDBF0}"/>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9" name="Content">
            <a:extLst xmlns:a="http://schemas.openxmlformats.org/drawingml/2006/main">
              <a:ext uri="{FF2B5EF4-FFF2-40B4-BE49-F238E27FC236}">
                <a16:creationId xmlns:a16="http://schemas.microsoft.com/office/drawing/2014/main" id="{B95271D6-CF2C-D8C3-F7FB-D555FC2D9469}"/>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C153FACC-D922-8B8C-D230-D54541C777A5}"/>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1BA0E5BA-28D7-84BB-8F24-82E11BBD96B5}"/>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045585FA-A4EB-D6B9-72C2-AEC97D2BA793}"/>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8.xml><?xml version="1.0" encoding="utf-8"?>
<p:sldLayout xmlns:p="http://schemas.openxmlformats.org/presentationml/2006/main" preserve="1" userDrawn="1">
  <p:cSld name="Dark - Title/Subtitle 1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3E68516-E3E0-4F22-9EB7-1A85E1D3B5A1}"/>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ubtitle">
            <a:extLst xmlns:a="http://schemas.openxmlformats.org/drawingml/2006/main">
              <a:ext uri="{FF2B5EF4-FFF2-40B4-BE49-F238E27FC236}">
                <a16:creationId xmlns:a16="http://schemas.microsoft.com/office/drawing/2014/main" id="{46A3BF75-E03A-3149-A8B6-C22593F32B62}"/>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0199"/>
            <a:ext cx="10671175"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marL="547688" indent="-182563">
              <a:lnSpc>
                <a:spcPct val="100000"/>
              </a:lnSpc>
              <a:buChar char="-"/>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marL="914400" indent="-182880">
              <a:lnSpc>
                <a:spcPct val="100000"/>
              </a:lnSpc>
              <a:buChar char="-"/>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8" name="Slide Number Placeholder 7">
            <a:extLst xmlns:a="http://schemas.openxmlformats.org/drawingml/2006/main">
              <a:ext uri="{FF2B5EF4-FFF2-40B4-BE49-F238E27FC236}">
                <a16:creationId xmlns:a16="http://schemas.microsoft.com/office/drawing/2014/main" id="{657290E2-8EA8-4572-BB48-C18007201785}"/>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7" name="Footer Placeholder 6">
            <a:extLst xmlns:a="http://schemas.openxmlformats.org/drawingml/2006/main">
              <a:ext uri="{FF2B5EF4-FFF2-40B4-BE49-F238E27FC236}">
                <a16:creationId xmlns:a16="http://schemas.microsoft.com/office/drawing/2014/main" id="{C1A7F3B8-F794-4AF5-B07B-32A3084A6AB2}"/>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5" name="Date Placeholder 4">
            <a:extLst xmlns:a="http://schemas.openxmlformats.org/drawingml/2006/main">
              <a:ext uri="{FF2B5EF4-FFF2-40B4-BE49-F238E27FC236}">
                <a16:creationId xmlns:a16="http://schemas.microsoft.com/office/drawing/2014/main" id="{7A72FE7D-30FF-45E2-9F8B-D073887C33E8}"/>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69.xml><?xml version="1.0" encoding="utf-8"?>
<p:sldLayout xmlns:p="http://schemas.openxmlformats.org/presentationml/2006/main" preserve="1" userDrawn="1">
  <p:cSld name="Light - Title/Subtitle 2 Column">
    <p:bg>
      <p:bgRef idx="1001">
        <a:schemeClr xmlns:a="http://schemas.openxmlformats.org/drawingml/2006/main" val="bg2"/>
      </p:bgRef>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D69740FE-E1B8-466B-970A-4E081BCA3143}"/>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7" name="Subtitle">
            <a:extLst xmlns:a="http://schemas.openxmlformats.org/drawingml/2006/main">
              <a:ext uri="{FF2B5EF4-FFF2-40B4-BE49-F238E27FC236}">
                <a16:creationId xmlns:a16="http://schemas.microsoft.com/office/drawing/2014/main" id="{1C3705B9-F5B6-D7DA-A986-BD2522922780}"/>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Content">
            <a:extLst xmlns:a="http://schemas.openxmlformats.org/drawingml/2006/main">
              <a:ext uri="{FF2B5EF4-FFF2-40B4-BE49-F238E27FC236}">
                <a16:creationId xmlns:a16="http://schemas.microsoft.com/office/drawing/2014/main" id="{002F888E-0FBB-6617-9462-4201B11F2A44}"/>
              </a:ext>
            </a:extLst>
          </p:cNvPr>
          <p:cNvSpPr>
            <a:spLocks xmlns:a="http://schemas.openxmlformats.org/drawingml/2006/main" noGrp="1"/>
          </p:cNvSpPr>
          <p:nvPr>
            <p:ph idx="14"/>
          </p:nvPr>
        </p:nvSpPr>
        <p:spPr>
          <a:xfrm xmlns:a="http://schemas.openxmlformats.org/drawingml/2006/main">
            <a:off x="766762" y="1600199"/>
            <a:ext cx="5084064"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9" name="Column Divider"/>
          <p:cNvCxnSpPr/>
          <p:nvPr/>
        </p:nvCxnSpPr>
        <p:spPr>
          <a:xfrm xmlns:a="http://schemas.openxmlformats.org/drawingml/2006/main">
            <a:off x="6109577" y="160857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3" name="Content">
            <a:extLst xmlns:a="http://schemas.openxmlformats.org/drawingml/2006/main">
              <a:ext uri="{FF2B5EF4-FFF2-40B4-BE49-F238E27FC236}">
                <a16:creationId xmlns:a16="http://schemas.microsoft.com/office/drawing/2014/main" id="{4F57E862-706F-9432-1E5B-C66745958B78}"/>
              </a:ext>
            </a:extLst>
          </p:cNvPr>
          <p:cNvSpPr>
            <a:spLocks xmlns:a="http://schemas.openxmlformats.org/drawingml/2006/main" noGrp="1"/>
          </p:cNvSpPr>
          <p:nvPr>
            <p:ph idx="19"/>
          </p:nvPr>
        </p:nvSpPr>
        <p:spPr>
          <a:xfrm xmlns:a="http://schemas.openxmlformats.org/drawingml/2006/main">
            <a:off x="6370317" y="1600220"/>
            <a:ext cx="5084064"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39D4988D-8DA8-8B2B-1150-F3ABCCA014FB}"/>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DD208B36-3CED-A139-C128-ECCEF1C84D99}"/>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36AC562A-0D53-D9EB-3E91-D7B6920AA63F}"/>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0.xml><?xml version="1.0" encoding="utf-8"?>
<p:sldLayout xmlns:p="http://schemas.openxmlformats.org/presentationml/2006/main" preserve="1" userDrawn="1">
  <p:cSld name="Dark - Title/Subtitle 2 Column">
    <p:bg>
      <p:bgRef idx="1001">
        <a:schemeClr xmlns:a="http://schemas.openxmlformats.org/drawingml/2006/main" val="bg2"/>
      </p:bgRef>
    </p:bg>
    <p:spTree>
      <p:nvGrpSpPr>
        <p:cNvPr id="1" name=""/>
        <p:cNvGrpSpPr/>
        <p:nvPr/>
      </p:nvGrpSpPr>
      <p:grpSpPr>
        <a:xfrm xmlns:a="http://schemas.openxmlformats.org/drawingml/2006/main"/>
      </p:grpSpPr>
      <p:sp>
        <p:nvSpPr>
          <p:cNvPr id="11" name="Title 1">
            <a:extLst xmlns:a="http://schemas.openxmlformats.org/drawingml/2006/main">
              <a:ext uri="{FF2B5EF4-FFF2-40B4-BE49-F238E27FC236}">
                <a16:creationId xmlns:a16="http://schemas.microsoft.com/office/drawing/2014/main" id="{16E20D12-1316-3177-701A-67F81626368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2" name="Subtitle">
            <a:extLst xmlns:a="http://schemas.openxmlformats.org/drawingml/2006/main">
              <a:ext uri="{FF2B5EF4-FFF2-40B4-BE49-F238E27FC236}">
                <a16:creationId xmlns:a16="http://schemas.microsoft.com/office/drawing/2014/main" id="{491B9BE2-1C80-DD0F-2348-944405667FA4}"/>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5084064"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a:p xmlns:a="http://schemas.openxmlformats.org/drawingml/2006/main">
            <a:pPr>
              <a:buNone/>
            </a:pPr>
            <a:r>
              <a:t>Sixth level</a:t>
            </a:r>
          </a:p>
        </p:txBody>
      </p:sp>
      <p:sp>
        <p:nvSpPr>
          <p:cNvPr id="8" name="Content">
            <a:extLst xmlns:a="http://schemas.openxmlformats.org/drawingml/2006/main">
              <a:ext uri="{FF2B5EF4-FFF2-40B4-BE49-F238E27FC236}">
                <a16:creationId xmlns:a16="http://schemas.microsoft.com/office/drawing/2014/main" id="{1A8D2713-0A2C-B9EC-921A-E43EBB54D7F1}"/>
              </a:ext>
            </a:extLst>
          </p:cNvPr>
          <p:cNvSpPr>
            <a:spLocks xmlns:a="http://schemas.openxmlformats.org/drawingml/2006/main" noGrp="1"/>
          </p:cNvSpPr>
          <p:nvPr>
            <p:ph idx="19"/>
          </p:nvPr>
        </p:nvSpPr>
        <p:spPr>
          <a:xfrm xmlns:a="http://schemas.openxmlformats.org/drawingml/2006/main">
            <a:off x="6370317" y="1600220"/>
            <a:ext cx="5084064"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15" name="Column Divider"/>
          <p:cNvCxnSpPr/>
          <p:nvPr/>
        </p:nvCxnSpPr>
        <p:spPr>
          <a:xfrm xmlns:a="http://schemas.openxmlformats.org/drawingml/2006/main">
            <a:off x="6096000" y="160972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3" name="Date Placeholder 2">
            <a:extLst xmlns:a="http://schemas.openxmlformats.org/drawingml/2006/main">
              <a:ext uri="{FF2B5EF4-FFF2-40B4-BE49-F238E27FC236}">
                <a16:creationId xmlns:a16="http://schemas.microsoft.com/office/drawing/2014/main" id="{DDAA3E6A-B62A-D012-BAED-3B3E77626A3B}"/>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060BBCA5-33D3-63A5-F27E-63BAD8B0C2BA}"/>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1EA4C53C-6F8F-65E1-359E-3A0AE7992AA4}"/>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71.xml><?xml version="1.0" encoding="utf-8"?>
<p:sldLayout xmlns:p="http://schemas.openxmlformats.org/presentationml/2006/main" preserve="1" userDrawn="1">
  <p:cSld name="Light - Title/Subtitle 3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226210A-4112-4730-8F81-3CAE5C391FDB}"/>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a:lvl1pPr>
          </a:lstStyle>
          <a:p xmlns:a="http://schemas.openxmlformats.org/drawingml/2006/main">
            <a:r>
              <a:t>Title</a:t>
            </a:r>
          </a:p>
        </p:txBody>
      </p:sp>
      <p:sp>
        <p:nvSpPr>
          <p:cNvPr id="11" name="Subtitle">
            <a:extLst xmlns:a="http://schemas.openxmlformats.org/drawingml/2006/main">
              <a:ext uri="{FF2B5EF4-FFF2-40B4-BE49-F238E27FC236}">
                <a16:creationId xmlns:a16="http://schemas.microsoft.com/office/drawing/2014/main" id="{AC6B64F9-2DA0-A690-C71E-B99D471B02DB}"/>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4" name="Content">
            <a:extLst xmlns:a="http://schemas.openxmlformats.org/drawingml/2006/main">
              <a:ext uri="{FF2B5EF4-FFF2-40B4-BE49-F238E27FC236}">
                <a16:creationId xmlns:a16="http://schemas.microsoft.com/office/drawing/2014/main" id="{CC34BF80-B5D4-D7B6-8CCA-80AF04A72B45}"/>
              </a:ext>
            </a:extLst>
          </p:cNvPr>
          <p:cNvSpPr>
            <a:spLocks xmlns:a="http://schemas.openxmlformats.org/drawingml/2006/main" noGrp="1"/>
          </p:cNvSpPr>
          <p:nvPr>
            <p:ph idx="14"/>
          </p:nvPr>
        </p:nvSpPr>
        <p:spPr>
          <a:xfrm xmlns:a="http://schemas.openxmlformats.org/drawingml/2006/main">
            <a:off x="766762" y="1600199"/>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9" name="Content">
            <a:extLst xmlns:a="http://schemas.openxmlformats.org/drawingml/2006/main">
              <a:ext uri="{FF2B5EF4-FFF2-40B4-BE49-F238E27FC236}">
                <a16:creationId xmlns:a16="http://schemas.microsoft.com/office/drawing/2014/main" id="{C0573275-C70D-AE89-EF3D-A7DAC9B01BE7}"/>
              </a:ext>
            </a:extLst>
          </p:cNvPr>
          <p:cNvSpPr>
            <a:spLocks xmlns:a="http://schemas.openxmlformats.org/drawingml/2006/main" noGrp="1"/>
          </p:cNvSpPr>
          <p:nvPr>
            <p:ph idx="20"/>
          </p:nvPr>
        </p:nvSpPr>
        <p:spPr>
          <a:xfrm xmlns:a="http://schemas.openxmlformats.org/drawingml/2006/main">
            <a:off x="4450080" y="1607058"/>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Content">
            <a:extLst xmlns:a="http://schemas.openxmlformats.org/drawingml/2006/main">
              <a:ext uri="{FF2B5EF4-FFF2-40B4-BE49-F238E27FC236}">
                <a16:creationId xmlns:a16="http://schemas.microsoft.com/office/drawing/2014/main" id="{2CF00143-3379-1D5D-5D8F-463C800F8EA1}"/>
              </a:ext>
            </a:extLst>
          </p:cNvPr>
          <p:cNvSpPr>
            <a:spLocks xmlns:a="http://schemas.openxmlformats.org/drawingml/2006/main" noGrp="1"/>
          </p:cNvSpPr>
          <p:nvPr>
            <p:ph idx="21"/>
          </p:nvPr>
        </p:nvSpPr>
        <p:spPr>
          <a:xfrm xmlns:a="http://schemas.openxmlformats.org/drawingml/2006/main">
            <a:off x="8133398" y="1613917"/>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15" name="Column Divider"/>
          <p:cNvCxnSpPr/>
          <p:nvPr/>
        </p:nvCxnSpPr>
        <p:spPr>
          <a:xfrm xmlns:a="http://schemas.openxmlformats.org/drawingml/2006/main">
            <a:off x="4261915" y="1609724"/>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16" name="Column Divider 2"/>
          <p:cNvCxnSpPr/>
          <p:nvPr/>
        </p:nvCxnSpPr>
        <p:spPr>
          <a:xfrm xmlns:a="http://schemas.openxmlformats.org/drawingml/2006/main">
            <a:off x="7951236" y="1609724"/>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3" name="Date Placeholder 2">
            <a:extLst xmlns:a="http://schemas.openxmlformats.org/drawingml/2006/main">
              <a:ext uri="{FF2B5EF4-FFF2-40B4-BE49-F238E27FC236}">
                <a16:creationId xmlns:a16="http://schemas.microsoft.com/office/drawing/2014/main" id="{F845C433-9172-3DE1-4180-6CA247A09DD8}"/>
              </a:ext>
            </a:extLst>
          </p:cNvPr>
          <p:cNvSpPr>
            <a:spLocks xmlns:a="http://schemas.openxmlformats.org/drawingml/2006/main" noGrp="1"/>
          </p:cNvSpPr>
          <p:nvPr>
            <p:ph type="dt" idx="22"/>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4F056002-F2D5-3DAE-594F-E71D3FC6F0D7}"/>
              </a:ext>
            </a:extLst>
          </p:cNvPr>
          <p:cNvSpPr>
            <a:spLocks xmlns:a="http://schemas.openxmlformats.org/drawingml/2006/main" noGrp="1"/>
          </p:cNvSpPr>
          <p:nvPr>
            <p:ph type="ftr" idx="2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6CC263EF-09AE-7439-C19A-BFD14290AB01}"/>
              </a:ext>
            </a:extLst>
          </p:cNvPr>
          <p:cNvSpPr>
            <a:spLocks xmlns:a="http://schemas.openxmlformats.org/drawingml/2006/main" noGrp="1"/>
          </p:cNvSpPr>
          <p:nvPr>
            <p:ph type="sldNum" idx="2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2.xml><?xml version="1.0" encoding="utf-8"?>
<p:sldLayout xmlns:p="http://schemas.openxmlformats.org/presentationml/2006/main" preserve="1" userDrawn="1">
  <p:cSld name="Dark - Title/Subtitle 3 Column">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1F28BA13-39F7-FD62-A580-1BFD9EDD58CA}"/>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Content">
            <a:extLst xmlns:a="http://schemas.openxmlformats.org/drawingml/2006/main">
              <a:ext uri="{FF2B5EF4-FFF2-40B4-BE49-F238E27FC236}">
                <a16:creationId xmlns:a16="http://schemas.microsoft.com/office/drawing/2014/main" id="{EEBF987F-38F4-709F-2C5C-6A33F92ABAC2}"/>
              </a:ext>
            </a:extLst>
          </p:cNvPr>
          <p:cNvSpPr>
            <a:spLocks xmlns:a="http://schemas.openxmlformats.org/drawingml/2006/main" noGrp="1"/>
          </p:cNvSpPr>
          <p:nvPr>
            <p:ph idx="14"/>
          </p:nvPr>
        </p:nvSpPr>
        <p:spPr>
          <a:xfrm xmlns:a="http://schemas.openxmlformats.org/drawingml/2006/main">
            <a:off x="766762" y="1600199"/>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Content">
            <a:extLst xmlns:a="http://schemas.openxmlformats.org/drawingml/2006/main">
              <a:ext uri="{FF2B5EF4-FFF2-40B4-BE49-F238E27FC236}">
                <a16:creationId xmlns:a16="http://schemas.microsoft.com/office/drawing/2014/main" id="{C8007CC0-7806-5000-E1A2-EE5C157D0752}"/>
              </a:ext>
            </a:extLst>
          </p:cNvPr>
          <p:cNvSpPr>
            <a:spLocks xmlns:a="http://schemas.openxmlformats.org/drawingml/2006/main" noGrp="1"/>
          </p:cNvSpPr>
          <p:nvPr>
            <p:ph idx="20"/>
          </p:nvPr>
        </p:nvSpPr>
        <p:spPr>
          <a:xfrm xmlns:a="http://schemas.openxmlformats.org/drawingml/2006/main">
            <a:off x="4450080" y="1607058"/>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1" name="Content">
            <a:extLst xmlns:a="http://schemas.openxmlformats.org/drawingml/2006/main">
              <a:ext uri="{FF2B5EF4-FFF2-40B4-BE49-F238E27FC236}">
                <a16:creationId xmlns:a16="http://schemas.microsoft.com/office/drawing/2014/main" id="{67D5716D-0077-0121-818A-02B0496ECCC9}"/>
              </a:ext>
            </a:extLst>
          </p:cNvPr>
          <p:cNvSpPr>
            <a:spLocks xmlns:a="http://schemas.openxmlformats.org/drawingml/2006/main" noGrp="1"/>
          </p:cNvSpPr>
          <p:nvPr>
            <p:ph idx="21"/>
          </p:nvPr>
        </p:nvSpPr>
        <p:spPr>
          <a:xfrm xmlns:a="http://schemas.openxmlformats.org/drawingml/2006/main">
            <a:off x="8133398" y="1613917"/>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13" name="Column Divider"/>
          <p:cNvCxnSpPr/>
          <p:nvPr/>
        </p:nvCxnSpPr>
        <p:spPr>
          <a:xfrm xmlns:a="http://schemas.openxmlformats.org/drawingml/2006/main">
            <a:off x="4261915" y="160972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14" name="Column Divider 2"/>
          <p:cNvCxnSpPr/>
          <p:nvPr/>
        </p:nvCxnSpPr>
        <p:spPr>
          <a:xfrm xmlns:a="http://schemas.openxmlformats.org/drawingml/2006/main">
            <a:off x="7951236" y="160972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5" name="Date Placeholder 4">
            <a:extLst xmlns:a="http://schemas.openxmlformats.org/drawingml/2006/main">
              <a:ext uri="{FF2B5EF4-FFF2-40B4-BE49-F238E27FC236}">
                <a16:creationId xmlns:a16="http://schemas.microsoft.com/office/drawing/2014/main" id="{71CEF2D1-6907-CC12-9362-D658A7F41948}"/>
              </a:ext>
            </a:extLst>
          </p:cNvPr>
          <p:cNvSpPr>
            <a:spLocks xmlns:a="http://schemas.openxmlformats.org/drawingml/2006/main" noGrp="1"/>
          </p:cNvSpPr>
          <p:nvPr>
            <p:ph type="dt"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81FDCF54-DE26-30BD-25CD-FC8B72CB540F}"/>
              </a:ext>
            </a:extLst>
          </p:cNvPr>
          <p:cNvSpPr>
            <a:spLocks xmlns:a="http://schemas.openxmlformats.org/drawingml/2006/main" noGrp="1"/>
          </p:cNvSpPr>
          <p:nvPr>
            <p:ph type="ftr" idx="2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1EEB9DAB-8C8B-6D59-3A36-9B68EFF31EE0}"/>
              </a:ext>
            </a:extLst>
          </p:cNvPr>
          <p:cNvSpPr>
            <a:spLocks xmlns:a="http://schemas.openxmlformats.org/drawingml/2006/main" noGrp="1"/>
          </p:cNvSpPr>
          <p:nvPr>
            <p:ph type="sldNum" idx="2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73.xml><?xml version="1.0" encoding="utf-8"?>
<p:sldLayout xmlns:p="http://schemas.openxmlformats.org/presentationml/2006/main" preserve="1" userDrawn="1">
  <p:cSld name="Dark - Title/Subtitle 4 Column">
    <p:bg>
      <p:bgRef idx="1001">
        <a:schemeClr xmlns:a="http://schemas.openxmlformats.org/drawingml/2006/main" val="bg2"/>
      </p:bgRef>
    </p:bg>
    <p:spTree>
      <p:nvGrpSpPr>
        <p:cNvPr id="1" name=""/>
        <p:cNvGrpSpPr/>
        <p:nvPr/>
      </p:nvGrpSpPr>
      <p:grpSpPr>
        <a:xfrm xmlns:a="http://schemas.openxmlformats.org/drawingml/2006/main"/>
      </p:grpSpPr>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9726"/>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8" name="Content 2">
            <a:extLst xmlns:a="http://schemas.openxmlformats.org/drawingml/2006/main">
              <a:ext uri="{FF2B5EF4-FFF2-40B4-BE49-F238E27FC236}">
                <a16:creationId xmlns:a16="http://schemas.microsoft.com/office/drawing/2014/main" id="{22A9895A-06CA-46D6-B3EB-7038E6493585}"/>
              </a:ext>
            </a:extLst>
          </p:cNvPr>
          <p:cNvSpPr>
            <a:spLocks xmlns:a="http://schemas.openxmlformats.org/drawingml/2006/main" noGrp="1"/>
          </p:cNvSpPr>
          <p:nvPr>
            <p:ph idx="15"/>
          </p:nvPr>
        </p:nvSpPr>
        <p:spPr>
          <a:xfrm xmlns:a="http://schemas.openxmlformats.org/drawingml/2006/main">
            <a:off x="3500819"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1" name="Content 3">
            <a:extLst xmlns:a="http://schemas.openxmlformats.org/drawingml/2006/main">
              <a:ext uri="{FF2B5EF4-FFF2-40B4-BE49-F238E27FC236}">
                <a16:creationId xmlns:a16="http://schemas.microsoft.com/office/drawing/2014/main" id="{58EF7396-F6CE-404A-B85F-455D3F5341AE}"/>
              </a:ext>
            </a:extLst>
          </p:cNvPr>
          <p:cNvSpPr>
            <a:spLocks xmlns:a="http://schemas.openxmlformats.org/drawingml/2006/main" noGrp="1"/>
          </p:cNvSpPr>
          <p:nvPr>
            <p:ph idx="16"/>
          </p:nvPr>
        </p:nvSpPr>
        <p:spPr>
          <a:xfrm xmlns:a="http://schemas.openxmlformats.org/drawingml/2006/main">
            <a:off x="6234875"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1F28BA13-39F7-FD62-A580-1BFD9EDD58CA}"/>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Content 3">
            <a:extLst xmlns:a="http://schemas.openxmlformats.org/drawingml/2006/main">
              <a:ext uri="{FF2B5EF4-FFF2-40B4-BE49-F238E27FC236}">
                <a16:creationId xmlns:a16="http://schemas.microsoft.com/office/drawing/2014/main" id="{D3DD214E-B770-0B46-25F4-55FE29C664BE}"/>
              </a:ext>
            </a:extLst>
          </p:cNvPr>
          <p:cNvSpPr>
            <a:spLocks xmlns:a="http://schemas.openxmlformats.org/drawingml/2006/main" noGrp="1"/>
          </p:cNvSpPr>
          <p:nvPr>
            <p:ph idx="20"/>
          </p:nvPr>
        </p:nvSpPr>
        <p:spPr>
          <a:xfrm xmlns:a="http://schemas.openxmlformats.org/drawingml/2006/main">
            <a:off x="8968931" y="1605827"/>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25" name="Column Divider"/>
          <p:cNvCxnSpPr/>
          <p:nvPr/>
        </p:nvCxnSpPr>
        <p:spPr>
          <a:xfrm xmlns:a="http://schemas.openxmlformats.org/drawingml/2006/main">
            <a:off x="3364740"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6" name="Column Divider"/>
          <p:cNvCxnSpPr/>
          <p:nvPr/>
        </p:nvCxnSpPr>
        <p:spPr>
          <a:xfrm xmlns:a="http://schemas.openxmlformats.org/drawingml/2006/main">
            <a:off x="610439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7" name="Column Divider"/>
          <p:cNvCxnSpPr/>
          <p:nvPr/>
        </p:nvCxnSpPr>
        <p:spPr>
          <a:xfrm xmlns:a="http://schemas.openxmlformats.org/drawingml/2006/main">
            <a:off x="884043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11" name="Date Placeholder 10">
            <a:extLst xmlns:a="http://schemas.openxmlformats.org/drawingml/2006/main">
              <a:ext uri="{FF2B5EF4-FFF2-40B4-BE49-F238E27FC236}">
                <a16:creationId xmlns:a16="http://schemas.microsoft.com/office/drawing/2014/main" id="{2363AF13-54B3-2494-C7F1-5F9B596DA0B0}"/>
              </a:ext>
            </a:extLst>
          </p:cNvPr>
          <p:cNvSpPr>
            <a:spLocks xmlns:a="http://schemas.openxmlformats.org/drawingml/2006/main" noGrp="1"/>
          </p:cNvSpPr>
          <p:nvPr>
            <p:ph type="dt"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EF2C9EBF-D6B1-2F19-A933-42AC275A7514}"/>
              </a:ext>
            </a:extLst>
          </p:cNvPr>
          <p:cNvSpPr>
            <a:spLocks xmlns:a="http://schemas.openxmlformats.org/drawingml/2006/main" noGrp="1"/>
          </p:cNvSpPr>
          <p:nvPr>
            <p:ph type="ftr"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52E800BF-4776-65BD-D78D-49E2E3339C1D}"/>
              </a:ext>
            </a:extLst>
          </p:cNvPr>
          <p:cNvSpPr>
            <a:spLocks xmlns:a="http://schemas.openxmlformats.org/drawingml/2006/main" noGrp="1"/>
          </p:cNvSpPr>
          <p:nvPr>
            <p:ph type="sldNum" idx="2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74.xml><?xml version="1.0" encoding="utf-8"?>
<p:sldLayout xmlns:p="http://schemas.openxmlformats.org/presentationml/2006/main" preserve="1" userDrawn="1">
  <p:cSld name="Light - Title/Subtitle 4 Column">
    <p:bg>
      <p:bgRef idx="1001">
        <a:schemeClr xmlns:a="http://schemas.openxmlformats.org/drawingml/2006/main" val="bg2"/>
      </p:bgRef>
    </p:bg>
    <p:spTree>
      <p:nvGrpSpPr>
        <p:cNvPr id="1" name=""/>
        <p:cNvGrpSpPr/>
        <p:nvPr/>
      </p:nvGrpSpPr>
      <p:grpSpPr>
        <a:xfrm xmlns:a="http://schemas.openxmlformats.org/drawingml/2006/main"/>
      </p:grpSpPr>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9726"/>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8" name="Content 2">
            <a:extLst xmlns:a="http://schemas.openxmlformats.org/drawingml/2006/main">
              <a:ext uri="{FF2B5EF4-FFF2-40B4-BE49-F238E27FC236}">
                <a16:creationId xmlns:a16="http://schemas.microsoft.com/office/drawing/2014/main" id="{22A9895A-06CA-46D6-B3EB-7038E6493585}"/>
              </a:ext>
            </a:extLst>
          </p:cNvPr>
          <p:cNvSpPr>
            <a:spLocks xmlns:a="http://schemas.openxmlformats.org/drawingml/2006/main" noGrp="1"/>
          </p:cNvSpPr>
          <p:nvPr>
            <p:ph idx="15"/>
          </p:nvPr>
        </p:nvSpPr>
        <p:spPr>
          <a:xfrm xmlns:a="http://schemas.openxmlformats.org/drawingml/2006/main">
            <a:off x="3500819"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1" name="Content 3">
            <a:extLst xmlns:a="http://schemas.openxmlformats.org/drawingml/2006/main">
              <a:ext uri="{FF2B5EF4-FFF2-40B4-BE49-F238E27FC236}">
                <a16:creationId xmlns:a16="http://schemas.microsoft.com/office/drawing/2014/main" id="{58EF7396-F6CE-404A-B85F-455D3F5341AE}"/>
              </a:ext>
            </a:extLst>
          </p:cNvPr>
          <p:cNvSpPr>
            <a:spLocks xmlns:a="http://schemas.openxmlformats.org/drawingml/2006/main" noGrp="1"/>
          </p:cNvSpPr>
          <p:nvPr>
            <p:ph idx="16"/>
          </p:nvPr>
        </p:nvSpPr>
        <p:spPr>
          <a:xfrm xmlns:a="http://schemas.openxmlformats.org/drawingml/2006/main">
            <a:off x="6234875"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3">
            <a:extLst xmlns:a="http://schemas.openxmlformats.org/drawingml/2006/main">
              <a:ext uri="{FF2B5EF4-FFF2-40B4-BE49-F238E27FC236}">
                <a16:creationId xmlns:a16="http://schemas.microsoft.com/office/drawing/2014/main" id="{D3DD214E-B770-0B46-25F4-55FE29C664BE}"/>
              </a:ext>
            </a:extLst>
          </p:cNvPr>
          <p:cNvSpPr>
            <a:spLocks xmlns:a="http://schemas.openxmlformats.org/drawingml/2006/main" noGrp="1"/>
          </p:cNvSpPr>
          <p:nvPr>
            <p:ph idx="20"/>
          </p:nvPr>
        </p:nvSpPr>
        <p:spPr>
          <a:xfrm xmlns:a="http://schemas.openxmlformats.org/drawingml/2006/main">
            <a:off x="8968931" y="1605827"/>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24" name="Column Divider"/>
          <p:cNvCxnSpPr/>
          <p:nvPr/>
        </p:nvCxnSpPr>
        <p:spPr>
          <a:xfrm xmlns:a="http://schemas.openxmlformats.org/drawingml/2006/main">
            <a:off x="3364740"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5" name="Column Divider"/>
          <p:cNvCxnSpPr/>
          <p:nvPr/>
        </p:nvCxnSpPr>
        <p:spPr>
          <a:xfrm xmlns:a="http://schemas.openxmlformats.org/drawingml/2006/main">
            <a:off x="610439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6" name="Column Divider"/>
          <p:cNvCxnSpPr/>
          <p:nvPr/>
        </p:nvCxnSpPr>
        <p:spPr>
          <a:xfrm xmlns:a="http://schemas.openxmlformats.org/drawingml/2006/main">
            <a:off x="884043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11" name="Subtitle">
            <a:extLst xmlns:a="http://schemas.openxmlformats.org/drawingml/2006/main">
              <a:ext uri="{FF2B5EF4-FFF2-40B4-BE49-F238E27FC236}">
                <a16:creationId xmlns:a16="http://schemas.microsoft.com/office/drawing/2014/main" id="{C9A0F016-4DAC-1E29-77F1-0AE340758202}"/>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14" name="Date Placeholder 13">
            <a:extLst xmlns:a="http://schemas.openxmlformats.org/drawingml/2006/main">
              <a:ext uri="{FF2B5EF4-FFF2-40B4-BE49-F238E27FC236}">
                <a16:creationId xmlns:a16="http://schemas.microsoft.com/office/drawing/2014/main" id="{F14D88C3-85BA-C99C-9877-32BAD78E6A9A}"/>
              </a:ext>
            </a:extLst>
          </p:cNvPr>
          <p:cNvSpPr>
            <a:spLocks xmlns:a="http://schemas.openxmlformats.org/drawingml/2006/main" noGrp="1"/>
          </p:cNvSpPr>
          <p:nvPr>
            <p:ph type="dt" idx="21"/>
          </p:nvPr>
        </p:nvSpPr>
        <p:spPr/>
        <p:txBody>
          <a:bodyPr xmlns:a="http://schemas.openxmlformats.org/drawingml/2006/main"/>
          <a:lstStyle xmlns:a="http://schemas.openxmlformats.org/drawingml/2006/main"/>
          <a:p xmlns:a="http://schemas.openxmlformats.org/drawingml/2006/main">
            <a:r>
              <a:t>[Date]</a:t>
            </a:r>
          </a:p>
        </p:txBody>
      </p:sp>
      <p:sp>
        <p:nvSpPr>
          <p:cNvPr id="16" name="Footer Placeholder 15">
            <a:extLst xmlns:a="http://schemas.openxmlformats.org/drawingml/2006/main">
              <a:ext uri="{FF2B5EF4-FFF2-40B4-BE49-F238E27FC236}">
                <a16:creationId xmlns:a16="http://schemas.microsoft.com/office/drawing/2014/main" id="{B1E0C70D-CC65-4285-D496-FB34A70A6FEE}"/>
              </a:ext>
            </a:extLst>
          </p:cNvPr>
          <p:cNvSpPr>
            <a:spLocks xmlns:a="http://schemas.openxmlformats.org/drawingml/2006/main" noGrp="1"/>
          </p:cNvSpPr>
          <p:nvPr>
            <p:ph type="ftr" idx="2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7" name="Slide Number Placeholder 16">
            <a:extLst xmlns:a="http://schemas.openxmlformats.org/drawingml/2006/main">
              <a:ext uri="{FF2B5EF4-FFF2-40B4-BE49-F238E27FC236}">
                <a16:creationId xmlns:a16="http://schemas.microsoft.com/office/drawing/2014/main" id="{48A4656A-0B47-1F87-8CB9-58932D721680}"/>
              </a:ext>
            </a:extLst>
          </p:cNvPr>
          <p:cNvSpPr>
            <a:spLocks xmlns:a="http://schemas.openxmlformats.org/drawingml/2006/main" noGrp="1"/>
          </p:cNvSpPr>
          <p:nvPr>
            <p:ph type="sldNum" idx="2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5.xml><?xml version="1.0" encoding="utf-8"?>
<p:sldLayout xmlns:p="http://schemas.openxmlformats.org/presentationml/2006/main" preserve="1" userDrawn="1">
  <p:cSld name="Light - Title, Content and 1/3 Photo">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B1F59826-0B3C-4973-B5FA-B18F68758F38}"/>
              </a:ext>
            </a:extLst>
          </p:cNvPr>
          <p:cNvSpPr>
            <a:spLocks xmlns:a="http://schemas.openxmlformats.org/drawingml/2006/main" noGrp="1"/>
          </p:cNvSpPr>
          <p:nvPr>
            <p:ph type="title" idx="0" hasCustomPrompt="1"/>
          </p:nvPr>
        </p:nvSpPr>
        <p:spPr>
          <a:xfrm xmlns:a="http://schemas.openxmlformats.org/drawingml/2006/main">
            <a:off x="768875" y="182403"/>
            <a:ext cx="679014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6792262"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Picture Placeholder 9">
            <a:extLst xmlns:a="http://schemas.openxmlformats.org/drawingml/2006/main">
              <a:ext uri="{FF2B5EF4-FFF2-40B4-BE49-F238E27FC236}">
                <a16:creationId xmlns:a16="http://schemas.microsoft.com/office/drawing/2014/main" id="{22033CC1-6A5D-D20A-D1C7-358398AE8124}"/>
              </a:ext>
            </a:extLst>
          </p:cNvPr>
          <p:cNvSpPr>
            <a:spLocks xmlns:a="http://schemas.openxmlformats.org/drawingml/2006/main" noGrp="1"/>
          </p:cNvSpPr>
          <p:nvPr>
            <p:ph type="pic" idx="18"/>
          </p:nvPr>
        </p:nvSpPr>
        <p:spPr>
          <a:xfrm xmlns:a="http://schemas.openxmlformats.org/drawingml/2006/main">
            <a:off x="8132064" y="0"/>
            <a:ext cx="4059936" cy="6858000"/>
          </a:xfrm>
          <a:prstGeom xmlns:a="http://schemas.openxmlformats.org/drawingml/2006/main" prst="rect">
            <a:avLst/>
          </a:prstGeom>
          <a:solidFill xmlns:a="http://schemas.openxmlformats.org/drawingml/2006/main">
            <a:srgbClr val="AEA8A2"/>
          </a:solidFill>
        </p:spPr>
        <p:txBody>
          <a:bodyPr xmlns:a="http://schemas.openxmlformats.org/drawingml/2006/main"/>
          <a:lstStyle xmlns:a="http://schemas.openxmlformats.org/drawingml/2006/main"/>
          <a:p xmlns:a="http://schemas.openxmlformats.org/drawingml/2006/main">
            <a:r>
              <a:t>Click icon to add picture</a:t>
            </a:r>
          </a:p>
        </p:txBody>
      </p:sp>
      <p:sp>
        <p:nvSpPr>
          <p:cNvPr id="11" name="Date Placeholder 10">
            <a:extLst xmlns:a="http://schemas.openxmlformats.org/drawingml/2006/main">
              <a:ext uri="{FF2B5EF4-FFF2-40B4-BE49-F238E27FC236}">
                <a16:creationId xmlns:a16="http://schemas.microsoft.com/office/drawing/2014/main" id="{8C76787E-C613-2BD9-88DD-A8CA6315C187}"/>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D8D7FE89-A06E-CEB5-086C-97A9CB0354A7}"/>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45632AB0-FCFB-849A-5527-BD4D484701A5}"/>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6.xml><?xml version="1.0" encoding="utf-8"?>
<p:sldLayout xmlns:p="http://schemas.openxmlformats.org/presentationml/2006/main" preserve="1" userDrawn="1">
  <p:cSld name="Dark - Title, Content and 1/3 Photo">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B1F59826-0B3C-4973-B5FA-B18F68758F38}"/>
              </a:ext>
            </a:extLst>
          </p:cNvPr>
          <p:cNvSpPr>
            <a:spLocks xmlns:a="http://schemas.openxmlformats.org/drawingml/2006/main" noGrp="1"/>
          </p:cNvSpPr>
          <p:nvPr>
            <p:ph type="title" idx="0" hasCustomPrompt="1"/>
          </p:nvPr>
        </p:nvSpPr>
        <p:spPr>
          <a:xfrm xmlns:a="http://schemas.openxmlformats.org/drawingml/2006/main">
            <a:off x="768875" y="182403"/>
            <a:ext cx="679014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6792262"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marL="547688" indent="-182563">
              <a:lnSpc>
                <a:spcPct val="100000"/>
              </a:lnSpc>
              <a:buChar char="-"/>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marL="914400" indent="-182880">
              <a:lnSpc>
                <a:spcPct val="100000"/>
              </a:lnSpc>
              <a:buChar char="-"/>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Picture Placeholder 9">
            <a:extLst xmlns:a="http://schemas.openxmlformats.org/drawingml/2006/main">
              <a:ext uri="{FF2B5EF4-FFF2-40B4-BE49-F238E27FC236}">
                <a16:creationId xmlns:a16="http://schemas.microsoft.com/office/drawing/2014/main" id="{22033CC1-6A5D-D20A-D1C7-358398AE8124}"/>
              </a:ext>
            </a:extLst>
          </p:cNvPr>
          <p:cNvSpPr>
            <a:spLocks xmlns:a="http://schemas.openxmlformats.org/drawingml/2006/main" noGrp="1"/>
          </p:cNvSpPr>
          <p:nvPr>
            <p:ph type="pic" idx="18" hasCustomPrompt="1"/>
          </p:nvPr>
        </p:nvSpPr>
        <p:spPr>
          <a:xfrm xmlns:a="http://schemas.openxmlformats.org/drawingml/2006/main">
            <a:off x="8132064" y="0"/>
            <a:ext cx="4059936" cy="6858000"/>
          </a:xfrm>
          <a:prstGeom xmlns:a="http://schemas.openxmlformats.org/drawingml/2006/main" prst="rect">
            <a:avLst/>
          </a:prstGeom>
          <a:solidFill xmlns:a="http://schemas.openxmlformats.org/drawingml/2006/main">
            <a:srgbClr val="AEA8A2"/>
          </a:solidFill>
        </p:spPr>
        <p:txBody>
          <a:bodyPr xmlns:a="http://schemas.openxmlformats.org/drawingml/2006/main"/>
          <a:lstStyle xmlns:a="http://schemas.openxmlformats.org/drawingml/2006/main">
            <a:lvl1pPr algn="ctr">
              <a:buNone/>
              <a:defRPr b="0" i="0">
                <a:latin typeface="Oracle Sans Tab"/>
                <a:ea typeface="Oracle Sans Tab"/>
                <a:cs typeface="Oracle Sans Tab"/>
              </a:defRPr>
            </a:lvl1pPr>
          </a:lstStyle>
          <a:p xmlns:a="http://schemas.openxmlformats.org/drawingml/2006/main">
            <a:pPr marL="0" indent="0" algn="l">
              <a:lnSpc>
                <a:spcPct val="95000"/>
              </a:lnSpc>
              <a:spcBef>
                <a:spcPts val="600"/>
              </a:spcBef>
              <a:spcAft>
                <a:spcPts val="0"/>
              </a:spcAft>
              <a:buNone/>
            </a:pPr>
            <a:r>
              <a:t>Click to add photo or illustration</a:t>
            </a:r>
          </a:p>
        </p:txBody>
      </p:sp>
      <p:sp>
        <p:nvSpPr>
          <p:cNvPr id="6" name="Date Placeholder 5">
            <a:extLst xmlns:a="http://schemas.openxmlformats.org/drawingml/2006/main">
              <a:ext uri="{FF2B5EF4-FFF2-40B4-BE49-F238E27FC236}">
                <a16:creationId xmlns:a16="http://schemas.microsoft.com/office/drawing/2014/main" id="{63510C4E-799B-50B7-8871-A58D5456BE7D}"/>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BBC96409-3286-A8BB-7CC1-C92DC833E04F}"/>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0FB4D600-63AC-086C-2A13-8AA3569BB818}"/>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7.xml><?xml version="1.0" encoding="utf-8"?>
<p:sldLayout xmlns:p="http://schemas.openxmlformats.org/presentationml/2006/main" preserve="1" userDrawn="1">
  <p:cSld name="Light - Quote with Picture">
    <p:bg>
      <p:bgRef idx="1001">
        <a:schemeClr xmlns:a="http://schemas.openxmlformats.org/drawingml/2006/main" val="bg2"/>
      </p:bgRef>
    </p:bg>
    <p:spTree>
      <p:nvGrpSpPr>
        <p:cNvPr id="1" name=""/>
        <p:cNvGrpSpPr/>
        <p:nvPr/>
      </p:nvGrpSpPr>
      <p:grpSpPr>
        <a:xfrm xmlns:a="http://schemas.openxmlformats.org/drawingml/2006/main"/>
      </p:grpSpPr>
      <p:sp>
        <p:nvSpPr>
          <p:cNvPr id="3" name="Quote">
            <a:extLst xmlns:a="http://schemas.openxmlformats.org/drawingml/2006/main">
              <a:ext uri="{FF2B5EF4-FFF2-40B4-BE49-F238E27FC236}">
                <a16:creationId xmlns:a16="http://schemas.microsoft.com/office/drawing/2014/main" id="{A13E52A3-3B72-407D-BD94-ADB27B9FCE9C}"/>
              </a:ext>
            </a:extLst>
          </p:cNvPr>
          <p:cNvSpPr>
            <a:spLocks xmlns:a="http://schemas.openxmlformats.org/drawingml/2006/main" noGrp="1"/>
          </p:cNvSpPr>
          <p:nvPr>
            <p:ph type="title" idx="0" hasCustomPrompt="1"/>
          </p:nvPr>
        </p:nvSpPr>
        <p:spPr>
          <a:xfrm xmlns:a="http://schemas.openxmlformats.org/drawingml/2006/main">
            <a:off x="5220586" y="2896192"/>
            <a:ext cx="6219354"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372844" y="4983135"/>
            <a:ext cx="605462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372844" y="5320728"/>
            <a:ext cx="6054629"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sz="1600" b="0" i="0">
                <a:latin typeface="Oracle Sans Tab"/>
                <a:ea typeface="Oracle Sans Tab"/>
                <a:cs typeface="Oracle Sans Tab"/>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6190524B-9853-A3B5-6016-2D547D457D4C}"/>
              </a:ext>
            </a:extLst>
          </p:cNvPr>
          <p:cNvSpPr>
            <a:spLocks xmlns:a="http://schemas.openxmlformats.org/drawingml/2006/main" noGrp="1"/>
          </p:cNvSpPr>
          <p:nvPr>
            <p:ph idx="47" hasCustomPrompt="1"/>
          </p:nvPr>
        </p:nvSpPr>
        <p:spPr>
          <a:xfrm xmlns:a="http://schemas.openxmlformats.org/drawingml/2006/main">
            <a:off x="5372844" y="1203405"/>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7" name="Picture Placeholder 6">
            <a:extLst xmlns:a="http://schemas.openxmlformats.org/drawingml/2006/main">
              <a:ext uri="{FF2B5EF4-FFF2-40B4-BE49-F238E27FC236}">
                <a16:creationId xmlns:a16="http://schemas.microsoft.com/office/drawing/2014/main" id="{6145069B-D056-45AF-BC91-ABDBFD0C3D17}"/>
              </a:ext>
            </a:extLst>
          </p:cNvPr>
          <p:cNvSpPr>
            <a:spLocks xmlns:a="http://schemas.openxmlformats.org/drawingml/2006/main" noGrp="1"/>
          </p:cNvSpPr>
          <p:nvPr>
            <p:ph type="pic" idx="42" hasCustomPrompt="1"/>
          </p:nvPr>
        </p:nvSpPr>
        <p:spPr>
          <a:xfrm xmlns:a="http://schemas.openxmlformats.org/drawingml/2006/main">
            <a:off x="0" y="-2"/>
            <a:ext cx="4876800" cy="6858000"/>
          </a:xfrm>
        </p:spPr>
        <p:txBody>
          <a:bodyPr xmlns:a="http://schemas.openxmlformats.org/drawingml/2006/main" anchor="ctr"/>
          <a:lstStyle xmlns:a="http://schemas.openxmlformats.org/drawingml/2006/main">
            <a:lvl1pPr>
              <a:buNone/>
              <a:defRPr b="0" i="0">
                <a:latin typeface="Oracle Sans Tab"/>
                <a:ea typeface="Oracle Sans Tab"/>
                <a:cs typeface="Oracle Sans Tab"/>
              </a:defRPr>
            </a:lvl1pPr>
          </a:lstStyle>
          <a:p xmlns:a="http://schemas.openxmlformats.org/drawingml/2006/main">
            <a:pPr marL="0" indent="0" algn="l">
              <a:lnSpc>
                <a:spcPct val="95000"/>
              </a:lnSpc>
              <a:spcBef>
                <a:spcPts val="600"/>
              </a:spcBef>
              <a:spcAft>
                <a:spcPts val="0"/>
              </a:spcAft>
              <a:buNone/>
            </a:pPr>
            <a:r>
              <a:t>Click to add photo or illustration</a:t>
            </a:r>
          </a:p>
          <a:p xmlns:a="http://schemas.openxmlformats.org/drawingml/2006/main">
            <a:pPr marL="0" indent="0" algn="l">
              <a:lnSpc>
                <a:spcPct val="95000"/>
              </a:lnSpc>
              <a:spcBef>
                <a:spcPts val="600"/>
              </a:spcBef>
              <a:spcAft>
                <a:spcPts val="0"/>
              </a:spcAft>
              <a:buNone/>
            </a:pPr>
          </a:p>
          <a:p xmlns:a="http://schemas.openxmlformats.org/drawingml/2006/main">
            <a:pPr marL="0" indent="0" algn="l">
              <a:lnSpc>
                <a:spcPct val="95000"/>
              </a:lnSpc>
              <a:spcBef>
                <a:spcPts val="600"/>
              </a:spcBef>
              <a:spcAft>
                <a:spcPts val="0"/>
              </a:spcAft>
              <a:buNone/>
            </a:pPr>
          </a:p>
        </p:txBody>
      </p:sp>
      <p:sp>
        <p:nvSpPr>
          <p:cNvPr id="4" name="Accent mark">
            <a:extLst xmlns:a="http://schemas.openxmlformats.org/drawingml/2006/main">
              <a:ext uri="{FF2B5EF4-FFF2-40B4-BE49-F238E27FC236}">
                <a16:creationId xmlns:a16="http://schemas.microsoft.com/office/drawing/2014/main" id="{9693ED60-0244-537F-7CCC-D2E56AF0B93F}"/>
              </a:ext>
            </a:extLst>
          </p:cNvPr>
          <p:cNvSpPr>
            <a:spLocks xmlns:a="http://schemas.openxmlformats.org/drawingml/2006/main" noGrp="1"/>
          </p:cNvSpPr>
          <p:nvPr/>
        </p:nvSpPr>
        <p:spPr>
          <a:xfrm xmlns:a="http://schemas.openxmlformats.org/drawingml/2006/main">
            <a:off x="5372844" y="463858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Date Placeholder 13">
            <a:extLst xmlns:a="http://schemas.openxmlformats.org/drawingml/2006/main">
              <a:ext uri="{FF2B5EF4-FFF2-40B4-BE49-F238E27FC236}">
                <a16:creationId xmlns:a16="http://schemas.microsoft.com/office/drawing/2014/main" id="{41254133-AAEA-0F1F-837B-EE4677740022}"/>
              </a:ext>
            </a:extLst>
          </p:cNvPr>
          <p:cNvSpPr>
            <a:spLocks xmlns:a="http://schemas.openxmlformats.org/drawingml/2006/main" noGrp="1"/>
          </p:cNvSpPr>
          <p:nvPr>
            <p:ph type="dt" idx="48"/>
          </p:nvPr>
        </p:nvSpPr>
        <p:spPr/>
        <p:txBody>
          <a:bodyPr xmlns:a="http://schemas.openxmlformats.org/drawingml/2006/main"/>
          <a:lstStyle xmlns:a="http://schemas.openxmlformats.org/drawingml/2006/main"/>
          <a:p xmlns:a="http://schemas.openxmlformats.org/drawingml/2006/main">
            <a:r>
              <a:t>[Date]</a:t>
            </a:r>
          </a:p>
        </p:txBody>
      </p:sp>
      <p:sp>
        <p:nvSpPr>
          <p:cNvPr id="15" name="Footer Placeholder 14">
            <a:extLst xmlns:a="http://schemas.openxmlformats.org/drawingml/2006/main">
              <a:ext uri="{FF2B5EF4-FFF2-40B4-BE49-F238E27FC236}">
                <a16:creationId xmlns:a16="http://schemas.microsoft.com/office/drawing/2014/main" id="{FE618166-6E40-F2C6-32B1-2E947C2B4F09}"/>
              </a:ext>
            </a:extLst>
          </p:cNvPr>
          <p:cNvSpPr>
            <a:spLocks xmlns:a="http://schemas.openxmlformats.org/drawingml/2006/main" noGrp="1"/>
          </p:cNvSpPr>
          <p:nvPr>
            <p:ph type="ftr" idx="49"/>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6" name="Slide Number Placeholder 15">
            <a:extLst xmlns:a="http://schemas.openxmlformats.org/drawingml/2006/main">
              <a:ext uri="{FF2B5EF4-FFF2-40B4-BE49-F238E27FC236}">
                <a16:creationId xmlns:a16="http://schemas.microsoft.com/office/drawing/2014/main" id="{1902599C-BF13-6D74-31FA-3419E83BE3F9}"/>
              </a:ext>
            </a:extLst>
          </p:cNvPr>
          <p:cNvSpPr>
            <a:spLocks xmlns:a="http://schemas.openxmlformats.org/drawingml/2006/main" noGrp="1"/>
          </p:cNvSpPr>
          <p:nvPr>
            <p:ph type="sldNum" idx="50"/>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8.xml><?xml version="1.0" encoding="utf-8"?>
<p:sldLayout xmlns:p="http://schemas.openxmlformats.org/presentationml/2006/main" preserve="1" userDrawn="1">
  <p:cSld name="Dark - Quote with Picture">
    <p:bg>
      <p:bgRef idx="1001">
        <a:schemeClr xmlns:a="http://schemas.openxmlformats.org/drawingml/2006/main" val="bg2"/>
      </p:bgRef>
    </p:bg>
    <p:spTree>
      <p:nvGrpSpPr>
        <p:cNvPr id="1" name=""/>
        <p:cNvGrpSpPr/>
        <p:nvPr/>
      </p:nvGrpSpPr>
      <p:grpSpPr>
        <a:xfrm xmlns:a="http://schemas.openxmlformats.org/drawingml/2006/main"/>
      </p:grpSpPr>
      <p:sp>
        <p:nvSpPr>
          <p:cNvPr id="10" name="Quote">
            <a:extLst xmlns:a="http://schemas.openxmlformats.org/drawingml/2006/main">
              <a:ext uri="{FF2B5EF4-FFF2-40B4-BE49-F238E27FC236}">
                <a16:creationId xmlns:a16="http://schemas.microsoft.com/office/drawing/2014/main" id="{04AE5B2A-AF85-83D6-EC24-EFCB6E567112}"/>
              </a:ext>
            </a:extLst>
          </p:cNvPr>
          <p:cNvSpPr>
            <a:spLocks xmlns:a="http://schemas.openxmlformats.org/drawingml/2006/main" noGrp="1"/>
          </p:cNvSpPr>
          <p:nvPr>
            <p:ph type="title" idx="0" hasCustomPrompt="1"/>
          </p:nvPr>
        </p:nvSpPr>
        <p:spPr>
          <a:xfrm xmlns:a="http://schemas.openxmlformats.org/drawingml/2006/main">
            <a:off x="5220586" y="2896192"/>
            <a:ext cx="6219354"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385816" y="4983135"/>
            <a:ext cx="6051272"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385816" y="5320728"/>
            <a:ext cx="6051272"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sz="1600" b="0" i="0">
                <a:latin typeface="Oracle Sans Tab"/>
                <a:ea typeface="Oracle Sans Tab"/>
                <a:cs typeface="Oracle Sans Tab"/>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3CB52BCF-4E23-BA44-5C50-AFEA7DFA337E}"/>
              </a:ext>
            </a:extLst>
          </p:cNvPr>
          <p:cNvSpPr>
            <a:spLocks xmlns:a="http://schemas.openxmlformats.org/drawingml/2006/main" noGrp="1"/>
          </p:cNvSpPr>
          <p:nvPr>
            <p:ph idx="47" hasCustomPrompt="1"/>
          </p:nvPr>
        </p:nvSpPr>
        <p:spPr>
          <a:xfrm xmlns:a="http://schemas.openxmlformats.org/drawingml/2006/main">
            <a:off x="5372844" y="1203405"/>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5" name="Picture Placeholder 4">
            <a:extLst xmlns:a="http://schemas.openxmlformats.org/drawingml/2006/main">
              <a:ext uri="{FF2B5EF4-FFF2-40B4-BE49-F238E27FC236}">
                <a16:creationId xmlns:a16="http://schemas.microsoft.com/office/drawing/2014/main" id="{EF3D1FF3-649D-46E2-9FDF-D1A77643F22A}"/>
              </a:ext>
            </a:extLst>
          </p:cNvPr>
          <p:cNvSpPr>
            <a:spLocks xmlns:a="http://schemas.openxmlformats.org/drawingml/2006/main" noGrp="1"/>
          </p:cNvSpPr>
          <p:nvPr>
            <p:ph type="pic" idx="42" hasCustomPrompt="1"/>
          </p:nvPr>
        </p:nvSpPr>
        <p:spPr>
          <a:xfrm xmlns:a="http://schemas.openxmlformats.org/drawingml/2006/main">
            <a:off x="0" y="0"/>
            <a:ext cx="4876800" cy="6858000"/>
          </a:xfrm>
        </p:spPr>
        <p:txBody>
          <a:bodyPr xmlns:a="http://schemas.openxmlformats.org/drawingml/2006/main" anchor="ctr"/>
          <a:lstStyle xmlns:a="http://schemas.openxmlformats.org/drawingml/2006/main">
            <a:lvl1pPr marL="0" indent="0" algn="l">
              <a:lnSpc>
                <a:spcPct val="95000"/>
              </a:lnSpc>
              <a:spcBef>
                <a:spcPts val="600"/>
              </a:spcBef>
              <a:spcAft>
                <a:spcPts val="0"/>
              </a:spcAft>
              <a:buNone/>
              <a:defRPr b="0" i="0">
                <a:latin typeface="Oracle Sans Tab"/>
                <a:ea typeface="Oracle Sans Tab"/>
                <a:cs typeface="Oracle Sans Tab"/>
              </a:defRPr>
            </a:lvl1pPr>
          </a:lstStyle>
          <a:p xmlns:a="http://schemas.openxmlformats.org/drawingml/2006/main">
            <a:pPr marL="0" indent="0" algn="l">
              <a:lnSpc>
                <a:spcPct val="95000"/>
              </a:lnSpc>
              <a:spcBef>
                <a:spcPts val="600"/>
              </a:spcBef>
              <a:spcAft>
                <a:spcPts val="0"/>
              </a:spcAft>
              <a:buNone/>
            </a:pPr>
            <a:r>
              <a:t>Click to add photo or illustration</a:t>
            </a:r>
          </a:p>
          <a:p xmlns:a="http://schemas.openxmlformats.org/drawingml/2006/main">
            <a:pPr marL="0" indent="0" algn="l">
              <a:lnSpc>
                <a:spcPct val="95000"/>
              </a:lnSpc>
              <a:spcBef>
                <a:spcPts val="600"/>
              </a:spcBef>
              <a:spcAft>
                <a:spcPts val="0"/>
              </a:spcAft>
              <a:buNone/>
            </a:pPr>
          </a:p>
          <a:p xmlns:a="http://schemas.openxmlformats.org/drawingml/2006/main">
            <a:pPr marL="0" indent="0" algn="l">
              <a:lnSpc>
                <a:spcPct val="95000"/>
              </a:lnSpc>
              <a:spcBef>
                <a:spcPts val="600"/>
              </a:spcBef>
              <a:spcAft>
                <a:spcPts val="0"/>
              </a:spcAft>
              <a:buNone/>
            </a:pPr>
          </a:p>
        </p:txBody>
      </p:sp>
      <p:sp>
        <p:nvSpPr>
          <p:cNvPr id="4" name="Accent mark">
            <a:extLst xmlns:a="http://schemas.openxmlformats.org/drawingml/2006/main">
              <a:ext uri="{FF2B5EF4-FFF2-40B4-BE49-F238E27FC236}">
                <a16:creationId xmlns:a16="http://schemas.microsoft.com/office/drawing/2014/main" id="{99B99AF4-E9E4-23D9-4E0C-A8017ECCDA64}"/>
              </a:ext>
            </a:extLst>
          </p:cNvPr>
          <p:cNvSpPr>
            <a:spLocks xmlns:a="http://schemas.openxmlformats.org/drawingml/2006/main" noGrp="1"/>
          </p:cNvSpPr>
          <p:nvPr/>
        </p:nvSpPr>
        <p:spPr>
          <a:xfrm xmlns:a="http://schemas.openxmlformats.org/drawingml/2006/main">
            <a:off x="5372844" y="463858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Date Placeholder 2">
            <a:extLst xmlns:a="http://schemas.openxmlformats.org/drawingml/2006/main">
              <a:ext uri="{FF2B5EF4-FFF2-40B4-BE49-F238E27FC236}">
                <a16:creationId xmlns:a16="http://schemas.microsoft.com/office/drawing/2014/main" id="{24DB346D-7416-662E-AFED-79E13EB36499}"/>
              </a:ext>
            </a:extLst>
          </p:cNvPr>
          <p:cNvSpPr>
            <a:spLocks xmlns:a="http://schemas.openxmlformats.org/drawingml/2006/main" noGrp="1"/>
          </p:cNvSpPr>
          <p:nvPr>
            <p:ph type="dt" idx="48"/>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A7B65F0D-DF68-390F-8D2B-C746A815D331}"/>
              </a:ext>
            </a:extLst>
          </p:cNvPr>
          <p:cNvSpPr>
            <a:spLocks xmlns:a="http://schemas.openxmlformats.org/drawingml/2006/main" noGrp="1"/>
          </p:cNvSpPr>
          <p:nvPr>
            <p:ph type="ftr" idx="49"/>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1B3E6296-6F05-0950-DE94-B4616EB0F666}"/>
              </a:ext>
            </a:extLst>
          </p:cNvPr>
          <p:cNvSpPr>
            <a:spLocks xmlns:a="http://schemas.openxmlformats.org/drawingml/2006/main" noGrp="1"/>
          </p:cNvSpPr>
          <p:nvPr>
            <p:ph type="sldNum" idx="50"/>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9.xml><?xml version="1.0" encoding="utf-8"?>
<p:sldLayout xmlns:p="http://schemas.openxmlformats.org/presentationml/2006/main" preserve="1" userDrawn="1">
  <p:cSld name="Left Rail - Light">
    <p:bg>
      <p:bgRef idx="1001">
        <a:schemeClr xmlns:a="http://schemas.openxmlformats.org/drawingml/2006/main" val="bg2"/>
      </p:bgRef>
    </p:bg>
    <p:spTree>
      <p:nvGrpSpPr>
        <p:cNvPr id="1" name=""/>
        <p:cNvGrpSpPr/>
        <p:nvPr/>
      </p:nvGrpSpPr>
      <p:grpSpPr>
        <a:xfrm xmlns:a="http://schemas.openxmlformats.org/drawingml/2006/main"/>
      </p:grpSpPr>
      <p:sp>
        <p:nvSpPr>
          <p:cNvPr id="17" name="Rectangle 16">
            <a:extLst xmlns:a="http://schemas.openxmlformats.org/drawingml/2006/main">
              <a:ext uri="{FF2B5EF4-FFF2-40B4-BE49-F238E27FC236}">
                <a16:creationId xmlns:a16="http://schemas.microsoft.com/office/drawing/2014/main" id="{CB705EA2-F116-883A-32A5-62C3C550DC70}"/>
              </a:ext>
            </a:extLst>
          </p:cNvPr>
          <p:cNvSpPr>
            <a:spLocks xmlns:a="http://schemas.openxmlformats.org/drawingml/2006/main" noGrp="1"/>
          </p:cNvSpPr>
          <p:nvPr/>
        </p:nvSpPr>
        <p:spPr>
          <a:xfrm xmlns:a="http://schemas.openxmlformats.org/drawingml/2006/main">
            <a:off x="0" y="0"/>
            <a:ext cx="4578900" cy="6858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itle 1">
            <a:extLst xmlns:a="http://schemas.openxmlformats.org/drawingml/2006/main">
              <a:ext uri="{FF2B5EF4-FFF2-40B4-BE49-F238E27FC236}">
                <a16:creationId xmlns:a16="http://schemas.microsoft.com/office/drawing/2014/main" id="{9534B91B-85A6-245A-7216-4ABE4FAC70C7}"/>
              </a:ext>
            </a:extLst>
          </p:cNvPr>
          <p:cNvSpPr>
            <a:spLocks xmlns:a="http://schemas.openxmlformats.org/drawingml/2006/main" noGrp="1"/>
          </p:cNvSpPr>
          <p:nvPr>
            <p:ph type="title" idx="0" hasCustomPrompt="1"/>
          </p:nvPr>
        </p:nvSpPr>
        <p:spPr>
          <a:xfrm xmlns:a="http://schemas.openxmlformats.org/drawingml/2006/main">
            <a:off x="768875" y="182403"/>
            <a:ext cx="304115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7A7FBF22-9A0A-8085-25D3-73EC896DDCD7}"/>
              </a:ext>
            </a:extLst>
          </p:cNvPr>
          <p:cNvSpPr>
            <a:spLocks xmlns:a="http://schemas.openxmlformats.org/drawingml/2006/main" noGrp="1"/>
          </p:cNvSpPr>
          <p:nvPr>
            <p:ph type="body" idx="11" hasCustomPrompt="1"/>
          </p:nvPr>
        </p:nvSpPr>
        <p:spPr>
          <a:xfrm xmlns:a="http://schemas.openxmlformats.org/drawingml/2006/main">
            <a:off x="766763" y="1009904"/>
            <a:ext cx="304115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16" name="Content">
            <a:extLst xmlns:a="http://schemas.openxmlformats.org/drawingml/2006/main">
              <a:ext uri="{FF2B5EF4-FFF2-40B4-BE49-F238E27FC236}">
                <a16:creationId xmlns:a16="http://schemas.microsoft.com/office/drawing/2014/main" id="{797B9E53-3BA8-84FC-B7C2-7F1DE2C882BF}"/>
              </a:ext>
            </a:extLst>
          </p:cNvPr>
          <p:cNvSpPr>
            <a:spLocks xmlns:a="http://schemas.openxmlformats.org/drawingml/2006/main" noGrp="1"/>
          </p:cNvSpPr>
          <p:nvPr>
            <p:ph idx="14"/>
          </p:nvPr>
        </p:nvSpPr>
        <p:spPr>
          <a:xfrm xmlns:a="http://schemas.openxmlformats.org/drawingml/2006/main">
            <a:off x="766762" y="1600199"/>
            <a:ext cx="3043263"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Date Placeholder 4">
            <a:extLst xmlns:a="http://schemas.openxmlformats.org/drawingml/2006/main">
              <a:ext uri="{FF2B5EF4-FFF2-40B4-BE49-F238E27FC236}">
                <a16:creationId xmlns:a16="http://schemas.microsoft.com/office/drawing/2014/main" id="{817EB215-3D1E-5AB4-BC9F-FF01625023F4}"/>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9139D6BA-DC06-6664-A9CC-3A9F96E133C9}"/>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9F65A7D6-666E-7968-0C83-67DDA09AD240}"/>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0.xml><?xml version="1.0" encoding="utf-8"?>
<p:sldLayout xmlns:p="http://schemas.openxmlformats.org/presentationml/2006/main" preserve="1" userDrawn="1">
  <p:cSld name="Left Rail - Dark">
    <p:bg>
      <p:bgRef idx="1001">
        <a:schemeClr xmlns:a="http://schemas.openxmlformats.org/drawingml/2006/main" val="bg2"/>
      </p:bgRef>
    </p:bg>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9B625BA6-E661-F94B-6FD6-217579854D3C}"/>
              </a:ext>
            </a:extLst>
          </p:cNvPr>
          <p:cNvSpPr>
            <a:spLocks xmlns:a="http://schemas.openxmlformats.org/drawingml/2006/main" noGrp="1"/>
          </p:cNvSpPr>
          <p:nvPr/>
        </p:nvSpPr>
        <p:spPr>
          <a:xfrm xmlns:a="http://schemas.openxmlformats.org/drawingml/2006/main">
            <a:off x="0" y="0"/>
            <a:ext cx="4578900" cy="6858000"/>
          </a:xfrm>
          <a:prstGeom xmlns:a="http://schemas.openxmlformats.org/drawingml/2006/main" prst="rect">
            <a:avLst/>
          </a:prstGeom>
          <a:solidFill xmlns:a="http://schemas.openxmlformats.org/drawingml/2006/main">
            <a:schemeClr val="tx1">
              <a:alpha val="5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itle 1">
            <a:extLst xmlns:a="http://schemas.openxmlformats.org/drawingml/2006/main">
              <a:ext uri="{FF2B5EF4-FFF2-40B4-BE49-F238E27FC236}">
                <a16:creationId xmlns:a16="http://schemas.microsoft.com/office/drawing/2014/main" id="{9534B91B-85A6-245A-7216-4ABE4FAC70C7}"/>
              </a:ext>
            </a:extLst>
          </p:cNvPr>
          <p:cNvSpPr>
            <a:spLocks xmlns:a="http://schemas.openxmlformats.org/drawingml/2006/main" noGrp="1"/>
          </p:cNvSpPr>
          <p:nvPr>
            <p:ph type="title" idx="0" hasCustomPrompt="1"/>
          </p:nvPr>
        </p:nvSpPr>
        <p:spPr>
          <a:xfrm xmlns:a="http://schemas.openxmlformats.org/drawingml/2006/main">
            <a:off x="768875" y="182403"/>
            <a:ext cx="304115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7A7FBF22-9A0A-8085-25D3-73EC896DDCD7}"/>
              </a:ext>
            </a:extLst>
          </p:cNvPr>
          <p:cNvSpPr>
            <a:spLocks xmlns:a="http://schemas.openxmlformats.org/drawingml/2006/main" noGrp="1"/>
          </p:cNvSpPr>
          <p:nvPr>
            <p:ph type="body" idx="11" hasCustomPrompt="1"/>
          </p:nvPr>
        </p:nvSpPr>
        <p:spPr>
          <a:xfrm xmlns:a="http://schemas.openxmlformats.org/drawingml/2006/main">
            <a:off x="766763" y="1009904"/>
            <a:ext cx="304115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solidFill>
                  <a:schemeClr val="tx1"/>
                </a:solidFill>
                <a:latin typeface="Oracle Sans Tab"/>
                <a:ea typeface="Oracle Sans Tab"/>
                <a:cs typeface="Oracle Sans Tab"/>
              </a:defRPr>
            </a:lvl1pPr>
          </a:lstStyle>
          <a:p xmlns:a="http://schemas.openxmlformats.org/drawingml/2006/main">
            <a:pPr>
              <a:buNone/>
            </a:pPr>
            <a:r>
              <a:t>Subtitle</a:t>
            </a:r>
          </a:p>
        </p:txBody>
      </p:sp>
      <p:sp>
        <p:nvSpPr>
          <p:cNvPr id="16" name="Content">
            <a:extLst xmlns:a="http://schemas.openxmlformats.org/drawingml/2006/main">
              <a:ext uri="{FF2B5EF4-FFF2-40B4-BE49-F238E27FC236}">
                <a16:creationId xmlns:a16="http://schemas.microsoft.com/office/drawing/2014/main" id="{797B9E53-3BA8-84FC-B7C2-7F1DE2C882BF}"/>
              </a:ext>
            </a:extLst>
          </p:cNvPr>
          <p:cNvSpPr>
            <a:spLocks xmlns:a="http://schemas.openxmlformats.org/drawingml/2006/main" noGrp="1"/>
          </p:cNvSpPr>
          <p:nvPr>
            <p:ph idx="14"/>
          </p:nvPr>
        </p:nvSpPr>
        <p:spPr>
          <a:xfrm xmlns:a="http://schemas.openxmlformats.org/drawingml/2006/main">
            <a:off x="766762" y="1600199"/>
            <a:ext cx="3043263"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 name="Date Placeholder 1">
            <a:extLst xmlns:a="http://schemas.openxmlformats.org/drawingml/2006/main">
              <a:ext uri="{FF2B5EF4-FFF2-40B4-BE49-F238E27FC236}">
                <a16:creationId xmlns:a16="http://schemas.microsoft.com/office/drawing/2014/main" id="{734AC2C3-F939-F3ED-121F-1F4C2A8A7ACC}"/>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07811713-D84D-C144-DFFE-9E4E896A09DB}"/>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9D1373F5-B2D0-5925-360C-C63A7B964A98}"/>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1.xml><?xml version="1.0" encoding="utf-8"?>
<p:sldLayout xmlns:p="http://schemas.openxmlformats.org/presentationml/2006/main" preserve="1" userDrawn="1">
  <p:cSld name="Content + Illustration_Light">
    <p:bg>
      <p:bgRef idx="1001">
        <a:schemeClr xmlns:a="http://schemas.openxmlformats.org/drawingml/2006/main" val="bg2"/>
      </p:bgRef>
    </p:bg>
    <p:spTree>
      <p:nvGrpSpPr>
        <p:cNvPr id="1" name=""/>
        <p:cNvGrpSpPr/>
        <p:nvPr/>
      </p:nvGrpSpPr>
      <p:grpSpPr>
        <a:xfrm xmlns:a="http://schemas.openxmlformats.org/drawingml/2006/main"/>
      </p:grpSpPr>
      <p:sp>
        <p:nvSpPr>
          <p:cNvPr id="23" name="Title 1">
            <a:extLst xmlns:a="http://schemas.openxmlformats.org/drawingml/2006/main">
              <a:ext uri="{FF2B5EF4-FFF2-40B4-BE49-F238E27FC236}">
                <a16:creationId xmlns:a16="http://schemas.microsoft.com/office/drawing/2014/main" id="{8A0A7166-96D6-457B-8CE6-21491B0153C5}"/>
              </a:ext>
            </a:extLst>
          </p:cNvPr>
          <p:cNvSpPr>
            <a:spLocks xmlns:a="http://schemas.openxmlformats.org/drawingml/2006/main" noGrp="1"/>
          </p:cNvSpPr>
          <p:nvPr>
            <p:ph type="title" idx="0" hasCustomPrompt="1"/>
          </p:nvPr>
        </p:nvSpPr>
        <p:spPr>
          <a:xfrm xmlns:a="http://schemas.openxmlformats.org/drawingml/2006/main">
            <a:off x="768875" y="182403"/>
            <a:ext cx="475488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6" name="Subtitle">
            <a:extLst xmlns:a="http://schemas.openxmlformats.org/drawingml/2006/main">
              <a:ext uri="{FF2B5EF4-FFF2-40B4-BE49-F238E27FC236}">
                <a16:creationId xmlns:a16="http://schemas.microsoft.com/office/drawing/2014/main" id="{2F837A2F-4A14-0DC4-608A-F65C24823266}"/>
              </a:ext>
            </a:extLst>
          </p:cNvPr>
          <p:cNvSpPr>
            <a:spLocks xmlns:a="http://schemas.openxmlformats.org/drawingml/2006/main" noGrp="1"/>
          </p:cNvSpPr>
          <p:nvPr>
            <p:ph type="body" idx="43" hasCustomPrompt="1"/>
          </p:nvPr>
        </p:nvSpPr>
        <p:spPr>
          <a:xfrm xmlns:a="http://schemas.openxmlformats.org/drawingml/2006/main">
            <a:off x="766763" y="1009904"/>
            <a:ext cx="475488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18" name="Picture Placeholder 17">
            <a:extLst xmlns:a="http://schemas.openxmlformats.org/drawingml/2006/main">
              <a:ext uri="{FF2B5EF4-FFF2-40B4-BE49-F238E27FC236}">
                <a16:creationId xmlns:a16="http://schemas.microsoft.com/office/drawing/2014/main" id="{BB55E146-CDC2-714E-AEDA-21D37E508E28}"/>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p:txBody>
      </p:sp>
      <p:pic>
        <p:nvPicPr>
          <p:cNvPr id="26" name="OTag"/>
          <p:cNvPicPr>
            <a:picLocks xmlns:a="http://schemas.openxmlformats.org/drawingml/2006/main" noChangeAspect="1"/>
          </p:cNvPicPr>
          <p:nvPr/>
        </p:nvPicPr>
        <p:blipFill>
          <a:blip xmlns:r="http://schemas.openxmlformats.org/officeDocument/2006/relationships" xmlns:a="http://schemas.openxmlformats.org/drawingml/2006/main" r:embed="R2eb7aaf0165e4c16"/>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14" name="Text Placeholder 21">
            <a:extLst xmlns:a="http://schemas.openxmlformats.org/drawingml/2006/main">
              <a:ext uri="{FF2B5EF4-FFF2-40B4-BE49-F238E27FC236}">
                <a16:creationId xmlns:a16="http://schemas.microsoft.com/office/drawing/2014/main" id="{91B7B17D-763D-5F99-0CC2-80B2CC63E130}"/>
              </a:ext>
            </a:extLst>
          </p:cNvPr>
          <p:cNvSpPr>
            <a:spLocks xmlns:a="http://schemas.openxmlformats.org/drawingml/2006/main" noGrp="1"/>
          </p:cNvSpPr>
          <p:nvPr>
            <p:ph type="body" idx="32" hasCustomPrompt="1"/>
          </p:nvPr>
        </p:nvSpPr>
        <p:spPr>
          <a:xfrm xmlns:a="http://schemas.openxmlformats.org/drawingml/2006/main">
            <a:off x="762191" y="1965976"/>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7" name="Text Placeholder 19">
            <a:extLst xmlns:a="http://schemas.openxmlformats.org/drawingml/2006/main">
              <a:ext uri="{FF2B5EF4-FFF2-40B4-BE49-F238E27FC236}">
                <a16:creationId xmlns:a16="http://schemas.microsoft.com/office/drawing/2014/main" id="{F95C4F20-D940-4F84-4840-DD649575E2CD}"/>
              </a:ext>
            </a:extLst>
          </p:cNvPr>
          <p:cNvSpPr>
            <a:spLocks xmlns:a="http://schemas.openxmlformats.org/drawingml/2006/main" noGrp="1"/>
          </p:cNvSpPr>
          <p:nvPr>
            <p:ph type="body" idx="44"/>
          </p:nvPr>
        </p:nvSpPr>
        <p:spPr>
          <a:xfrm xmlns:a="http://schemas.openxmlformats.org/drawingml/2006/main">
            <a:off x="760698" y="2309418"/>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5" name="Text Placeholder 21">
            <a:extLst xmlns:a="http://schemas.openxmlformats.org/drawingml/2006/main">
              <a:ext uri="{FF2B5EF4-FFF2-40B4-BE49-F238E27FC236}">
                <a16:creationId xmlns:a16="http://schemas.microsoft.com/office/drawing/2014/main" id="{5DE24B9A-F5B4-C415-A25C-25FE02976EEF}"/>
              </a:ext>
            </a:extLst>
          </p:cNvPr>
          <p:cNvSpPr>
            <a:spLocks xmlns:a="http://schemas.openxmlformats.org/drawingml/2006/main" noGrp="1"/>
          </p:cNvSpPr>
          <p:nvPr>
            <p:ph type="body" idx="38" hasCustomPrompt="1"/>
          </p:nvPr>
        </p:nvSpPr>
        <p:spPr>
          <a:xfrm xmlns:a="http://schemas.openxmlformats.org/drawingml/2006/main">
            <a:off x="762191" y="3222718"/>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9" name="Text Placeholder 19">
            <a:extLst xmlns:a="http://schemas.openxmlformats.org/drawingml/2006/main">
              <a:ext uri="{FF2B5EF4-FFF2-40B4-BE49-F238E27FC236}">
                <a16:creationId xmlns:a16="http://schemas.microsoft.com/office/drawing/2014/main" id="{E725E68E-222F-2174-3EDA-49279B3A0D6A}"/>
              </a:ext>
            </a:extLst>
          </p:cNvPr>
          <p:cNvSpPr>
            <a:spLocks xmlns:a="http://schemas.openxmlformats.org/drawingml/2006/main" noGrp="1"/>
          </p:cNvSpPr>
          <p:nvPr>
            <p:ph type="body" idx="45"/>
          </p:nvPr>
        </p:nvSpPr>
        <p:spPr>
          <a:xfrm xmlns:a="http://schemas.openxmlformats.org/drawingml/2006/main">
            <a:off x="760698" y="3567051"/>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6" name="Text Placeholder 21">
            <a:extLst xmlns:a="http://schemas.openxmlformats.org/drawingml/2006/main">
              <a:ext uri="{FF2B5EF4-FFF2-40B4-BE49-F238E27FC236}">
                <a16:creationId xmlns:a16="http://schemas.microsoft.com/office/drawing/2014/main" id="{2080E49F-0C27-1D0D-3ADD-B37ABD6F37FA}"/>
              </a:ext>
            </a:extLst>
          </p:cNvPr>
          <p:cNvSpPr>
            <a:spLocks xmlns:a="http://schemas.openxmlformats.org/drawingml/2006/main" noGrp="1"/>
          </p:cNvSpPr>
          <p:nvPr>
            <p:ph type="body" idx="39" hasCustomPrompt="1"/>
          </p:nvPr>
        </p:nvSpPr>
        <p:spPr>
          <a:xfrm xmlns:a="http://schemas.openxmlformats.org/drawingml/2006/main">
            <a:off x="762191" y="459430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0" name="Text Placeholder 19">
            <a:extLst xmlns:a="http://schemas.openxmlformats.org/drawingml/2006/main">
              <a:ext uri="{FF2B5EF4-FFF2-40B4-BE49-F238E27FC236}">
                <a16:creationId xmlns:a16="http://schemas.microsoft.com/office/drawing/2014/main" id="{85BD9371-1A26-2813-D974-5AAA802C8FF9}"/>
              </a:ext>
            </a:extLst>
          </p:cNvPr>
          <p:cNvSpPr>
            <a:spLocks xmlns:a="http://schemas.openxmlformats.org/drawingml/2006/main" noGrp="1"/>
          </p:cNvSpPr>
          <p:nvPr>
            <p:ph type="body" idx="46"/>
          </p:nvPr>
        </p:nvSpPr>
        <p:spPr>
          <a:xfrm xmlns:a="http://schemas.openxmlformats.org/drawingml/2006/main">
            <a:off x="760698" y="4937745"/>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3" name="Date Placeholder 2">
            <a:extLst xmlns:a="http://schemas.openxmlformats.org/drawingml/2006/main">
              <a:ext uri="{FF2B5EF4-FFF2-40B4-BE49-F238E27FC236}">
                <a16:creationId xmlns:a16="http://schemas.microsoft.com/office/drawing/2014/main" id="{F60580B6-2712-A8F5-DB62-2F22A9A608A4}"/>
              </a:ext>
            </a:extLst>
          </p:cNvPr>
          <p:cNvSpPr>
            <a:spLocks xmlns:a="http://schemas.openxmlformats.org/drawingml/2006/main" noGrp="1"/>
          </p:cNvSpPr>
          <p:nvPr>
            <p:ph type="dt" idx="47"/>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B8E24A71-8CF4-3873-7E0F-AEC4BEA25D59}"/>
              </a:ext>
            </a:extLst>
          </p:cNvPr>
          <p:cNvSpPr>
            <a:spLocks xmlns:a="http://schemas.openxmlformats.org/drawingml/2006/main" noGrp="1"/>
          </p:cNvSpPr>
          <p:nvPr>
            <p:ph type="ftr" idx="48"/>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C5B24197-F70E-5083-896A-F9AC22392498}"/>
              </a:ext>
            </a:extLst>
          </p:cNvPr>
          <p:cNvSpPr>
            <a:spLocks xmlns:a="http://schemas.openxmlformats.org/drawingml/2006/main" noGrp="1"/>
          </p:cNvSpPr>
          <p:nvPr>
            <p:ph type="sldNum" idx="49"/>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2.xml><?xml version="1.0" encoding="utf-8"?>
<p:sldLayout xmlns:p="http://schemas.openxmlformats.org/presentationml/2006/main" preserve="1" userDrawn="1">
  <p:cSld name="Content + Illustration_Dark">
    <p:bg>
      <p:bgRef idx="1001">
        <a:schemeClr xmlns:a="http://schemas.openxmlformats.org/drawingml/2006/main" val="bg2"/>
      </p:bgRef>
    </p:bg>
    <p:spTree>
      <p:nvGrpSpPr>
        <p:cNvPr id="1" name=""/>
        <p:cNvGrpSpPr/>
        <p:nvPr/>
      </p:nvGrpSpPr>
      <p:grpSpPr>
        <a:xfrm xmlns:a="http://schemas.openxmlformats.org/drawingml/2006/main"/>
      </p:grpSpPr>
      <p:sp>
        <p:nvSpPr>
          <p:cNvPr id="6" name="Title 1">
            <a:extLst xmlns:a="http://schemas.openxmlformats.org/drawingml/2006/main">
              <a:ext uri="{FF2B5EF4-FFF2-40B4-BE49-F238E27FC236}">
                <a16:creationId xmlns:a16="http://schemas.microsoft.com/office/drawing/2014/main" id="{90AAD36B-6012-46AE-9059-48412FF4F4CE}"/>
              </a:ext>
            </a:extLst>
          </p:cNvPr>
          <p:cNvSpPr>
            <a:spLocks xmlns:a="http://schemas.openxmlformats.org/drawingml/2006/main" noGrp="1"/>
          </p:cNvSpPr>
          <p:nvPr>
            <p:ph type="title" idx="0" hasCustomPrompt="1"/>
          </p:nvPr>
        </p:nvSpPr>
        <p:spPr>
          <a:xfrm xmlns:a="http://schemas.openxmlformats.org/drawingml/2006/main">
            <a:off x="768875" y="182403"/>
            <a:ext cx="475488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3" name="Subtitle">
            <a:extLst xmlns:a="http://schemas.openxmlformats.org/drawingml/2006/main">
              <a:ext uri="{FF2B5EF4-FFF2-40B4-BE49-F238E27FC236}">
                <a16:creationId xmlns:a16="http://schemas.microsoft.com/office/drawing/2014/main" id="{2F0BE92C-B4B2-428B-05A0-35A0A1E50208}"/>
              </a:ext>
            </a:extLst>
          </p:cNvPr>
          <p:cNvSpPr>
            <a:spLocks xmlns:a="http://schemas.openxmlformats.org/drawingml/2006/main" noGrp="1"/>
          </p:cNvSpPr>
          <p:nvPr>
            <p:ph type="body" idx="43" hasCustomPrompt="1"/>
          </p:nvPr>
        </p:nvSpPr>
        <p:spPr>
          <a:xfrm xmlns:a="http://schemas.openxmlformats.org/drawingml/2006/main">
            <a:off x="766763" y="1009904"/>
            <a:ext cx="475488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7" name="Text Placeholder 21">
            <a:extLst xmlns:a="http://schemas.openxmlformats.org/drawingml/2006/main">
              <a:ext uri="{FF2B5EF4-FFF2-40B4-BE49-F238E27FC236}">
                <a16:creationId xmlns:a16="http://schemas.microsoft.com/office/drawing/2014/main" id="{D94B5212-F918-DF01-5172-A319C17449A7}"/>
              </a:ext>
            </a:extLst>
          </p:cNvPr>
          <p:cNvSpPr>
            <a:spLocks xmlns:a="http://schemas.openxmlformats.org/drawingml/2006/main" noGrp="1"/>
          </p:cNvSpPr>
          <p:nvPr>
            <p:ph type="body" idx="32" hasCustomPrompt="1"/>
          </p:nvPr>
        </p:nvSpPr>
        <p:spPr>
          <a:xfrm xmlns:a="http://schemas.openxmlformats.org/drawingml/2006/main">
            <a:off x="762191" y="1965976"/>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0" name="Text Placeholder 19">
            <a:extLst xmlns:a="http://schemas.openxmlformats.org/drawingml/2006/main">
              <a:ext uri="{FF2B5EF4-FFF2-40B4-BE49-F238E27FC236}">
                <a16:creationId xmlns:a16="http://schemas.microsoft.com/office/drawing/2014/main" id="{3FE2B7B3-F269-EFB7-7B21-A67456B5D4CB}"/>
              </a:ext>
            </a:extLst>
          </p:cNvPr>
          <p:cNvSpPr>
            <a:spLocks xmlns:a="http://schemas.openxmlformats.org/drawingml/2006/main" noGrp="1"/>
          </p:cNvSpPr>
          <p:nvPr>
            <p:ph type="body" idx="44"/>
          </p:nvPr>
        </p:nvSpPr>
        <p:spPr>
          <a:xfrm xmlns:a="http://schemas.openxmlformats.org/drawingml/2006/main">
            <a:off x="760698" y="2309418"/>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9" name="Text Placeholder 21">
            <a:extLst xmlns:a="http://schemas.openxmlformats.org/drawingml/2006/main">
              <a:ext uri="{FF2B5EF4-FFF2-40B4-BE49-F238E27FC236}">
                <a16:creationId xmlns:a16="http://schemas.microsoft.com/office/drawing/2014/main" id="{BCEC7A68-80D1-7F0E-65E6-F442ED207687}"/>
              </a:ext>
            </a:extLst>
          </p:cNvPr>
          <p:cNvSpPr>
            <a:spLocks xmlns:a="http://schemas.openxmlformats.org/drawingml/2006/main" noGrp="1"/>
          </p:cNvSpPr>
          <p:nvPr>
            <p:ph type="body" idx="38" hasCustomPrompt="1"/>
          </p:nvPr>
        </p:nvSpPr>
        <p:spPr>
          <a:xfrm xmlns:a="http://schemas.openxmlformats.org/drawingml/2006/main">
            <a:off x="762191" y="3222718"/>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1" name="Text Placeholder 19">
            <a:extLst xmlns:a="http://schemas.openxmlformats.org/drawingml/2006/main">
              <a:ext uri="{FF2B5EF4-FFF2-40B4-BE49-F238E27FC236}">
                <a16:creationId xmlns:a16="http://schemas.microsoft.com/office/drawing/2014/main" id="{D61461B8-CD09-2000-05E6-9B3BC9D25CD5}"/>
              </a:ext>
            </a:extLst>
          </p:cNvPr>
          <p:cNvSpPr>
            <a:spLocks xmlns:a="http://schemas.openxmlformats.org/drawingml/2006/main" noGrp="1"/>
          </p:cNvSpPr>
          <p:nvPr>
            <p:ph type="body" idx="45"/>
          </p:nvPr>
        </p:nvSpPr>
        <p:spPr>
          <a:xfrm xmlns:a="http://schemas.openxmlformats.org/drawingml/2006/main">
            <a:off x="760698" y="3567051"/>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1" name="Text Placeholder 21">
            <a:extLst xmlns:a="http://schemas.openxmlformats.org/drawingml/2006/main">
              <a:ext uri="{FF2B5EF4-FFF2-40B4-BE49-F238E27FC236}">
                <a16:creationId xmlns:a16="http://schemas.microsoft.com/office/drawing/2014/main" id="{A3E124E7-38A2-4149-5708-BE9F62CFA604}"/>
              </a:ext>
            </a:extLst>
          </p:cNvPr>
          <p:cNvSpPr>
            <a:spLocks xmlns:a="http://schemas.openxmlformats.org/drawingml/2006/main" noGrp="1"/>
          </p:cNvSpPr>
          <p:nvPr>
            <p:ph type="body" idx="39" hasCustomPrompt="1"/>
          </p:nvPr>
        </p:nvSpPr>
        <p:spPr>
          <a:xfrm xmlns:a="http://schemas.openxmlformats.org/drawingml/2006/main">
            <a:off x="762191" y="459430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2" name="Text Placeholder 19">
            <a:extLst xmlns:a="http://schemas.openxmlformats.org/drawingml/2006/main">
              <a:ext uri="{FF2B5EF4-FFF2-40B4-BE49-F238E27FC236}">
                <a16:creationId xmlns:a16="http://schemas.microsoft.com/office/drawing/2014/main" id="{4FBE4EEC-B947-E852-0B29-987839C3A3D6}"/>
              </a:ext>
            </a:extLst>
          </p:cNvPr>
          <p:cNvSpPr>
            <a:spLocks xmlns:a="http://schemas.openxmlformats.org/drawingml/2006/main" noGrp="1"/>
          </p:cNvSpPr>
          <p:nvPr>
            <p:ph type="body" idx="46"/>
          </p:nvPr>
        </p:nvSpPr>
        <p:spPr>
          <a:xfrm xmlns:a="http://schemas.openxmlformats.org/drawingml/2006/main">
            <a:off x="760698" y="4937745"/>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8" name="Picture Placeholder 17">
            <a:extLst xmlns:a="http://schemas.openxmlformats.org/drawingml/2006/main">
              <a:ext uri="{FF2B5EF4-FFF2-40B4-BE49-F238E27FC236}">
                <a16:creationId xmlns:a16="http://schemas.microsoft.com/office/drawing/2014/main" id="{BB55E146-CDC2-714E-AEDA-21D37E508E28}"/>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lstStyle xmlns:a="http://schemas.openxmlformats.org/drawingml/2006/main">
            <a:lvl1pPr algn="ctr">
              <a:buNone/>
              <a:defRPr sz="1400" b="0" i="0">
                <a:solidFill>
                  <a:schemeClr val="bg1"/>
                </a:solidFill>
                <a:latin typeface="Oracle Sans Tab Light"/>
                <a:ea typeface="Oracle Sans Tab Light"/>
                <a:cs typeface="Oracle Sans Tab Light"/>
              </a:defRPr>
            </a:lvl1pPr>
          </a:lstStyle>
          <a:p xmlns:a="http://schemas.openxmlformats.org/drawingml/2006/main">
            <a:r>
              <a:t>Click to add photo or illustration</a:t>
            </a:r>
          </a:p>
          <a:p xmlns:a="http://schemas.openxmlformats.org/drawingml/2006/main"/>
        </p:txBody>
      </p:sp>
      <p:pic>
        <p:nvPicPr>
          <p:cNvPr id="26" name="OTag"/>
          <p:cNvPicPr>
            <a:picLocks xmlns:a="http://schemas.openxmlformats.org/drawingml/2006/main" noChangeAspect="1"/>
          </p:cNvPicPr>
          <p:nvPr/>
        </p:nvPicPr>
        <p:blipFill>
          <a:blip xmlns:r="http://schemas.openxmlformats.org/officeDocument/2006/relationships" xmlns:a="http://schemas.openxmlformats.org/drawingml/2006/main" r:embed="Rfe3bb712bef04a3a"/>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8" name="Date Placeholder 7">
            <a:extLst xmlns:a="http://schemas.openxmlformats.org/drawingml/2006/main">
              <a:ext uri="{FF2B5EF4-FFF2-40B4-BE49-F238E27FC236}">
                <a16:creationId xmlns:a16="http://schemas.microsoft.com/office/drawing/2014/main" id="{637CD612-0FAE-CCAC-40CA-DFEBED2BC273}"/>
              </a:ext>
            </a:extLst>
          </p:cNvPr>
          <p:cNvSpPr>
            <a:spLocks xmlns:a="http://schemas.openxmlformats.org/drawingml/2006/main" noGrp="1"/>
          </p:cNvSpPr>
          <p:nvPr>
            <p:ph type="dt" idx="47"/>
          </p:nvPr>
        </p:nvSpPr>
        <p:spPr/>
        <p:txBody>
          <a:bodyPr xmlns:a="http://schemas.openxmlformats.org/drawingml/2006/main"/>
          <a:lstStyle xmlns:a="http://schemas.openxmlformats.org/drawingml/2006/main"/>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4EF39D15-54EB-6D2E-17BC-A95843439ABA}"/>
              </a:ext>
            </a:extLst>
          </p:cNvPr>
          <p:cNvSpPr>
            <a:spLocks xmlns:a="http://schemas.openxmlformats.org/drawingml/2006/main" noGrp="1"/>
          </p:cNvSpPr>
          <p:nvPr>
            <p:ph type="ftr" idx="48"/>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721B3CCC-EEE5-A821-2A94-C3F61D5F2487}"/>
              </a:ext>
            </a:extLst>
          </p:cNvPr>
          <p:cNvSpPr>
            <a:spLocks xmlns:a="http://schemas.openxmlformats.org/drawingml/2006/main" noGrp="1"/>
          </p:cNvSpPr>
          <p:nvPr>
            <p:ph type="sldNum" idx="49"/>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3.xml><?xml version="1.0" encoding="utf-8"?>
<p:sldLayout xmlns:p="http://schemas.openxmlformats.org/presentationml/2006/main" preserve="1" userDrawn="1">
  <p:cSld name="Light - 3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F9FC0DC-6C36-4AC7-90FE-9BE28E17F1BF}"/>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Picture Placeholder 2">
            <a:extLst xmlns:a="http://schemas.openxmlformats.org/drawingml/2006/main">
              <a:ext uri="{FF2B5EF4-FFF2-40B4-BE49-F238E27FC236}">
                <a16:creationId xmlns:a16="http://schemas.microsoft.com/office/drawing/2014/main" id="{C4A0F212-7687-B242-8162-FFAC910A60EF}"/>
              </a:ext>
            </a:extLst>
          </p:cNvPr>
          <p:cNvSpPr>
            <a:spLocks xmlns:a="http://schemas.openxmlformats.org/drawingml/2006/main" noGrp="1"/>
          </p:cNvSpPr>
          <p:nvPr>
            <p:ph type="pic" idx="26" hasCustomPrompt="1"/>
          </p:nvPr>
        </p:nvSpPr>
        <p:spPr>
          <a:xfrm xmlns:a="http://schemas.openxmlformats.org/drawingml/2006/main">
            <a:off x="905836" y="1903856"/>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4" name="Text Placeholder 21">
            <a:extLst xmlns:a="http://schemas.openxmlformats.org/drawingml/2006/main">
              <a:ext uri="{FF2B5EF4-FFF2-40B4-BE49-F238E27FC236}">
                <a16:creationId xmlns:a16="http://schemas.microsoft.com/office/drawing/2014/main" id="{920A2EEA-131E-DA4C-92C3-898A80B8B561}"/>
              </a:ext>
            </a:extLst>
          </p:cNvPr>
          <p:cNvSpPr>
            <a:spLocks xmlns:a="http://schemas.openxmlformats.org/drawingml/2006/main" noGrp="1"/>
          </p:cNvSpPr>
          <p:nvPr>
            <p:ph type="body" idx="25" hasCustomPrompt="1"/>
          </p:nvPr>
        </p:nvSpPr>
        <p:spPr>
          <a:xfrm xmlns:a="http://schemas.openxmlformats.org/drawingml/2006/main">
            <a:off x="911114"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1" name="Text Placeholder 21">
            <a:extLst xmlns:a="http://schemas.openxmlformats.org/drawingml/2006/main">
              <a:ext uri="{FF2B5EF4-FFF2-40B4-BE49-F238E27FC236}">
                <a16:creationId xmlns:a16="http://schemas.microsoft.com/office/drawing/2014/main" id="{442F0FF9-B575-DD4A-AF68-999EE8B4FE0D}"/>
              </a:ext>
            </a:extLst>
          </p:cNvPr>
          <p:cNvSpPr>
            <a:spLocks xmlns:a="http://schemas.openxmlformats.org/drawingml/2006/main" noGrp="1"/>
          </p:cNvSpPr>
          <p:nvPr>
            <p:ph type="body" idx="24" hasCustomPrompt="1"/>
          </p:nvPr>
        </p:nvSpPr>
        <p:spPr>
          <a:xfrm xmlns:a="http://schemas.openxmlformats.org/drawingml/2006/main">
            <a:off x="911114"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5" name="Straight Connector 4">
            <a:extLst xmlns:a="http://schemas.openxmlformats.org/drawingml/2006/main">
              <a:ext uri="{FF2B5EF4-FFF2-40B4-BE49-F238E27FC236}">
                <a16:creationId xmlns:a16="http://schemas.microsoft.com/office/drawing/2014/main" id="{CEE5BD68-2784-495A-B56C-BFFA1F2137E9}"/>
              </a:ext>
            </a:extLst>
          </p:cNvPr>
          <p:cNvSpPr>
            <a:spLocks xmlns:a="http://schemas.openxmlformats.org/drawingml/2006/main" noGrp="1"/>
          </p:cNvSpPr>
          <p:nvPr/>
        </p:nvSpPr>
        <p:spPr>
          <a:xfrm xmlns:a="http://schemas.openxmlformats.org/drawingml/2006/main">
            <a:off x="4003589"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2" name="Picture Placeholder 2">
            <a:extLst xmlns:a="http://schemas.openxmlformats.org/drawingml/2006/main">
              <a:ext uri="{FF2B5EF4-FFF2-40B4-BE49-F238E27FC236}">
                <a16:creationId xmlns:a16="http://schemas.microsoft.com/office/drawing/2014/main" id="{00545EAB-02F2-4D35-839F-11095FE3779B}"/>
              </a:ext>
            </a:extLst>
          </p:cNvPr>
          <p:cNvSpPr>
            <a:spLocks xmlns:a="http://schemas.openxmlformats.org/drawingml/2006/main" noGrp="1"/>
          </p:cNvSpPr>
          <p:nvPr>
            <p:ph type="pic" idx="33" hasCustomPrompt="1"/>
          </p:nvPr>
        </p:nvSpPr>
        <p:spPr>
          <a:xfrm xmlns:a="http://schemas.openxmlformats.org/drawingml/2006/main">
            <a:off x="4797315" y="191737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3" name="Text Placeholder 21">
            <a:extLst xmlns:a="http://schemas.openxmlformats.org/drawingml/2006/main">
              <a:ext uri="{FF2B5EF4-FFF2-40B4-BE49-F238E27FC236}">
                <a16:creationId xmlns:a16="http://schemas.microsoft.com/office/drawing/2014/main" id="{C85CBC82-72D6-46B3-9B52-627E5BC2BC55}"/>
              </a:ext>
            </a:extLst>
          </p:cNvPr>
          <p:cNvSpPr>
            <a:spLocks xmlns:a="http://schemas.openxmlformats.org/drawingml/2006/main" noGrp="1"/>
          </p:cNvSpPr>
          <p:nvPr>
            <p:ph type="body" idx="34" hasCustomPrompt="1"/>
          </p:nvPr>
        </p:nvSpPr>
        <p:spPr>
          <a:xfrm xmlns:a="http://schemas.openxmlformats.org/drawingml/2006/main">
            <a:off x="4797315"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9" name="Text Placeholder 21">
            <a:extLst xmlns:a="http://schemas.openxmlformats.org/drawingml/2006/main">
              <a:ext uri="{FF2B5EF4-FFF2-40B4-BE49-F238E27FC236}">
                <a16:creationId xmlns:a16="http://schemas.microsoft.com/office/drawing/2014/main" id="{0FA9D0FA-EA15-4919-BEB9-4C5EE9D8CDFF}"/>
              </a:ext>
            </a:extLst>
          </p:cNvPr>
          <p:cNvSpPr>
            <a:spLocks xmlns:a="http://schemas.openxmlformats.org/drawingml/2006/main" noGrp="1"/>
          </p:cNvSpPr>
          <p:nvPr>
            <p:ph type="body" idx="35" hasCustomPrompt="1"/>
          </p:nvPr>
        </p:nvSpPr>
        <p:spPr>
          <a:xfrm xmlns:a="http://schemas.openxmlformats.org/drawingml/2006/main">
            <a:off x="4797315"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28" name="Straight Connector 27">
            <a:extLst xmlns:a="http://schemas.openxmlformats.org/drawingml/2006/main">
              <a:ext uri="{FF2B5EF4-FFF2-40B4-BE49-F238E27FC236}">
                <a16:creationId xmlns:a16="http://schemas.microsoft.com/office/drawing/2014/main" id="{34EAC0C9-C21D-459F-A8B7-30DCC6B5E963}"/>
              </a:ext>
            </a:extLst>
          </p:cNvPr>
          <p:cNvSpPr>
            <a:spLocks xmlns:a="http://schemas.openxmlformats.org/drawingml/2006/main" noGrp="1"/>
          </p:cNvSpPr>
          <p:nvPr/>
        </p:nvSpPr>
        <p:spPr>
          <a:xfrm xmlns:a="http://schemas.openxmlformats.org/drawingml/2006/main">
            <a:off x="786301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0" name="Picture Placeholder 2">
            <a:extLst xmlns:a="http://schemas.openxmlformats.org/drawingml/2006/main">
              <a:ext uri="{FF2B5EF4-FFF2-40B4-BE49-F238E27FC236}">
                <a16:creationId xmlns:a16="http://schemas.microsoft.com/office/drawing/2014/main" id="{7E0E7E15-3D7B-4123-8321-B073C59133A1}"/>
              </a:ext>
            </a:extLst>
          </p:cNvPr>
          <p:cNvSpPr>
            <a:spLocks xmlns:a="http://schemas.openxmlformats.org/drawingml/2006/main" noGrp="1"/>
          </p:cNvSpPr>
          <p:nvPr>
            <p:ph type="pic" idx="36" hasCustomPrompt="1"/>
          </p:nvPr>
        </p:nvSpPr>
        <p:spPr>
          <a:xfrm xmlns:a="http://schemas.openxmlformats.org/drawingml/2006/main">
            <a:off x="8645868" y="191737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1" name="Text Placeholder 21">
            <a:extLst xmlns:a="http://schemas.openxmlformats.org/drawingml/2006/main">
              <a:ext uri="{FF2B5EF4-FFF2-40B4-BE49-F238E27FC236}">
                <a16:creationId xmlns:a16="http://schemas.microsoft.com/office/drawing/2014/main" id="{8C820BCB-F093-47C5-A402-60E80288139D}"/>
              </a:ext>
            </a:extLst>
          </p:cNvPr>
          <p:cNvSpPr>
            <a:spLocks xmlns:a="http://schemas.openxmlformats.org/drawingml/2006/main" noGrp="1"/>
          </p:cNvSpPr>
          <p:nvPr>
            <p:ph type="body" idx="37" hasCustomPrompt="1"/>
          </p:nvPr>
        </p:nvSpPr>
        <p:spPr>
          <a:xfrm xmlns:a="http://schemas.openxmlformats.org/drawingml/2006/main">
            <a:off x="8648346"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2" name="Text Placeholder 21">
            <a:extLst xmlns:a="http://schemas.openxmlformats.org/drawingml/2006/main">
              <a:ext uri="{FF2B5EF4-FFF2-40B4-BE49-F238E27FC236}">
                <a16:creationId xmlns:a16="http://schemas.microsoft.com/office/drawing/2014/main" id="{F1AF7868-3C5C-49BB-8190-B4107C4DC70C}"/>
              </a:ext>
            </a:extLst>
          </p:cNvPr>
          <p:cNvSpPr>
            <a:spLocks xmlns:a="http://schemas.openxmlformats.org/drawingml/2006/main" noGrp="1"/>
          </p:cNvSpPr>
          <p:nvPr>
            <p:ph type="body" idx="38" hasCustomPrompt="1"/>
          </p:nvPr>
        </p:nvSpPr>
        <p:spPr>
          <a:xfrm xmlns:a="http://schemas.openxmlformats.org/drawingml/2006/main">
            <a:off x="8648346"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4" name="Date Placeholder 3">
            <a:extLst xmlns:a="http://schemas.openxmlformats.org/drawingml/2006/main">
              <a:ext uri="{FF2B5EF4-FFF2-40B4-BE49-F238E27FC236}">
                <a16:creationId xmlns:a16="http://schemas.microsoft.com/office/drawing/2014/main" id="{C50638D2-3FCF-9C07-B8E4-CBC2C53296F0}"/>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06E447D9-9131-52FC-7AC2-3B32141077B6}"/>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BDBE30CD-8917-E472-0B6E-5D1280F5C027}"/>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4.xml><?xml version="1.0" encoding="utf-8"?>
<p:sldLayout xmlns:p="http://schemas.openxmlformats.org/presentationml/2006/main" preserve="1" userDrawn="1">
  <p:cSld name="Dark - 3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8" name="Title 7">
            <a:extLst xmlns:a="http://schemas.openxmlformats.org/drawingml/2006/main">
              <a:ext uri="{FF2B5EF4-FFF2-40B4-BE49-F238E27FC236}">
                <a16:creationId xmlns:a16="http://schemas.microsoft.com/office/drawing/2014/main" id="{358B48DD-4D54-4AC7-8AB9-59BEB3B7003A}"/>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8" name="Picture Placeholder 2">
            <a:extLst xmlns:a="http://schemas.openxmlformats.org/drawingml/2006/main">
              <a:ext uri="{FF2B5EF4-FFF2-40B4-BE49-F238E27FC236}">
                <a16:creationId xmlns:a16="http://schemas.microsoft.com/office/drawing/2014/main" id="{6A71FCB8-1058-4D1C-AED7-FAA7D744D71E}"/>
              </a:ext>
            </a:extLst>
          </p:cNvPr>
          <p:cNvSpPr>
            <a:spLocks xmlns:a="http://schemas.openxmlformats.org/drawingml/2006/main" noGrp="1"/>
          </p:cNvSpPr>
          <p:nvPr>
            <p:ph type="pic" idx="26" hasCustomPrompt="1"/>
          </p:nvPr>
        </p:nvSpPr>
        <p:spPr>
          <a:xfrm xmlns:a="http://schemas.openxmlformats.org/drawingml/2006/main">
            <a:off x="897834" y="1903921"/>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9" name="Text Placeholder 21">
            <a:extLst xmlns:a="http://schemas.openxmlformats.org/drawingml/2006/main">
              <a:ext uri="{FF2B5EF4-FFF2-40B4-BE49-F238E27FC236}">
                <a16:creationId xmlns:a16="http://schemas.microsoft.com/office/drawing/2014/main" id="{86408202-D3B4-402D-BC69-53C3509E8A7B}"/>
              </a:ext>
            </a:extLst>
          </p:cNvPr>
          <p:cNvSpPr>
            <a:spLocks xmlns:a="http://schemas.openxmlformats.org/drawingml/2006/main" noGrp="1"/>
          </p:cNvSpPr>
          <p:nvPr>
            <p:ph type="body" idx="25" hasCustomPrompt="1"/>
          </p:nvPr>
        </p:nvSpPr>
        <p:spPr>
          <a:xfrm xmlns:a="http://schemas.openxmlformats.org/drawingml/2006/main">
            <a:off x="911114"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1" name="Text Placeholder 21">
            <a:extLst xmlns:a="http://schemas.openxmlformats.org/drawingml/2006/main">
              <a:ext uri="{FF2B5EF4-FFF2-40B4-BE49-F238E27FC236}">
                <a16:creationId xmlns:a16="http://schemas.microsoft.com/office/drawing/2014/main" id="{5CF397F4-2EE2-483E-8C39-8DB6BD107811}"/>
              </a:ext>
            </a:extLst>
          </p:cNvPr>
          <p:cNvSpPr>
            <a:spLocks xmlns:a="http://schemas.openxmlformats.org/drawingml/2006/main" noGrp="1"/>
          </p:cNvSpPr>
          <p:nvPr>
            <p:ph type="body" idx="24" hasCustomPrompt="1"/>
          </p:nvPr>
        </p:nvSpPr>
        <p:spPr>
          <a:xfrm xmlns:a="http://schemas.openxmlformats.org/drawingml/2006/main">
            <a:off x="911114"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22" name="Straight Connector 21">
            <a:extLst xmlns:a="http://schemas.openxmlformats.org/drawingml/2006/main">
              <a:ext uri="{FF2B5EF4-FFF2-40B4-BE49-F238E27FC236}">
                <a16:creationId xmlns:a16="http://schemas.microsoft.com/office/drawing/2014/main" id="{DA5211C8-BE85-403A-AF3B-66123CAA03D2}"/>
              </a:ext>
            </a:extLst>
          </p:cNvPr>
          <p:cNvSpPr>
            <a:spLocks xmlns:a="http://schemas.openxmlformats.org/drawingml/2006/main" noGrp="1"/>
          </p:cNvSpPr>
          <p:nvPr/>
        </p:nvSpPr>
        <p:spPr>
          <a:xfrm xmlns:a="http://schemas.openxmlformats.org/drawingml/2006/main">
            <a:off x="4003589"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Picture Placeholder 2">
            <a:extLst xmlns:a="http://schemas.openxmlformats.org/drawingml/2006/main">
              <a:ext uri="{FF2B5EF4-FFF2-40B4-BE49-F238E27FC236}">
                <a16:creationId xmlns:a16="http://schemas.microsoft.com/office/drawing/2014/main" id="{84092946-3931-41BA-A9C4-E37BA2482561}"/>
              </a:ext>
            </a:extLst>
          </p:cNvPr>
          <p:cNvSpPr>
            <a:spLocks xmlns:a="http://schemas.openxmlformats.org/drawingml/2006/main" noGrp="1"/>
          </p:cNvSpPr>
          <p:nvPr>
            <p:ph type="pic" idx="36" hasCustomPrompt="1"/>
          </p:nvPr>
        </p:nvSpPr>
        <p:spPr>
          <a:xfrm xmlns:a="http://schemas.openxmlformats.org/drawingml/2006/main">
            <a:off x="4757260" y="1903856"/>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9" name="Text Placeholder 21">
            <a:extLst xmlns:a="http://schemas.openxmlformats.org/drawingml/2006/main">
              <a:ext uri="{FF2B5EF4-FFF2-40B4-BE49-F238E27FC236}">
                <a16:creationId xmlns:a16="http://schemas.microsoft.com/office/drawing/2014/main" id="{7A2A35E2-8BA7-45B3-B02C-B531B503587A}"/>
              </a:ext>
            </a:extLst>
          </p:cNvPr>
          <p:cNvSpPr>
            <a:spLocks xmlns:a="http://schemas.openxmlformats.org/drawingml/2006/main" noGrp="1"/>
          </p:cNvSpPr>
          <p:nvPr>
            <p:ph type="body" idx="37" hasCustomPrompt="1"/>
          </p:nvPr>
        </p:nvSpPr>
        <p:spPr>
          <a:xfrm xmlns:a="http://schemas.openxmlformats.org/drawingml/2006/main">
            <a:off x="4797315"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0" name="Text Placeholder 21">
            <a:extLst xmlns:a="http://schemas.openxmlformats.org/drawingml/2006/main">
              <a:ext uri="{FF2B5EF4-FFF2-40B4-BE49-F238E27FC236}">
                <a16:creationId xmlns:a16="http://schemas.microsoft.com/office/drawing/2014/main" id="{B0D928C5-7B1B-4A74-A1EB-B0C408189CAC}"/>
              </a:ext>
            </a:extLst>
          </p:cNvPr>
          <p:cNvSpPr>
            <a:spLocks xmlns:a="http://schemas.openxmlformats.org/drawingml/2006/main" noGrp="1"/>
          </p:cNvSpPr>
          <p:nvPr>
            <p:ph type="body" idx="38" hasCustomPrompt="1"/>
          </p:nvPr>
        </p:nvSpPr>
        <p:spPr>
          <a:xfrm xmlns:a="http://schemas.openxmlformats.org/drawingml/2006/main">
            <a:off x="4797315"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31" name="Straight Connector 30">
            <a:extLst xmlns:a="http://schemas.openxmlformats.org/drawingml/2006/main">
              <a:ext uri="{FF2B5EF4-FFF2-40B4-BE49-F238E27FC236}">
                <a16:creationId xmlns:a16="http://schemas.microsoft.com/office/drawing/2014/main" id="{677B3CE8-B654-4D1B-A149-F91FCB4A2F2B}"/>
              </a:ext>
            </a:extLst>
          </p:cNvPr>
          <p:cNvSpPr>
            <a:spLocks xmlns:a="http://schemas.openxmlformats.org/drawingml/2006/main" noGrp="1"/>
          </p:cNvSpPr>
          <p:nvPr/>
        </p:nvSpPr>
        <p:spPr>
          <a:xfrm xmlns:a="http://schemas.openxmlformats.org/drawingml/2006/main">
            <a:off x="786301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2" name="Picture Placeholder 2">
            <a:extLst xmlns:a="http://schemas.openxmlformats.org/drawingml/2006/main">
              <a:ext uri="{FF2B5EF4-FFF2-40B4-BE49-F238E27FC236}">
                <a16:creationId xmlns:a16="http://schemas.microsoft.com/office/drawing/2014/main" id="{E9839675-3836-4943-9E7E-492470598773}"/>
              </a:ext>
            </a:extLst>
          </p:cNvPr>
          <p:cNvSpPr>
            <a:spLocks xmlns:a="http://schemas.openxmlformats.org/drawingml/2006/main" noGrp="1"/>
          </p:cNvSpPr>
          <p:nvPr>
            <p:ph type="pic" idx="39" hasCustomPrompt="1"/>
          </p:nvPr>
        </p:nvSpPr>
        <p:spPr>
          <a:xfrm xmlns:a="http://schemas.openxmlformats.org/drawingml/2006/main">
            <a:off x="8616787" y="192880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3" name="Text Placeholder 21">
            <a:extLst xmlns:a="http://schemas.openxmlformats.org/drawingml/2006/main">
              <a:ext uri="{FF2B5EF4-FFF2-40B4-BE49-F238E27FC236}">
                <a16:creationId xmlns:a16="http://schemas.microsoft.com/office/drawing/2014/main" id="{987833E9-276C-4353-BF31-4FC33134EEAE}"/>
              </a:ext>
            </a:extLst>
          </p:cNvPr>
          <p:cNvSpPr>
            <a:spLocks xmlns:a="http://schemas.openxmlformats.org/drawingml/2006/main" noGrp="1"/>
          </p:cNvSpPr>
          <p:nvPr>
            <p:ph type="body" idx="40" hasCustomPrompt="1"/>
          </p:nvPr>
        </p:nvSpPr>
        <p:spPr>
          <a:xfrm xmlns:a="http://schemas.openxmlformats.org/drawingml/2006/main">
            <a:off x="8648346"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4" name="Text Placeholder 21">
            <a:extLst xmlns:a="http://schemas.openxmlformats.org/drawingml/2006/main">
              <a:ext uri="{FF2B5EF4-FFF2-40B4-BE49-F238E27FC236}">
                <a16:creationId xmlns:a16="http://schemas.microsoft.com/office/drawing/2014/main" id="{4565DAAC-922E-4C75-A762-C6B54070F7DC}"/>
              </a:ext>
            </a:extLst>
          </p:cNvPr>
          <p:cNvSpPr>
            <a:spLocks xmlns:a="http://schemas.openxmlformats.org/drawingml/2006/main" noGrp="1"/>
          </p:cNvSpPr>
          <p:nvPr>
            <p:ph type="body" idx="41" hasCustomPrompt="1"/>
          </p:nvPr>
        </p:nvSpPr>
        <p:spPr>
          <a:xfrm xmlns:a="http://schemas.openxmlformats.org/drawingml/2006/main">
            <a:off x="8648346"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in.</a:t>
            </a:r>
          </a:p>
        </p:txBody>
      </p:sp>
      <p:sp>
        <p:nvSpPr>
          <p:cNvPr id="11" name="Slide Number Placeholder 10">
            <a:extLst xmlns:a="http://schemas.openxmlformats.org/drawingml/2006/main">
              <a:ext uri="{FF2B5EF4-FFF2-40B4-BE49-F238E27FC236}">
                <a16:creationId xmlns:a16="http://schemas.microsoft.com/office/drawing/2014/main" id="{B35F74D1-A7D7-71F7-1C83-85B91CC54A17}"/>
              </a:ext>
            </a:extLst>
          </p:cNvPr>
          <p:cNvSpPr>
            <a:spLocks xmlns:a="http://schemas.openxmlformats.org/drawingml/2006/main" noGrp="1"/>
          </p:cNvSpPr>
          <p:nvPr>
            <p:ph type="sldNum" idx="4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10" name="Footer Placeholder 9">
            <a:extLst xmlns:a="http://schemas.openxmlformats.org/drawingml/2006/main">
              <a:ext uri="{FF2B5EF4-FFF2-40B4-BE49-F238E27FC236}">
                <a16:creationId xmlns:a16="http://schemas.microsoft.com/office/drawing/2014/main" id="{AB744A76-3388-A794-015D-56031177D79D}"/>
              </a:ext>
            </a:extLst>
          </p:cNvPr>
          <p:cNvSpPr>
            <a:spLocks xmlns:a="http://schemas.openxmlformats.org/drawingml/2006/main" noGrp="1"/>
          </p:cNvSpPr>
          <p:nvPr>
            <p:ph type="ftr" idx="4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Date Placeholder 8">
            <a:extLst xmlns:a="http://schemas.openxmlformats.org/drawingml/2006/main">
              <a:ext uri="{FF2B5EF4-FFF2-40B4-BE49-F238E27FC236}">
                <a16:creationId xmlns:a16="http://schemas.microsoft.com/office/drawing/2014/main" id="{064EFACD-32BB-A724-F5A6-DF8C6A5C3279}"/>
              </a:ext>
            </a:extLst>
          </p:cNvPr>
          <p:cNvSpPr>
            <a:spLocks xmlns:a="http://schemas.openxmlformats.org/drawingml/2006/main" noGrp="1"/>
          </p:cNvSpPr>
          <p:nvPr>
            <p:ph type="dt" idx="4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85.xml><?xml version="1.0" encoding="utf-8"?>
<p:sldLayout xmlns:p="http://schemas.openxmlformats.org/presentationml/2006/main" preserve="1" userDrawn="1">
  <p:cSld name="Light - 4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4" name="Title 7">
            <a:extLst xmlns:a="http://schemas.openxmlformats.org/drawingml/2006/main">
              <a:ext uri="{FF2B5EF4-FFF2-40B4-BE49-F238E27FC236}">
                <a16:creationId xmlns:a16="http://schemas.microsoft.com/office/drawing/2014/main" id="{78F3D588-E944-9CCD-F934-4D109B5905DB}"/>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Icon 1">
            <a:extLst xmlns:a="http://schemas.openxmlformats.org/drawingml/2006/main">
              <a:ext uri="{FF2B5EF4-FFF2-40B4-BE49-F238E27FC236}">
                <a16:creationId xmlns:a16="http://schemas.microsoft.com/office/drawing/2014/main" id="{C4A0F212-7687-B242-8162-FFAC910A60EF}"/>
              </a:ext>
            </a:extLst>
          </p:cNvPr>
          <p:cNvSpPr>
            <a:spLocks xmlns:a="http://schemas.openxmlformats.org/drawingml/2006/main" noGrp="1"/>
          </p:cNvSpPr>
          <p:nvPr>
            <p:ph type="pic" idx="26" hasCustomPrompt="1"/>
          </p:nvPr>
        </p:nvSpPr>
        <p:spPr>
          <a:xfrm xmlns:a="http://schemas.openxmlformats.org/drawingml/2006/main">
            <a:off x="76199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4" name="Column 1 Header">
            <a:extLst xmlns:a="http://schemas.openxmlformats.org/drawingml/2006/main">
              <a:ext uri="{FF2B5EF4-FFF2-40B4-BE49-F238E27FC236}">
                <a16:creationId xmlns:a16="http://schemas.microsoft.com/office/drawing/2014/main" id="{920A2EEA-131E-DA4C-92C3-898A80B8B561}"/>
              </a:ext>
            </a:extLst>
          </p:cNvPr>
          <p:cNvSpPr>
            <a:spLocks xmlns:a="http://schemas.openxmlformats.org/drawingml/2006/main" noGrp="1"/>
          </p:cNvSpPr>
          <p:nvPr>
            <p:ph type="body" idx="25" hasCustomPrompt="1"/>
          </p:nvPr>
        </p:nvSpPr>
        <p:spPr>
          <a:xfrm xmlns:a="http://schemas.openxmlformats.org/drawingml/2006/main">
            <a:off x="761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1" name="Column 1 body">
            <a:extLst xmlns:a="http://schemas.openxmlformats.org/drawingml/2006/main">
              <a:ext uri="{FF2B5EF4-FFF2-40B4-BE49-F238E27FC236}">
                <a16:creationId xmlns:a16="http://schemas.microsoft.com/office/drawing/2014/main" id="{442F0FF9-B575-DD4A-AF68-999EE8B4FE0D}"/>
              </a:ext>
            </a:extLst>
          </p:cNvPr>
          <p:cNvSpPr>
            <a:spLocks xmlns:a="http://schemas.openxmlformats.org/drawingml/2006/main" noGrp="1"/>
          </p:cNvSpPr>
          <p:nvPr>
            <p:ph type="body" idx="24" hasCustomPrompt="1"/>
          </p:nvPr>
        </p:nvSpPr>
        <p:spPr>
          <a:xfrm xmlns:a="http://schemas.openxmlformats.org/drawingml/2006/main">
            <a:off x="761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5" name="Divider 1">
            <a:extLst xmlns:a="http://schemas.openxmlformats.org/drawingml/2006/main">
              <a:ext uri="{FF2B5EF4-FFF2-40B4-BE49-F238E27FC236}">
                <a16:creationId xmlns:a16="http://schemas.microsoft.com/office/drawing/2014/main" id="{7D4FA09F-4150-4F04-9963-9544FD2CB816}"/>
              </a:ext>
            </a:extLst>
          </p:cNvPr>
          <p:cNvSpPr>
            <a:spLocks xmlns:a="http://schemas.openxmlformats.org/drawingml/2006/main" noGrp="1"/>
          </p:cNvSpPr>
          <p:nvPr/>
        </p:nvSpPr>
        <p:spPr>
          <a:xfrm xmlns:a="http://schemas.openxmlformats.org/drawingml/2006/main">
            <a:off x="3215680"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7" name="Icon 2">
            <a:extLst xmlns:a="http://schemas.openxmlformats.org/drawingml/2006/main">
              <a:ext uri="{FF2B5EF4-FFF2-40B4-BE49-F238E27FC236}">
                <a16:creationId xmlns:a16="http://schemas.microsoft.com/office/drawing/2014/main" id="{452D8958-2BA3-E8C4-A349-9B8D38EFEEBE}"/>
              </a:ext>
            </a:extLst>
          </p:cNvPr>
          <p:cNvSpPr>
            <a:spLocks xmlns:a="http://schemas.openxmlformats.org/drawingml/2006/main" noGrp="1"/>
          </p:cNvSpPr>
          <p:nvPr>
            <p:ph type="pic" idx="42" hasCustomPrompt="1"/>
          </p:nvPr>
        </p:nvSpPr>
        <p:spPr>
          <a:xfrm xmlns:a="http://schemas.openxmlformats.org/drawingml/2006/main">
            <a:off x="3558551" y="1903856"/>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8" name="Column 2 header">
            <a:extLst xmlns:a="http://schemas.openxmlformats.org/drawingml/2006/main">
              <a:ext uri="{FF2B5EF4-FFF2-40B4-BE49-F238E27FC236}">
                <a16:creationId xmlns:a16="http://schemas.microsoft.com/office/drawing/2014/main" id="{F38723C6-3426-0DED-BB4F-97CEC3A55F6D}"/>
              </a:ext>
            </a:extLst>
          </p:cNvPr>
          <p:cNvSpPr>
            <a:spLocks xmlns:a="http://schemas.openxmlformats.org/drawingml/2006/main" noGrp="1"/>
          </p:cNvSpPr>
          <p:nvPr>
            <p:ph type="body" idx="43" hasCustomPrompt="1"/>
          </p:nvPr>
        </p:nvSpPr>
        <p:spPr>
          <a:xfrm xmlns:a="http://schemas.openxmlformats.org/drawingml/2006/main">
            <a:off x="3555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9" name="Column 2 body">
            <a:extLst xmlns:a="http://schemas.openxmlformats.org/drawingml/2006/main">
              <a:ext uri="{FF2B5EF4-FFF2-40B4-BE49-F238E27FC236}">
                <a16:creationId xmlns:a16="http://schemas.microsoft.com/office/drawing/2014/main" id="{C5BD3347-4E6D-B757-FB79-D3160FB48D01}"/>
              </a:ext>
            </a:extLst>
          </p:cNvPr>
          <p:cNvSpPr>
            <a:spLocks xmlns:a="http://schemas.openxmlformats.org/drawingml/2006/main" noGrp="1"/>
          </p:cNvSpPr>
          <p:nvPr>
            <p:ph type="body" idx="44" hasCustomPrompt="1"/>
          </p:nvPr>
        </p:nvSpPr>
        <p:spPr>
          <a:xfrm xmlns:a="http://schemas.openxmlformats.org/drawingml/2006/main">
            <a:off x="3555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8" name="Divider 2">
            <a:extLst xmlns:a="http://schemas.openxmlformats.org/drawingml/2006/main">
              <a:ext uri="{FF2B5EF4-FFF2-40B4-BE49-F238E27FC236}">
                <a16:creationId xmlns:a16="http://schemas.microsoft.com/office/drawing/2014/main" id="{92FFB443-2A8B-4559-A815-9A13326905CA}"/>
              </a:ext>
            </a:extLst>
          </p:cNvPr>
          <p:cNvSpPr>
            <a:spLocks xmlns:a="http://schemas.openxmlformats.org/drawingml/2006/main" noGrp="1"/>
          </p:cNvSpPr>
          <p:nvPr/>
        </p:nvSpPr>
        <p:spPr>
          <a:xfrm xmlns:a="http://schemas.openxmlformats.org/drawingml/2006/main">
            <a:off x="605999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0" name="Icon 3">
            <a:extLst xmlns:a="http://schemas.openxmlformats.org/drawingml/2006/main">
              <a:ext uri="{FF2B5EF4-FFF2-40B4-BE49-F238E27FC236}">
                <a16:creationId xmlns:a16="http://schemas.microsoft.com/office/drawing/2014/main" id="{0B8706A7-4339-AEA7-3538-6B11C9DE888F}"/>
              </a:ext>
            </a:extLst>
          </p:cNvPr>
          <p:cNvSpPr>
            <a:spLocks xmlns:a="http://schemas.openxmlformats.org/drawingml/2006/main" noGrp="1"/>
          </p:cNvSpPr>
          <p:nvPr>
            <p:ph type="pic" idx="45" hasCustomPrompt="1"/>
          </p:nvPr>
        </p:nvSpPr>
        <p:spPr>
          <a:xfrm xmlns:a="http://schemas.openxmlformats.org/drawingml/2006/main">
            <a:off x="6397301" y="1909175"/>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41" name="Column 3 header">
            <a:extLst xmlns:a="http://schemas.openxmlformats.org/drawingml/2006/main">
              <a:ext uri="{FF2B5EF4-FFF2-40B4-BE49-F238E27FC236}">
                <a16:creationId xmlns:a16="http://schemas.microsoft.com/office/drawing/2014/main" id="{7FFC3A72-CD29-1771-F4D6-1FE24E237316}"/>
              </a:ext>
            </a:extLst>
          </p:cNvPr>
          <p:cNvSpPr>
            <a:spLocks xmlns:a="http://schemas.openxmlformats.org/drawingml/2006/main" noGrp="1"/>
          </p:cNvSpPr>
          <p:nvPr>
            <p:ph type="body" idx="46" hasCustomPrompt="1"/>
          </p:nvPr>
        </p:nvSpPr>
        <p:spPr>
          <a:xfrm xmlns:a="http://schemas.openxmlformats.org/drawingml/2006/main">
            <a:off x="64007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42" name="Column 3 body">
            <a:extLst xmlns:a="http://schemas.openxmlformats.org/drawingml/2006/main">
              <a:ext uri="{FF2B5EF4-FFF2-40B4-BE49-F238E27FC236}">
                <a16:creationId xmlns:a16="http://schemas.microsoft.com/office/drawing/2014/main" id="{3BE75DAD-03B8-A35F-313E-9021E9625E97}"/>
              </a:ext>
            </a:extLst>
          </p:cNvPr>
          <p:cNvSpPr>
            <a:spLocks xmlns:a="http://schemas.openxmlformats.org/drawingml/2006/main" noGrp="1"/>
          </p:cNvSpPr>
          <p:nvPr>
            <p:ph type="body" idx="47" hasCustomPrompt="1"/>
          </p:nvPr>
        </p:nvSpPr>
        <p:spPr>
          <a:xfrm xmlns:a="http://schemas.openxmlformats.org/drawingml/2006/main">
            <a:off x="64007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6" name="Divider 3">
            <a:extLst xmlns:a="http://schemas.openxmlformats.org/drawingml/2006/main">
              <a:ext uri="{FF2B5EF4-FFF2-40B4-BE49-F238E27FC236}">
                <a16:creationId xmlns:a16="http://schemas.microsoft.com/office/drawing/2014/main" id="{637F32B3-D27E-4707-B5BB-A5BF3A2EDEC1}"/>
              </a:ext>
            </a:extLst>
          </p:cNvPr>
          <p:cNvSpPr>
            <a:spLocks xmlns:a="http://schemas.openxmlformats.org/drawingml/2006/main" noGrp="1"/>
          </p:cNvSpPr>
          <p:nvPr/>
        </p:nvSpPr>
        <p:spPr>
          <a:xfrm xmlns:a="http://schemas.openxmlformats.org/drawingml/2006/main">
            <a:off x="8904312"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3" name="Icon 4">
            <a:extLst xmlns:a="http://schemas.openxmlformats.org/drawingml/2006/main">
              <a:ext uri="{FF2B5EF4-FFF2-40B4-BE49-F238E27FC236}">
                <a16:creationId xmlns:a16="http://schemas.microsoft.com/office/drawing/2014/main" id="{A564445D-3622-F94F-5F5B-64E25C182894}"/>
              </a:ext>
            </a:extLst>
          </p:cNvPr>
          <p:cNvSpPr>
            <a:spLocks xmlns:a="http://schemas.openxmlformats.org/drawingml/2006/main" noGrp="1"/>
          </p:cNvSpPr>
          <p:nvPr>
            <p:ph type="pic" idx="48" hasCustomPrompt="1"/>
          </p:nvPr>
        </p:nvSpPr>
        <p:spPr>
          <a:xfrm xmlns:a="http://schemas.openxmlformats.org/drawingml/2006/main">
            <a:off x="923543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44" name="Column 4 header">
            <a:extLst xmlns:a="http://schemas.openxmlformats.org/drawingml/2006/main">
              <a:ext uri="{FF2B5EF4-FFF2-40B4-BE49-F238E27FC236}">
                <a16:creationId xmlns:a16="http://schemas.microsoft.com/office/drawing/2014/main" id="{D73D98F3-F032-F349-D6FF-9956A80B2C0C}"/>
              </a:ext>
            </a:extLst>
          </p:cNvPr>
          <p:cNvSpPr>
            <a:spLocks xmlns:a="http://schemas.openxmlformats.org/drawingml/2006/main" noGrp="1"/>
          </p:cNvSpPr>
          <p:nvPr>
            <p:ph type="body" idx="49" hasCustomPrompt="1"/>
          </p:nvPr>
        </p:nvSpPr>
        <p:spPr>
          <a:xfrm xmlns:a="http://schemas.openxmlformats.org/drawingml/2006/main">
            <a:off x="923543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45" name="Column 4 body">
            <a:extLst xmlns:a="http://schemas.openxmlformats.org/drawingml/2006/main">
              <a:ext uri="{FF2B5EF4-FFF2-40B4-BE49-F238E27FC236}">
                <a16:creationId xmlns:a16="http://schemas.microsoft.com/office/drawing/2014/main" id="{E7F065D2-DFCA-69F0-EFCE-5436B4BBA960}"/>
              </a:ext>
            </a:extLst>
          </p:cNvPr>
          <p:cNvSpPr>
            <a:spLocks xmlns:a="http://schemas.openxmlformats.org/drawingml/2006/main" noGrp="1"/>
          </p:cNvSpPr>
          <p:nvPr>
            <p:ph type="body" idx="50" hasCustomPrompt="1"/>
          </p:nvPr>
        </p:nvSpPr>
        <p:spPr>
          <a:xfrm xmlns:a="http://schemas.openxmlformats.org/drawingml/2006/main">
            <a:off x="923543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 name="Date Placeholder 1">
            <a:extLst xmlns:a="http://schemas.openxmlformats.org/drawingml/2006/main">
              <a:ext uri="{FF2B5EF4-FFF2-40B4-BE49-F238E27FC236}">
                <a16:creationId xmlns:a16="http://schemas.microsoft.com/office/drawing/2014/main" id="{1A69BF71-8068-C305-4B63-EF76F51F8DE2}"/>
              </a:ext>
            </a:extLst>
          </p:cNvPr>
          <p:cNvSpPr>
            <a:spLocks xmlns:a="http://schemas.openxmlformats.org/drawingml/2006/main" noGrp="1"/>
          </p:cNvSpPr>
          <p:nvPr>
            <p:ph type="dt" idx="51"/>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0A8743B9-DF16-837A-F82A-2265CBEDBC7B}"/>
              </a:ext>
            </a:extLst>
          </p:cNvPr>
          <p:cNvSpPr>
            <a:spLocks xmlns:a="http://schemas.openxmlformats.org/drawingml/2006/main" noGrp="1"/>
          </p:cNvSpPr>
          <p:nvPr>
            <p:ph type="ftr" idx="5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11AFCA87-796B-CCC7-2592-38989FCADFC9}"/>
              </a:ext>
            </a:extLst>
          </p:cNvPr>
          <p:cNvSpPr>
            <a:spLocks xmlns:a="http://schemas.openxmlformats.org/drawingml/2006/main" noGrp="1"/>
          </p:cNvSpPr>
          <p:nvPr>
            <p:ph type="sldNum" idx="5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6.xml><?xml version="1.0" encoding="utf-8"?>
<p:sldLayout xmlns:p="http://schemas.openxmlformats.org/presentationml/2006/main" preserve="1" userDrawn="1">
  <p:cSld name="Dark - 4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3" name="Title 7">
            <a:extLst xmlns:a="http://schemas.openxmlformats.org/drawingml/2006/main">
              <a:ext uri="{FF2B5EF4-FFF2-40B4-BE49-F238E27FC236}">
                <a16:creationId xmlns:a16="http://schemas.microsoft.com/office/drawing/2014/main" id="{D02FABB3-C5FA-6642-90DB-5692722BDC16}"/>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8" name="Icon 1">
            <a:extLst xmlns:a="http://schemas.openxmlformats.org/drawingml/2006/main">
              <a:ext uri="{FF2B5EF4-FFF2-40B4-BE49-F238E27FC236}">
                <a16:creationId xmlns:a16="http://schemas.microsoft.com/office/drawing/2014/main" id="{D7B5CD21-4DD7-F936-8109-65AA2FAAABD3}"/>
              </a:ext>
            </a:extLst>
          </p:cNvPr>
          <p:cNvSpPr>
            <a:spLocks xmlns:a="http://schemas.openxmlformats.org/drawingml/2006/main" noGrp="1"/>
          </p:cNvSpPr>
          <p:nvPr>
            <p:ph type="pic" idx="26" hasCustomPrompt="1"/>
          </p:nvPr>
        </p:nvSpPr>
        <p:spPr>
          <a:xfrm xmlns:a="http://schemas.openxmlformats.org/drawingml/2006/main">
            <a:off x="76199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9" name="Column 1 Header">
            <a:extLst xmlns:a="http://schemas.openxmlformats.org/drawingml/2006/main">
              <a:ext uri="{FF2B5EF4-FFF2-40B4-BE49-F238E27FC236}">
                <a16:creationId xmlns:a16="http://schemas.microsoft.com/office/drawing/2014/main" id="{10EEDB7A-9A85-DC86-94E9-0E2F22B43885}"/>
              </a:ext>
            </a:extLst>
          </p:cNvPr>
          <p:cNvSpPr>
            <a:spLocks xmlns:a="http://schemas.openxmlformats.org/drawingml/2006/main" noGrp="1"/>
          </p:cNvSpPr>
          <p:nvPr>
            <p:ph type="body" idx="25" hasCustomPrompt="1"/>
          </p:nvPr>
        </p:nvSpPr>
        <p:spPr>
          <a:xfrm xmlns:a="http://schemas.openxmlformats.org/drawingml/2006/main">
            <a:off x="761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1" name="Column 1 body">
            <a:extLst xmlns:a="http://schemas.openxmlformats.org/drawingml/2006/main">
              <a:ext uri="{FF2B5EF4-FFF2-40B4-BE49-F238E27FC236}">
                <a16:creationId xmlns:a16="http://schemas.microsoft.com/office/drawing/2014/main" id="{02016CD8-41CD-C86E-0617-6004BF4F7960}"/>
              </a:ext>
            </a:extLst>
          </p:cNvPr>
          <p:cNvSpPr>
            <a:spLocks xmlns:a="http://schemas.openxmlformats.org/drawingml/2006/main" noGrp="1"/>
          </p:cNvSpPr>
          <p:nvPr>
            <p:ph type="body" idx="24" hasCustomPrompt="1"/>
          </p:nvPr>
        </p:nvSpPr>
        <p:spPr>
          <a:xfrm xmlns:a="http://schemas.openxmlformats.org/drawingml/2006/main">
            <a:off x="761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2" name="Divider 1">
            <a:extLst xmlns:a="http://schemas.openxmlformats.org/drawingml/2006/main">
              <a:ext uri="{FF2B5EF4-FFF2-40B4-BE49-F238E27FC236}">
                <a16:creationId xmlns:a16="http://schemas.microsoft.com/office/drawing/2014/main" id="{A717B6E3-3465-4202-B478-5C7F81D118DB}"/>
              </a:ext>
            </a:extLst>
          </p:cNvPr>
          <p:cNvSpPr>
            <a:spLocks xmlns:a="http://schemas.openxmlformats.org/drawingml/2006/main" noGrp="1"/>
          </p:cNvSpPr>
          <p:nvPr/>
        </p:nvSpPr>
        <p:spPr>
          <a:xfrm xmlns:a="http://schemas.openxmlformats.org/drawingml/2006/main">
            <a:off x="3215680"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Icon 2">
            <a:extLst xmlns:a="http://schemas.openxmlformats.org/drawingml/2006/main">
              <a:ext uri="{FF2B5EF4-FFF2-40B4-BE49-F238E27FC236}">
                <a16:creationId xmlns:a16="http://schemas.microsoft.com/office/drawing/2014/main" id="{7A362649-C49E-B2E0-1EBB-6B4205DADC7B}"/>
              </a:ext>
            </a:extLst>
          </p:cNvPr>
          <p:cNvSpPr>
            <a:spLocks xmlns:a="http://schemas.openxmlformats.org/drawingml/2006/main" noGrp="1"/>
          </p:cNvSpPr>
          <p:nvPr>
            <p:ph type="pic" idx="42" hasCustomPrompt="1"/>
          </p:nvPr>
        </p:nvSpPr>
        <p:spPr>
          <a:xfrm xmlns:a="http://schemas.openxmlformats.org/drawingml/2006/main">
            <a:off x="3558551" y="1903856"/>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6" name="Column 2 header">
            <a:extLst xmlns:a="http://schemas.openxmlformats.org/drawingml/2006/main">
              <a:ext uri="{FF2B5EF4-FFF2-40B4-BE49-F238E27FC236}">
                <a16:creationId xmlns:a16="http://schemas.microsoft.com/office/drawing/2014/main" id="{11DD71F6-9080-E444-6D28-1CA7EAA2CCF5}"/>
              </a:ext>
            </a:extLst>
          </p:cNvPr>
          <p:cNvSpPr>
            <a:spLocks xmlns:a="http://schemas.openxmlformats.org/drawingml/2006/main" noGrp="1"/>
          </p:cNvSpPr>
          <p:nvPr>
            <p:ph type="body" idx="43" hasCustomPrompt="1"/>
          </p:nvPr>
        </p:nvSpPr>
        <p:spPr>
          <a:xfrm xmlns:a="http://schemas.openxmlformats.org/drawingml/2006/main">
            <a:off x="3555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7" name="Column 2 body">
            <a:extLst xmlns:a="http://schemas.openxmlformats.org/drawingml/2006/main">
              <a:ext uri="{FF2B5EF4-FFF2-40B4-BE49-F238E27FC236}">
                <a16:creationId xmlns:a16="http://schemas.microsoft.com/office/drawing/2014/main" id="{8C5083C1-91B0-590A-D3D4-4F47F054BC41}"/>
              </a:ext>
            </a:extLst>
          </p:cNvPr>
          <p:cNvSpPr>
            <a:spLocks xmlns:a="http://schemas.openxmlformats.org/drawingml/2006/main" noGrp="1"/>
          </p:cNvSpPr>
          <p:nvPr>
            <p:ph type="body" idx="44" hasCustomPrompt="1"/>
          </p:nvPr>
        </p:nvSpPr>
        <p:spPr>
          <a:xfrm xmlns:a="http://schemas.openxmlformats.org/drawingml/2006/main">
            <a:off x="3555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8" name="Divider 2">
            <a:extLst xmlns:a="http://schemas.openxmlformats.org/drawingml/2006/main">
              <a:ext uri="{FF2B5EF4-FFF2-40B4-BE49-F238E27FC236}">
                <a16:creationId xmlns:a16="http://schemas.microsoft.com/office/drawing/2014/main" id="{B51832DF-B68B-4532-A932-F4B912690EE5}"/>
              </a:ext>
            </a:extLst>
          </p:cNvPr>
          <p:cNvSpPr>
            <a:spLocks xmlns:a="http://schemas.openxmlformats.org/drawingml/2006/main" noGrp="1"/>
          </p:cNvSpPr>
          <p:nvPr/>
        </p:nvSpPr>
        <p:spPr>
          <a:xfrm xmlns:a="http://schemas.openxmlformats.org/drawingml/2006/main">
            <a:off x="605999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9" name="Icon 3">
            <a:extLst xmlns:a="http://schemas.openxmlformats.org/drawingml/2006/main">
              <a:ext uri="{FF2B5EF4-FFF2-40B4-BE49-F238E27FC236}">
                <a16:creationId xmlns:a16="http://schemas.microsoft.com/office/drawing/2014/main" id="{7EE9209C-55AF-784B-DB4D-42B6F5641729}"/>
              </a:ext>
            </a:extLst>
          </p:cNvPr>
          <p:cNvSpPr>
            <a:spLocks xmlns:a="http://schemas.openxmlformats.org/drawingml/2006/main" noGrp="1"/>
          </p:cNvSpPr>
          <p:nvPr>
            <p:ph type="pic" idx="45" hasCustomPrompt="1"/>
          </p:nvPr>
        </p:nvSpPr>
        <p:spPr>
          <a:xfrm xmlns:a="http://schemas.openxmlformats.org/drawingml/2006/main">
            <a:off x="6397301" y="1909175"/>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0" name="Column 3 header">
            <a:extLst xmlns:a="http://schemas.openxmlformats.org/drawingml/2006/main">
              <a:ext uri="{FF2B5EF4-FFF2-40B4-BE49-F238E27FC236}">
                <a16:creationId xmlns:a16="http://schemas.microsoft.com/office/drawing/2014/main" id="{CC2AE930-51E3-48D8-9C76-AD88C016BFFF}"/>
              </a:ext>
            </a:extLst>
          </p:cNvPr>
          <p:cNvSpPr>
            <a:spLocks xmlns:a="http://schemas.openxmlformats.org/drawingml/2006/main" noGrp="1"/>
          </p:cNvSpPr>
          <p:nvPr>
            <p:ph type="body" idx="46" hasCustomPrompt="1"/>
          </p:nvPr>
        </p:nvSpPr>
        <p:spPr>
          <a:xfrm xmlns:a="http://schemas.openxmlformats.org/drawingml/2006/main">
            <a:off x="64007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1" name="Column 3 body">
            <a:extLst xmlns:a="http://schemas.openxmlformats.org/drawingml/2006/main">
              <a:ext uri="{FF2B5EF4-FFF2-40B4-BE49-F238E27FC236}">
                <a16:creationId xmlns:a16="http://schemas.microsoft.com/office/drawing/2014/main" id="{625601CC-C6AD-511C-CE3E-73A412076FBC}"/>
              </a:ext>
            </a:extLst>
          </p:cNvPr>
          <p:cNvSpPr>
            <a:spLocks xmlns:a="http://schemas.openxmlformats.org/drawingml/2006/main" noGrp="1"/>
          </p:cNvSpPr>
          <p:nvPr>
            <p:ph type="body" idx="47" hasCustomPrompt="1"/>
          </p:nvPr>
        </p:nvSpPr>
        <p:spPr>
          <a:xfrm xmlns:a="http://schemas.openxmlformats.org/drawingml/2006/main">
            <a:off x="64007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32" name="Divider 3">
            <a:extLst xmlns:a="http://schemas.openxmlformats.org/drawingml/2006/main">
              <a:ext uri="{FF2B5EF4-FFF2-40B4-BE49-F238E27FC236}">
                <a16:creationId xmlns:a16="http://schemas.microsoft.com/office/drawing/2014/main" id="{C41884B1-49C4-46A6-8D59-341D48BB292C}"/>
              </a:ext>
            </a:extLst>
          </p:cNvPr>
          <p:cNvSpPr>
            <a:spLocks xmlns:a="http://schemas.openxmlformats.org/drawingml/2006/main" noGrp="1"/>
          </p:cNvSpPr>
          <p:nvPr/>
        </p:nvSpPr>
        <p:spPr>
          <a:xfrm xmlns:a="http://schemas.openxmlformats.org/drawingml/2006/main">
            <a:off x="8904312"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3" name="Icon 4">
            <a:extLst xmlns:a="http://schemas.openxmlformats.org/drawingml/2006/main">
              <a:ext uri="{FF2B5EF4-FFF2-40B4-BE49-F238E27FC236}">
                <a16:creationId xmlns:a16="http://schemas.microsoft.com/office/drawing/2014/main" id="{1D5109BD-DD12-1F75-C31F-D6C059B1A8E2}"/>
              </a:ext>
            </a:extLst>
          </p:cNvPr>
          <p:cNvSpPr>
            <a:spLocks xmlns:a="http://schemas.openxmlformats.org/drawingml/2006/main" noGrp="1"/>
          </p:cNvSpPr>
          <p:nvPr>
            <p:ph type="pic" idx="48" hasCustomPrompt="1"/>
          </p:nvPr>
        </p:nvSpPr>
        <p:spPr>
          <a:xfrm xmlns:a="http://schemas.openxmlformats.org/drawingml/2006/main">
            <a:off x="923543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4" name="Column 4 header">
            <a:extLst xmlns:a="http://schemas.openxmlformats.org/drawingml/2006/main">
              <a:ext uri="{FF2B5EF4-FFF2-40B4-BE49-F238E27FC236}">
                <a16:creationId xmlns:a16="http://schemas.microsoft.com/office/drawing/2014/main" id="{E473564E-FA78-F033-3F28-5FD25256A1FE}"/>
              </a:ext>
            </a:extLst>
          </p:cNvPr>
          <p:cNvSpPr>
            <a:spLocks xmlns:a="http://schemas.openxmlformats.org/drawingml/2006/main" noGrp="1"/>
          </p:cNvSpPr>
          <p:nvPr>
            <p:ph type="body" idx="49" hasCustomPrompt="1"/>
          </p:nvPr>
        </p:nvSpPr>
        <p:spPr>
          <a:xfrm xmlns:a="http://schemas.openxmlformats.org/drawingml/2006/main">
            <a:off x="923543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5" name="Column 4 body">
            <a:extLst xmlns:a="http://schemas.openxmlformats.org/drawingml/2006/main">
              <a:ext uri="{FF2B5EF4-FFF2-40B4-BE49-F238E27FC236}">
                <a16:creationId xmlns:a16="http://schemas.microsoft.com/office/drawing/2014/main" id="{BDE27B49-6B98-F470-0364-79D3D53A8652}"/>
              </a:ext>
            </a:extLst>
          </p:cNvPr>
          <p:cNvSpPr>
            <a:spLocks xmlns:a="http://schemas.openxmlformats.org/drawingml/2006/main" noGrp="1"/>
          </p:cNvSpPr>
          <p:nvPr>
            <p:ph type="body" idx="50" hasCustomPrompt="1"/>
          </p:nvPr>
        </p:nvSpPr>
        <p:spPr>
          <a:xfrm xmlns:a="http://schemas.openxmlformats.org/drawingml/2006/main">
            <a:off x="923543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5" name="Date Placeholder 4">
            <a:extLst xmlns:a="http://schemas.openxmlformats.org/drawingml/2006/main">
              <a:ext uri="{FF2B5EF4-FFF2-40B4-BE49-F238E27FC236}">
                <a16:creationId xmlns:a16="http://schemas.microsoft.com/office/drawing/2014/main" id="{28EF21DE-CB29-8C2B-EAAD-1B2015C22860}"/>
              </a:ext>
            </a:extLst>
          </p:cNvPr>
          <p:cNvSpPr>
            <a:spLocks xmlns:a="http://schemas.openxmlformats.org/drawingml/2006/main" noGrp="1"/>
          </p:cNvSpPr>
          <p:nvPr>
            <p:ph type="dt" idx="51"/>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C8EF4494-1E3B-DAB6-3CF2-C94C5E174823}"/>
              </a:ext>
            </a:extLst>
          </p:cNvPr>
          <p:cNvSpPr>
            <a:spLocks xmlns:a="http://schemas.openxmlformats.org/drawingml/2006/main" noGrp="1"/>
          </p:cNvSpPr>
          <p:nvPr>
            <p:ph type="ftr" idx="5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93CBF38A-7902-B108-066C-AF22413DD4F6}"/>
              </a:ext>
            </a:extLst>
          </p:cNvPr>
          <p:cNvSpPr>
            <a:spLocks xmlns:a="http://schemas.openxmlformats.org/drawingml/2006/main" noGrp="1"/>
          </p:cNvSpPr>
          <p:nvPr>
            <p:ph type="sldNum" idx="5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7.xml><?xml version="1.0" encoding="utf-8"?>
<p:sldLayout xmlns:p="http://schemas.openxmlformats.org/presentationml/2006/main" preserve="1" userDrawn="1">
  <p:cSld name="Dark - Blank">
    <p:bg>
      <p:bgRef idx="1001">
        <a:schemeClr xmlns:a="http://schemas.openxmlformats.org/drawingml/2006/main" val="bg2"/>
      </p:bgRef>
    </p:bg>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EF1BB944-DF5D-C2A8-1520-CD298FC1A6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531F8B96-16F8-F77E-9ED1-480F8881035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E605D2A2-0476-4A69-7D8D-ED9E43EC162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8.xml><?xml version="1.0" encoding="utf-8"?>
<p:sldLayout xmlns:p="http://schemas.openxmlformats.org/presentationml/2006/main" preserve="1" userDrawn="1">
  <p:cSld name="Light - Blank">
    <p:bg>
      <p:bgRef idx="1001">
        <a:schemeClr xmlns:a="http://schemas.openxmlformats.org/drawingml/2006/main" val="bg2"/>
      </p:bgRef>
    </p:bg>
    <p:spTree>
      <p:nvGrpSpPr>
        <p:cNvPr id="1" name=""/>
        <p:cNvGrpSpPr/>
        <p:nvPr/>
      </p:nvGrpSpPr>
      <p:grpSpPr>
        <a:xfrm xmlns:a="http://schemas.openxmlformats.org/drawingml/2006/main"/>
      </p:grpSpPr>
      <p:sp>
        <p:nvSpPr>
          <p:cNvPr id="8" name="Date Placeholder 7">
            <a:extLst xmlns:a="http://schemas.openxmlformats.org/drawingml/2006/main">
              <a:ext uri="{FF2B5EF4-FFF2-40B4-BE49-F238E27FC236}">
                <a16:creationId xmlns:a16="http://schemas.microsoft.com/office/drawing/2014/main" id="{D69C2D63-8B76-8C5E-04C4-5095B77ED99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B29095CA-A22E-945B-626D-3E91B4688E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DF313FC2-57B7-37B5-5DA7-1A4A07AF4A2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9.xml><?xml version="1.0" encoding="utf-8"?>
<p:sldLayout xmlns:p="http://schemas.openxmlformats.org/presentationml/2006/main" preserve="1" userDrawn="1">
  <p:cSld name="Dark - Split content with line">
    <p:bg>
      <p:bgRef idx="1001">
        <a:schemeClr xmlns:a="http://schemas.openxmlformats.org/drawingml/2006/main" val="bg2"/>
      </p:bgRef>
    </p:bg>
    <p:spTree>
      <p:nvGrpSpPr>
        <p:cNvPr id="1" name=""/>
        <p:cNvGrpSpPr/>
        <p:nvPr/>
      </p:nvGrpSpPr>
      <p:grpSpPr>
        <a:xfrm xmlns:a="http://schemas.openxmlformats.org/drawingml/2006/main"/>
      </p:grpSpPr>
      <p:sp>
        <p:nvSpPr>
          <p:cNvPr id="3" name="Title 12">
            <a:extLst xmlns:a="http://schemas.openxmlformats.org/drawingml/2006/main">
              <a:ext uri="{FF2B5EF4-FFF2-40B4-BE49-F238E27FC236}">
                <a16:creationId xmlns:a16="http://schemas.microsoft.com/office/drawing/2014/main" id="{6B0DF820-DA27-4A53-F431-314E40C10345}"/>
              </a:ext>
            </a:extLst>
          </p:cNvPr>
          <p:cNvSpPr>
            <a:spLocks xmlns:a="http://schemas.openxmlformats.org/drawingml/2006/main" noGrp="1"/>
          </p:cNvSpPr>
          <p:nvPr>
            <p:ph type="title" idx="0" hasCustomPrompt="1"/>
          </p:nvPr>
        </p:nvSpPr>
        <p:spPr>
          <a:xfrm xmlns:a="http://schemas.openxmlformats.org/drawingml/2006/main">
            <a:off x="768875" y="3017520"/>
            <a:ext cx="3132585" cy="822960"/>
          </a:xfrm>
        </p:spPr>
        <p:txBody>
          <a:bodyPr xmlns:a="http://schemas.openxmlformats.org/drawingml/2006/main" anchor="ctr"/>
          <a:lstStyle xmlns:a="http://schemas.openxmlformats.org/drawingml/2006/main">
            <a:lvl1pPr>
              <a:lnSpc>
                <a:spcPct val="100000"/>
              </a:lnSpc>
              <a:buNone/>
              <a:defRPr sz="3200" b="1" i="0">
                <a:latin typeface="Oracle Sans Tab"/>
                <a:ea typeface="Oracle Sans Tab"/>
                <a:cs typeface="Oracle Sans Tab"/>
              </a:defRPr>
            </a:lvl1pPr>
          </a:lstStyle>
          <a:p xmlns:a="http://schemas.openxmlformats.org/drawingml/2006/main">
            <a:r>
              <a:t>Title</a:t>
            </a:r>
          </a:p>
        </p:txBody>
      </p:sp>
      <p:sp>
        <p:nvSpPr>
          <p:cNvPr id="5" name="Subtitle">
            <a:extLst xmlns:a="http://schemas.openxmlformats.org/drawingml/2006/main">
              <a:ext uri="{FF2B5EF4-FFF2-40B4-BE49-F238E27FC236}">
                <a16:creationId xmlns:a16="http://schemas.microsoft.com/office/drawing/2014/main" id="{72D292EF-93B3-0F2E-7BED-9B5FDD1F1B94}"/>
              </a:ext>
            </a:extLst>
          </p:cNvPr>
          <p:cNvSpPr>
            <a:spLocks xmlns:a="http://schemas.openxmlformats.org/drawingml/2006/main" noGrp="1"/>
          </p:cNvSpPr>
          <p:nvPr>
            <p:ph type="body" idx="11" hasCustomPrompt="1"/>
          </p:nvPr>
        </p:nvSpPr>
        <p:spPr>
          <a:xfrm xmlns:a="http://schemas.openxmlformats.org/drawingml/2006/main">
            <a:off x="4708865" y="2630927"/>
            <a:ext cx="6728946" cy="1596145"/>
          </a:xfrm>
          <a:prstGeom xmlns:a="http://schemas.openxmlformats.org/drawingml/2006/main" prst="rect">
            <a:avLst/>
          </a:prstGeom>
        </p:spPr>
        <p:txBody>
          <a:bodyPr xmlns:a="http://schemas.openxmlformats.org/drawingml/2006/main" lIns="0" anchor="ctr">
            <a:noAutofit/>
          </a:bodyPr>
          <a:lstStyle xmlns:a="http://schemas.openxmlformats.org/drawingml/2006/main">
            <a:lvl1pPr marL="0" indent="0">
              <a:lnSpc>
                <a:spcPct val="100000"/>
              </a:lnSpc>
              <a:spcAft>
                <a:spcPts val="0"/>
              </a:spcAft>
              <a:buNone/>
              <a:defRPr sz="2400" b="0" i="0">
                <a:latin typeface="Oracle Sans Tab"/>
                <a:ea typeface="Oracle Sans Tab"/>
                <a:cs typeface="Oracle Sans Tab"/>
              </a:defRPr>
            </a:lvl1pPr>
          </a:lstStyle>
          <a:p xmlns:a="http://schemas.openxmlformats.org/drawingml/2006/main">
            <a:pPr>
              <a:buNone/>
            </a:pPr>
            <a:r>
              <a:t>Subtitle</a:t>
            </a:r>
          </a:p>
        </p:txBody>
      </p:sp>
      <p:sp>
        <p:nvSpPr>
          <p:cNvPr id="9" name="Straight Connector 8">
            <a:extLst xmlns:a="http://schemas.openxmlformats.org/drawingml/2006/main">
              <a:ext uri="{FF2B5EF4-FFF2-40B4-BE49-F238E27FC236}">
                <a16:creationId xmlns:a16="http://schemas.microsoft.com/office/drawing/2014/main" id="{7EAC1802-B1B3-4188-8A5E-51A89FE7E24D}"/>
              </a:ext>
            </a:extLst>
          </p:cNvPr>
          <p:cNvSpPr>
            <a:spLocks xmlns:a="http://schemas.openxmlformats.org/drawingml/2006/main" noGrp="1"/>
          </p:cNvSpPr>
          <p:nvPr/>
        </p:nvSpPr>
        <p:spPr>
          <a:xfrm xmlns:a="http://schemas.openxmlformats.org/drawingml/2006/main">
            <a:off x="4076567" y="1600210"/>
            <a:ext cx="0" cy="3657580"/>
          </a:xfrm>
          <a:prstGeom xmlns:a="http://schemas.openxmlformats.org/drawingml/2006/main" prst="line">
            <a:avLst/>
          </a:prstGeom>
          <a:ln xmlns:a="http://schemas.openxmlformats.org/drawingml/2006/main" w="12700">
            <a:solidFill>
              <a:srgbClr val="8B858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 name="Date Placeholder 3">
            <a:extLst xmlns:a="http://schemas.openxmlformats.org/drawingml/2006/main">
              <a:ext uri="{FF2B5EF4-FFF2-40B4-BE49-F238E27FC236}">
                <a16:creationId xmlns:a16="http://schemas.microsoft.com/office/drawing/2014/main" id="{42EA9C13-5D0F-4DC2-1D2E-CA43604F9020}"/>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CE04F2EE-785B-7706-BD3B-03704C48F8F1}"/>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C02053F7-3C90-7631-D1FF-B94A813D6D1E}"/>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0.xml><?xml version="1.0" encoding="utf-8"?>
<p:sldLayout xmlns:p="http://schemas.openxmlformats.org/presentationml/2006/main" preserve="1" userDrawn="1">
  <p:cSld name="Light - Split content with line">
    <p:bg>
      <p:bgRef idx="1001">
        <a:schemeClr xmlns:a="http://schemas.openxmlformats.org/drawingml/2006/main" val="bg2"/>
      </p:bgRef>
    </p:bg>
    <p:spTree>
      <p:nvGrpSpPr>
        <p:cNvPr id="1" name=""/>
        <p:cNvGrpSpPr/>
        <p:nvPr/>
      </p:nvGrpSpPr>
      <p:grpSpPr>
        <a:xfrm xmlns:a="http://schemas.openxmlformats.org/drawingml/2006/main"/>
      </p:grpSpPr>
      <p:sp>
        <p:nvSpPr>
          <p:cNvPr id="9" name="Title 12">
            <a:extLst xmlns:a="http://schemas.openxmlformats.org/drawingml/2006/main">
              <a:ext uri="{FF2B5EF4-FFF2-40B4-BE49-F238E27FC236}">
                <a16:creationId xmlns:a16="http://schemas.microsoft.com/office/drawing/2014/main" id="{C2D0AE67-1167-2B52-146F-5E0AA0D86441}"/>
              </a:ext>
            </a:extLst>
          </p:cNvPr>
          <p:cNvSpPr>
            <a:spLocks xmlns:a="http://schemas.openxmlformats.org/drawingml/2006/main" noGrp="1"/>
          </p:cNvSpPr>
          <p:nvPr>
            <p:ph type="title" idx="0" hasCustomPrompt="1"/>
          </p:nvPr>
        </p:nvSpPr>
        <p:spPr>
          <a:xfrm xmlns:a="http://schemas.openxmlformats.org/drawingml/2006/main">
            <a:off x="768875" y="3017520"/>
            <a:ext cx="3132585" cy="822960"/>
          </a:xfrm>
        </p:spPr>
        <p:txBody>
          <a:bodyPr xmlns:a="http://schemas.openxmlformats.org/drawingml/2006/main" anchor="ctr"/>
          <a:lstStyle xmlns:a="http://schemas.openxmlformats.org/drawingml/2006/main">
            <a:lvl1pPr>
              <a:lnSpc>
                <a:spcPct val="100000"/>
              </a:lnSpc>
              <a:buNone/>
              <a:defRPr sz="3200" b="1" i="0">
                <a:latin typeface="Oracle Sans Tab"/>
                <a:ea typeface="Oracle Sans Tab"/>
                <a:cs typeface="Oracle Sans Tab"/>
              </a:defRPr>
            </a:lvl1pPr>
          </a:lstStyle>
          <a:p xmlns:a="http://schemas.openxmlformats.org/drawingml/2006/main">
            <a:r>
              <a:t>Title</a:t>
            </a:r>
          </a:p>
        </p:txBody>
      </p:sp>
      <p:sp>
        <p:nvSpPr>
          <p:cNvPr id="8" name="Subtitle">
            <a:extLst xmlns:a="http://schemas.openxmlformats.org/drawingml/2006/main">
              <a:ext uri="{FF2B5EF4-FFF2-40B4-BE49-F238E27FC236}">
                <a16:creationId xmlns:a16="http://schemas.microsoft.com/office/drawing/2014/main" id="{C8ADFC4F-C961-366D-5252-9B4CC4102CB3}"/>
              </a:ext>
            </a:extLst>
          </p:cNvPr>
          <p:cNvSpPr>
            <a:spLocks xmlns:a="http://schemas.openxmlformats.org/drawingml/2006/main" noGrp="1"/>
          </p:cNvSpPr>
          <p:nvPr>
            <p:ph type="body" idx="11" hasCustomPrompt="1"/>
          </p:nvPr>
        </p:nvSpPr>
        <p:spPr>
          <a:xfrm xmlns:a="http://schemas.openxmlformats.org/drawingml/2006/main">
            <a:off x="4708865" y="2630927"/>
            <a:ext cx="6728946" cy="1596145"/>
          </a:xfrm>
          <a:prstGeom xmlns:a="http://schemas.openxmlformats.org/drawingml/2006/main" prst="rect">
            <a:avLst/>
          </a:prstGeom>
        </p:spPr>
        <p:txBody>
          <a:bodyPr xmlns:a="http://schemas.openxmlformats.org/drawingml/2006/main" lIns="0" anchor="ctr">
            <a:noAutofit/>
          </a:bodyPr>
          <a:lstStyle xmlns:a="http://schemas.openxmlformats.org/drawingml/2006/main">
            <a:lvl1pPr marL="0" indent="0">
              <a:lnSpc>
                <a:spcPct val="100000"/>
              </a:lnSpc>
              <a:spcAft>
                <a:spcPts val="0"/>
              </a:spcAft>
              <a:buNone/>
              <a:defRPr sz="2400" b="0" i="0">
                <a:latin typeface="Oracle Sans Tab"/>
                <a:ea typeface="Oracle Sans Tab"/>
                <a:cs typeface="Oracle Sans Tab"/>
              </a:defRPr>
            </a:lvl1pPr>
          </a:lstStyle>
          <a:p xmlns:a="http://schemas.openxmlformats.org/drawingml/2006/main">
            <a:pPr>
              <a:buNone/>
            </a:pPr>
            <a:r>
              <a:t>Subtitle</a:t>
            </a:r>
          </a:p>
        </p:txBody>
      </p:sp>
      <p:sp>
        <p:nvSpPr>
          <p:cNvPr id="4" name="Straight Connector 3">
            <a:extLst xmlns:a="http://schemas.openxmlformats.org/drawingml/2006/main">
              <a:ext uri="{FF2B5EF4-FFF2-40B4-BE49-F238E27FC236}">
                <a16:creationId xmlns:a16="http://schemas.microsoft.com/office/drawing/2014/main" id="{EC11F8B8-0506-4FE0-8E52-F0681A846B0A}"/>
              </a:ext>
            </a:extLst>
          </p:cNvPr>
          <p:cNvSpPr>
            <a:spLocks xmlns:a="http://schemas.openxmlformats.org/drawingml/2006/main" noGrp="1"/>
          </p:cNvSpPr>
          <p:nvPr/>
        </p:nvSpPr>
        <p:spPr>
          <a:xfrm xmlns:a="http://schemas.openxmlformats.org/drawingml/2006/main">
            <a:off x="4076567" y="1600210"/>
            <a:ext cx="0" cy="3657580"/>
          </a:xfrm>
          <a:prstGeom xmlns:a="http://schemas.openxmlformats.org/drawingml/2006/main" prst="line">
            <a:avLst/>
          </a:prstGeom>
          <a:ln xmlns:a="http://schemas.openxmlformats.org/drawingml/2006/main" w="19050">
            <a:solidFill>
              <a:srgbClr val="8B858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1" name="Date Placeholder 10">
            <a:extLst xmlns:a="http://schemas.openxmlformats.org/drawingml/2006/main">
              <a:ext uri="{FF2B5EF4-FFF2-40B4-BE49-F238E27FC236}">
                <a16:creationId xmlns:a16="http://schemas.microsoft.com/office/drawing/2014/main" id="{CD336210-9EAC-569D-52B3-0D2572F1BEB3}"/>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D8D7B047-34FC-AB0A-5362-BD6A632A3493}"/>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7AB0EE62-B6BF-2A12-06E1-7756802A0219}"/>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1.xml><?xml version="1.0" encoding="utf-8"?>
<p:sldLayout xmlns:p="http://schemas.openxmlformats.org/presentationml/2006/main" preserve="1" userDrawn="1">
  <p:cSld name="Photo Collage + Content Dark">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AE9CD95A-1265-2999-4C85-664DC8CE8978}"/>
              </a:ext>
            </a:extLst>
          </p:cNvPr>
          <p:cNvSpPr>
            <a:spLocks xmlns:a="http://schemas.openxmlformats.org/drawingml/2006/main" noGrp="1"/>
          </p:cNvSpPr>
          <p:nvPr>
            <p:ph type="title" idx="0" hasCustomPrompt="1"/>
          </p:nvPr>
        </p:nvSpPr>
        <p:spPr>
          <a:xfrm xmlns:a="http://schemas.openxmlformats.org/drawingml/2006/main">
            <a:off x="768875" y="182403"/>
            <a:ext cx="496136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Text Placeholder 2">
            <a:extLst xmlns:a="http://schemas.openxmlformats.org/drawingml/2006/main">
              <a:ext uri="{FF2B5EF4-FFF2-40B4-BE49-F238E27FC236}">
                <a16:creationId xmlns:a16="http://schemas.microsoft.com/office/drawing/2014/main" id="{A12F5E0A-F774-0941-0246-D4704DBA0B25}"/>
              </a:ext>
            </a:extLst>
          </p:cNvPr>
          <p:cNvSpPr>
            <a:spLocks xmlns:a="http://schemas.openxmlformats.org/drawingml/2006/main" noGrp="1"/>
          </p:cNvSpPr>
          <p:nvPr>
            <p:ph type="body" idx="29"/>
          </p:nvPr>
        </p:nvSpPr>
        <p:spPr>
          <a:xfrm xmlns:a="http://schemas.openxmlformats.org/drawingml/2006/main">
            <a:off x="792537" y="1751671"/>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10" name="Text Placeholder 2">
            <a:extLst xmlns:a="http://schemas.openxmlformats.org/drawingml/2006/main">
              <a:ext uri="{FF2B5EF4-FFF2-40B4-BE49-F238E27FC236}">
                <a16:creationId xmlns:a16="http://schemas.microsoft.com/office/drawing/2014/main" id="{FB6C8AB0-7757-DF1D-9CCE-4510B7276134}"/>
              </a:ext>
            </a:extLst>
          </p:cNvPr>
          <p:cNvSpPr>
            <a:spLocks xmlns:a="http://schemas.openxmlformats.org/drawingml/2006/main" noGrp="1"/>
          </p:cNvSpPr>
          <p:nvPr>
            <p:ph type="body" idx="38"/>
          </p:nvPr>
        </p:nvSpPr>
        <p:spPr>
          <a:xfrm xmlns:a="http://schemas.openxmlformats.org/drawingml/2006/main">
            <a:off x="792537" y="3378765"/>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8" name="Text Placeholder 2">
            <a:extLst xmlns:a="http://schemas.openxmlformats.org/drawingml/2006/main">
              <a:ext uri="{FF2B5EF4-FFF2-40B4-BE49-F238E27FC236}">
                <a16:creationId xmlns:a16="http://schemas.microsoft.com/office/drawing/2014/main" id="{5EF42849-DE58-A637-B663-CB6753E7BB76}"/>
              </a:ext>
            </a:extLst>
          </p:cNvPr>
          <p:cNvSpPr>
            <a:spLocks xmlns:a="http://schemas.openxmlformats.org/drawingml/2006/main" noGrp="1"/>
          </p:cNvSpPr>
          <p:nvPr>
            <p:ph type="body" idx="37"/>
          </p:nvPr>
        </p:nvSpPr>
        <p:spPr>
          <a:xfrm xmlns:a="http://schemas.openxmlformats.org/drawingml/2006/main">
            <a:off x="792537" y="5005861"/>
            <a:ext cx="4899101" cy="1128240"/>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20" name="Picture Placeholder 17">
            <a:extLst xmlns:a="http://schemas.openxmlformats.org/drawingml/2006/main">
              <a:ext uri="{FF2B5EF4-FFF2-40B4-BE49-F238E27FC236}">
                <a16:creationId xmlns:a16="http://schemas.microsoft.com/office/drawing/2014/main" id="{445E1E13-5767-FE9A-C855-C6FD3055FC6A}"/>
              </a:ext>
            </a:extLst>
          </p:cNvPr>
          <p:cNvSpPr>
            <a:spLocks xmlns:a="http://schemas.openxmlformats.org/drawingml/2006/main" noGrp="1"/>
          </p:cNvSpPr>
          <p:nvPr>
            <p:ph type="pic" idx="36" hasCustomPrompt="1"/>
          </p:nvPr>
        </p:nvSpPr>
        <p:spPr>
          <a:xfrm xmlns:a="http://schemas.openxmlformats.org/drawingml/2006/main">
            <a:off x="6095603" y="5457103"/>
            <a:ext cx="2885888" cy="1400897"/>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9" name="Picture Placeholder 17">
            <a:extLst xmlns:a="http://schemas.openxmlformats.org/drawingml/2006/main">
              <a:ext uri="{FF2B5EF4-FFF2-40B4-BE49-F238E27FC236}">
                <a16:creationId xmlns:a16="http://schemas.microsoft.com/office/drawing/2014/main" id="{128E96FD-9D3F-692F-EB8E-C1CA80E5D55D}"/>
              </a:ext>
            </a:extLst>
          </p:cNvPr>
          <p:cNvSpPr>
            <a:spLocks xmlns:a="http://schemas.openxmlformats.org/drawingml/2006/main" noGrp="1"/>
          </p:cNvSpPr>
          <p:nvPr>
            <p:ph type="pic" idx="35" hasCustomPrompt="1"/>
          </p:nvPr>
        </p:nvSpPr>
        <p:spPr>
          <a:xfrm xmlns:a="http://schemas.openxmlformats.org/drawingml/2006/main">
            <a:off x="6095603" y="2726373"/>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8" name="Picture Placeholder 17">
            <a:extLst xmlns:a="http://schemas.openxmlformats.org/drawingml/2006/main">
              <a:ext uri="{FF2B5EF4-FFF2-40B4-BE49-F238E27FC236}">
                <a16:creationId xmlns:a16="http://schemas.microsoft.com/office/drawing/2014/main" id="{17CD157F-D3C9-1E3B-56AC-86F51CBDA2C5}"/>
              </a:ext>
            </a:extLst>
          </p:cNvPr>
          <p:cNvSpPr>
            <a:spLocks xmlns:a="http://schemas.openxmlformats.org/drawingml/2006/main" noGrp="1"/>
          </p:cNvSpPr>
          <p:nvPr>
            <p:ph type="pic" idx="34" hasCustomPrompt="1"/>
          </p:nvPr>
        </p:nvSpPr>
        <p:spPr>
          <a:xfrm xmlns:a="http://schemas.openxmlformats.org/drawingml/2006/main">
            <a:off x="6095603" y="-1"/>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1" name="Picture Placeholder 10">
            <a:extLst xmlns:a="http://schemas.openxmlformats.org/drawingml/2006/main">
              <a:ext uri="{FF2B5EF4-FFF2-40B4-BE49-F238E27FC236}">
                <a16:creationId xmlns:a16="http://schemas.microsoft.com/office/drawing/2014/main" id="{D9A0A2C7-B129-2C84-4EC5-9BE7DAA226FD}"/>
              </a:ext>
            </a:extLst>
          </p:cNvPr>
          <p:cNvSpPr>
            <a:spLocks xmlns:a="http://schemas.openxmlformats.org/drawingml/2006/main" noGrp="1"/>
          </p:cNvSpPr>
          <p:nvPr>
            <p:ph type="pic" idx="33" hasCustomPrompt="1"/>
          </p:nvPr>
        </p:nvSpPr>
        <p:spPr>
          <a:xfrm xmlns:a="http://schemas.openxmlformats.org/drawingml/2006/main">
            <a:off x="9049339" y="4122738"/>
            <a:ext cx="3142661" cy="27352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9" name="Picture Placeholder 8">
            <a:extLst xmlns:a="http://schemas.openxmlformats.org/drawingml/2006/main">
              <a:ext uri="{FF2B5EF4-FFF2-40B4-BE49-F238E27FC236}">
                <a16:creationId xmlns:a16="http://schemas.microsoft.com/office/drawing/2014/main" id="{1E2386B7-272F-BDAB-2DCD-298558469EDB}"/>
              </a:ext>
            </a:extLst>
          </p:cNvPr>
          <p:cNvSpPr>
            <a:spLocks xmlns:a="http://schemas.openxmlformats.org/drawingml/2006/main" noGrp="1"/>
          </p:cNvSpPr>
          <p:nvPr>
            <p:ph type="pic" idx="32" hasCustomPrompt="1"/>
          </p:nvPr>
        </p:nvSpPr>
        <p:spPr>
          <a:xfrm xmlns:a="http://schemas.openxmlformats.org/drawingml/2006/main">
            <a:off x="9049131" y="0"/>
            <a:ext cx="3142870" cy="40605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5" name="Date Placeholder 4">
            <a:extLst xmlns:a="http://schemas.openxmlformats.org/drawingml/2006/main">
              <a:ext uri="{FF2B5EF4-FFF2-40B4-BE49-F238E27FC236}">
                <a16:creationId xmlns:a16="http://schemas.microsoft.com/office/drawing/2014/main" id="{7B7E745A-6997-3DE4-6F47-E0D0F4B831B0}"/>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560A62D5-101D-BAE1-898D-EA0DD92451B1}"/>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28C6ABE0-A95F-8D6F-247C-6E7E86986A2F}"/>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2.xml><?xml version="1.0" encoding="utf-8"?>
<p:sldLayout xmlns:p="http://schemas.openxmlformats.org/presentationml/2006/main" preserve="1" userDrawn="1">
  <p:cSld name="Photo Collage + Content Light">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AE9CD95A-1265-2999-4C85-664DC8CE8978}"/>
              </a:ext>
            </a:extLst>
          </p:cNvPr>
          <p:cNvSpPr>
            <a:spLocks xmlns:a="http://schemas.openxmlformats.org/drawingml/2006/main" noGrp="1"/>
          </p:cNvSpPr>
          <p:nvPr>
            <p:ph type="title" idx="0" hasCustomPrompt="1"/>
          </p:nvPr>
        </p:nvSpPr>
        <p:spPr>
          <a:xfrm xmlns:a="http://schemas.openxmlformats.org/drawingml/2006/main">
            <a:off x="768875" y="182403"/>
            <a:ext cx="496136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Text Placeholder 2">
            <a:extLst xmlns:a="http://schemas.openxmlformats.org/drawingml/2006/main">
              <a:ext uri="{FF2B5EF4-FFF2-40B4-BE49-F238E27FC236}">
                <a16:creationId xmlns:a16="http://schemas.microsoft.com/office/drawing/2014/main" id="{A12F5E0A-F774-0941-0246-D4704DBA0B25}"/>
              </a:ext>
            </a:extLst>
          </p:cNvPr>
          <p:cNvSpPr>
            <a:spLocks xmlns:a="http://schemas.openxmlformats.org/drawingml/2006/main" noGrp="1"/>
          </p:cNvSpPr>
          <p:nvPr>
            <p:ph type="body" idx="29"/>
          </p:nvPr>
        </p:nvSpPr>
        <p:spPr>
          <a:xfrm xmlns:a="http://schemas.openxmlformats.org/drawingml/2006/main">
            <a:off x="792537" y="1751671"/>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10" name="Text Placeholder 2">
            <a:extLst xmlns:a="http://schemas.openxmlformats.org/drawingml/2006/main">
              <a:ext uri="{FF2B5EF4-FFF2-40B4-BE49-F238E27FC236}">
                <a16:creationId xmlns:a16="http://schemas.microsoft.com/office/drawing/2014/main" id="{FB6C8AB0-7757-DF1D-9CCE-4510B7276134}"/>
              </a:ext>
            </a:extLst>
          </p:cNvPr>
          <p:cNvSpPr>
            <a:spLocks xmlns:a="http://schemas.openxmlformats.org/drawingml/2006/main" noGrp="1"/>
          </p:cNvSpPr>
          <p:nvPr>
            <p:ph type="body" idx="38"/>
          </p:nvPr>
        </p:nvSpPr>
        <p:spPr>
          <a:xfrm xmlns:a="http://schemas.openxmlformats.org/drawingml/2006/main">
            <a:off x="792537" y="3378765"/>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8" name="Text Placeholder 2">
            <a:extLst xmlns:a="http://schemas.openxmlformats.org/drawingml/2006/main">
              <a:ext uri="{FF2B5EF4-FFF2-40B4-BE49-F238E27FC236}">
                <a16:creationId xmlns:a16="http://schemas.microsoft.com/office/drawing/2014/main" id="{5EF42849-DE58-A637-B663-CB6753E7BB76}"/>
              </a:ext>
            </a:extLst>
          </p:cNvPr>
          <p:cNvSpPr>
            <a:spLocks xmlns:a="http://schemas.openxmlformats.org/drawingml/2006/main" noGrp="1"/>
          </p:cNvSpPr>
          <p:nvPr>
            <p:ph type="body" idx="37"/>
          </p:nvPr>
        </p:nvSpPr>
        <p:spPr>
          <a:xfrm xmlns:a="http://schemas.openxmlformats.org/drawingml/2006/main">
            <a:off x="792537" y="5005861"/>
            <a:ext cx="4899101" cy="1128240"/>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20" name="Picture Placeholder 17">
            <a:extLst xmlns:a="http://schemas.openxmlformats.org/drawingml/2006/main">
              <a:ext uri="{FF2B5EF4-FFF2-40B4-BE49-F238E27FC236}">
                <a16:creationId xmlns:a16="http://schemas.microsoft.com/office/drawing/2014/main" id="{445E1E13-5767-FE9A-C855-C6FD3055FC6A}"/>
              </a:ext>
            </a:extLst>
          </p:cNvPr>
          <p:cNvSpPr>
            <a:spLocks xmlns:a="http://schemas.openxmlformats.org/drawingml/2006/main" noGrp="1"/>
          </p:cNvSpPr>
          <p:nvPr>
            <p:ph type="pic" idx="36" hasCustomPrompt="1"/>
          </p:nvPr>
        </p:nvSpPr>
        <p:spPr>
          <a:xfrm xmlns:a="http://schemas.openxmlformats.org/drawingml/2006/main">
            <a:off x="6095603" y="5457103"/>
            <a:ext cx="2885888" cy="1400897"/>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9" name="Picture Placeholder 17">
            <a:extLst xmlns:a="http://schemas.openxmlformats.org/drawingml/2006/main">
              <a:ext uri="{FF2B5EF4-FFF2-40B4-BE49-F238E27FC236}">
                <a16:creationId xmlns:a16="http://schemas.microsoft.com/office/drawing/2014/main" id="{128E96FD-9D3F-692F-EB8E-C1CA80E5D55D}"/>
              </a:ext>
            </a:extLst>
          </p:cNvPr>
          <p:cNvSpPr>
            <a:spLocks xmlns:a="http://schemas.openxmlformats.org/drawingml/2006/main" noGrp="1"/>
          </p:cNvSpPr>
          <p:nvPr>
            <p:ph type="pic" idx="35" hasCustomPrompt="1"/>
          </p:nvPr>
        </p:nvSpPr>
        <p:spPr>
          <a:xfrm xmlns:a="http://schemas.openxmlformats.org/drawingml/2006/main">
            <a:off x="6095603" y="2726373"/>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8" name="Picture Placeholder 17">
            <a:extLst xmlns:a="http://schemas.openxmlformats.org/drawingml/2006/main">
              <a:ext uri="{FF2B5EF4-FFF2-40B4-BE49-F238E27FC236}">
                <a16:creationId xmlns:a16="http://schemas.microsoft.com/office/drawing/2014/main" id="{17CD157F-D3C9-1E3B-56AC-86F51CBDA2C5}"/>
              </a:ext>
            </a:extLst>
          </p:cNvPr>
          <p:cNvSpPr>
            <a:spLocks xmlns:a="http://schemas.openxmlformats.org/drawingml/2006/main" noGrp="1"/>
          </p:cNvSpPr>
          <p:nvPr>
            <p:ph type="pic" idx="34" hasCustomPrompt="1"/>
          </p:nvPr>
        </p:nvSpPr>
        <p:spPr>
          <a:xfrm xmlns:a="http://schemas.openxmlformats.org/drawingml/2006/main">
            <a:off x="6095603" y="-1"/>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1" name="Picture Placeholder 10">
            <a:extLst xmlns:a="http://schemas.openxmlformats.org/drawingml/2006/main">
              <a:ext uri="{FF2B5EF4-FFF2-40B4-BE49-F238E27FC236}">
                <a16:creationId xmlns:a16="http://schemas.microsoft.com/office/drawing/2014/main" id="{D9A0A2C7-B129-2C84-4EC5-9BE7DAA226FD}"/>
              </a:ext>
            </a:extLst>
          </p:cNvPr>
          <p:cNvSpPr>
            <a:spLocks xmlns:a="http://schemas.openxmlformats.org/drawingml/2006/main" noGrp="1"/>
          </p:cNvSpPr>
          <p:nvPr>
            <p:ph type="pic" idx="33" hasCustomPrompt="1"/>
          </p:nvPr>
        </p:nvSpPr>
        <p:spPr>
          <a:xfrm xmlns:a="http://schemas.openxmlformats.org/drawingml/2006/main">
            <a:off x="9049339" y="4122738"/>
            <a:ext cx="3142661" cy="27352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9" name="Picture Placeholder 8">
            <a:extLst xmlns:a="http://schemas.openxmlformats.org/drawingml/2006/main">
              <a:ext uri="{FF2B5EF4-FFF2-40B4-BE49-F238E27FC236}">
                <a16:creationId xmlns:a16="http://schemas.microsoft.com/office/drawing/2014/main" id="{1E2386B7-272F-BDAB-2DCD-298558469EDB}"/>
              </a:ext>
            </a:extLst>
          </p:cNvPr>
          <p:cNvSpPr>
            <a:spLocks xmlns:a="http://schemas.openxmlformats.org/drawingml/2006/main" noGrp="1"/>
          </p:cNvSpPr>
          <p:nvPr>
            <p:ph type="pic" idx="32" hasCustomPrompt="1"/>
          </p:nvPr>
        </p:nvSpPr>
        <p:spPr>
          <a:xfrm xmlns:a="http://schemas.openxmlformats.org/drawingml/2006/main">
            <a:off x="9049131" y="0"/>
            <a:ext cx="3142870" cy="40605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4" name="Date Placeholder 13">
            <a:extLst xmlns:a="http://schemas.openxmlformats.org/drawingml/2006/main">
              <a:ext uri="{FF2B5EF4-FFF2-40B4-BE49-F238E27FC236}">
                <a16:creationId xmlns:a16="http://schemas.microsoft.com/office/drawing/2014/main" id="{107556E0-066D-73A9-8483-EF073B1B4B65}"/>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15" name="Footer Placeholder 14">
            <a:extLst xmlns:a="http://schemas.openxmlformats.org/drawingml/2006/main">
              <a:ext uri="{FF2B5EF4-FFF2-40B4-BE49-F238E27FC236}">
                <a16:creationId xmlns:a16="http://schemas.microsoft.com/office/drawing/2014/main" id="{27A0161D-D4E3-6AD3-F5D9-BE3D00BA47EB}"/>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6" name="Slide Number Placeholder 15">
            <a:extLst xmlns:a="http://schemas.openxmlformats.org/drawingml/2006/main">
              <a:ext uri="{FF2B5EF4-FFF2-40B4-BE49-F238E27FC236}">
                <a16:creationId xmlns:a16="http://schemas.microsoft.com/office/drawing/2014/main" id="{A5A5B1E8-874F-8377-4EBB-238E85FFADA8}"/>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3.xml><?xml version="1.0" encoding="utf-8"?>
<p:sldLayout xmlns:p="http://schemas.openxmlformats.org/presentationml/2006/main" preserve="1" userDrawn="1">
  <p:cSld name="PHOTO_Full Slide">
    <p:bg>
      <p:bgRef idx="1001">
        <a:schemeClr xmlns:a="http://schemas.openxmlformats.org/drawingml/2006/main" val="bg2"/>
      </p:bgRef>
    </p:bg>
    <p:spTree>
      <p:nvGrpSpPr>
        <p:cNvPr id="1" name=""/>
        <p:cNvGrpSpPr/>
        <p:nvPr/>
      </p:nvGrpSpPr>
      <p:grpSpPr>
        <a:xfrm xmlns:a="http://schemas.openxmlformats.org/drawingml/2006/main"/>
      </p:grpSpPr>
      <p:sp>
        <p:nvSpPr>
          <p:cNvPr id="2" name="Picture Placeholder 1">
            <a:extLst xmlns:a="http://schemas.openxmlformats.org/drawingml/2006/main">
              <a:ext uri="{FF2B5EF4-FFF2-40B4-BE49-F238E27FC236}">
                <a16:creationId xmlns:a16="http://schemas.microsoft.com/office/drawing/2014/main" id="{5170667F-B06C-96EB-B8A5-00675DC62804}"/>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anchor="ctr"/>
          <a:lstStyle xmlns:a="http://schemas.openxmlformats.org/drawingml/2006/main">
            <a:lvl1pPr algn="ctr">
              <a:buNone/>
              <a:defRPr/>
            </a:lvl1pPr>
          </a:lstStyle>
          <a:p xmlns:a="http://schemas.openxmlformats.org/drawingml/2006/main">
            <a:pPr marL="0" indent="0" algn="ctr">
              <a:lnSpc>
                <a:spcPct val="95000"/>
              </a:lnSpc>
              <a:spcBef>
                <a:spcPts val="600"/>
              </a:spcBef>
              <a:spcAft>
                <a:spcPts val="0"/>
              </a:spcAft>
              <a:buNone/>
            </a:pPr>
            <a:r>
              <a:t>Click to add photo or illustration</a:t>
            </a:r>
          </a:p>
          <a:p xmlns:a="http://schemas.openxmlformats.org/drawingml/2006/main"/>
          <a:p xmlns:a="http://schemas.openxmlformats.org/drawingml/2006/main"/>
        </p:txBody>
      </p:sp>
    </p:spTree>
  </p:cSld>
</p:sldLayout>
</file>

<file path=ppt/slideLayouts/slideLayout94.xml><?xml version="1.0" encoding="utf-8"?>
<p:sldLayout xmlns:p="http://schemas.openxmlformats.org/presentationml/2006/main" preserve="1" userDrawn="1">
  <p:cSld name="Dark 2 Images and Content">
    <p:bg>
      <p:bgRef idx="1001">
        <a:schemeClr xmlns:a="http://schemas.openxmlformats.org/drawingml/2006/main" val="bg2"/>
      </p:bgRef>
    </p:bg>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A536DA1B-D096-01B8-6B79-C6DBB456A7CA}"/>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6" name="Picture Placeholder 12">
            <a:extLst xmlns:a="http://schemas.openxmlformats.org/drawingml/2006/main">
              <a:ext uri="{FF2B5EF4-FFF2-40B4-BE49-F238E27FC236}">
                <a16:creationId xmlns:a16="http://schemas.microsoft.com/office/drawing/2014/main" id="{5C4A9BEF-054B-38A2-DDC6-DD7D3B185912}"/>
              </a:ext>
            </a:extLst>
          </p:cNvPr>
          <p:cNvSpPr>
            <a:spLocks xmlns:a="http://schemas.openxmlformats.org/drawingml/2006/main" noGrp="1"/>
          </p:cNvSpPr>
          <p:nvPr>
            <p:ph type="pic" idx="26" hasCustomPrompt="1"/>
          </p:nvPr>
        </p:nvSpPr>
        <p:spPr>
          <a:xfrm xmlns:a="http://schemas.openxmlformats.org/drawingml/2006/main">
            <a:off x="795712" y="1616572"/>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buNone/>
              <a:defRPr>
                <a:solidFill>
                  <a:schemeClr val="tx1"/>
                </a:solidFill>
              </a:defRPr>
            </a:lvl1pPr>
          </a:lstStyle>
          <a:p xmlns:a="http://schemas.openxmlformats.org/drawingml/2006/main">
            <a:pPr algn="ctr">
              <a:buNone/>
            </a:pPr>
            <a:r>
              <a:t>Click to add photo or illustration</a:t>
            </a:r>
          </a:p>
          <a:p xmlns:a="http://schemas.openxmlformats.org/drawingml/2006/main">
            <a:pPr algn="ctr">
              <a:buNone/>
            </a:pPr>
          </a:p>
          <a:p xmlns:a="http://schemas.openxmlformats.org/drawingml/2006/main">
            <a:pPr algn="ctr">
              <a:buNone/>
            </a:pPr>
          </a:p>
        </p:txBody>
      </p:sp>
      <p:sp>
        <p:nvSpPr>
          <p:cNvPr id="4" name="Text Placeholder 5">
            <a:extLst xmlns:a="http://schemas.openxmlformats.org/drawingml/2006/main">
              <a:ext uri="{FF2B5EF4-FFF2-40B4-BE49-F238E27FC236}">
                <a16:creationId xmlns:a16="http://schemas.microsoft.com/office/drawing/2014/main" id="{5359DD48-7CB8-3699-CA89-9D72DAA6B0BF}"/>
              </a:ext>
            </a:extLst>
          </p:cNvPr>
          <p:cNvSpPr>
            <a:spLocks xmlns:a="http://schemas.openxmlformats.org/drawingml/2006/main" noGrp="1"/>
          </p:cNvSpPr>
          <p:nvPr>
            <p:ph type="body" idx="29"/>
          </p:nvPr>
        </p:nvSpPr>
        <p:spPr>
          <a:xfrm xmlns:a="http://schemas.openxmlformats.org/drawingml/2006/main">
            <a:off x="792538" y="4434829"/>
            <a:ext cx="4950147" cy="129143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9" name="Picture Placeholder 12">
            <a:extLst xmlns:a="http://schemas.openxmlformats.org/drawingml/2006/main">
              <a:ext uri="{FF2B5EF4-FFF2-40B4-BE49-F238E27FC236}">
                <a16:creationId xmlns:a16="http://schemas.microsoft.com/office/drawing/2014/main" id="{32FA574C-02E7-4456-3CFF-3AD988229D69}"/>
              </a:ext>
            </a:extLst>
          </p:cNvPr>
          <p:cNvSpPr>
            <a:spLocks xmlns:a="http://schemas.openxmlformats.org/drawingml/2006/main" noGrp="1"/>
          </p:cNvSpPr>
          <p:nvPr>
            <p:ph type="pic" idx="27" hasCustomPrompt="1"/>
          </p:nvPr>
        </p:nvSpPr>
        <p:spPr>
          <a:xfrm xmlns:a="http://schemas.openxmlformats.org/drawingml/2006/main">
            <a:off x="6411475" y="1601343"/>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buNone/>
              <a:defRPr>
                <a:solidFill>
                  <a:schemeClr val="tx1"/>
                </a:solidFill>
              </a:defRPr>
            </a:lvl1pPr>
          </a:lstStyle>
          <a:p xmlns:a="http://schemas.openxmlformats.org/drawingml/2006/main">
            <a:pPr algn="ctr">
              <a:buNone/>
            </a:pPr>
            <a:r>
              <a:t>Click to add photo or illustration</a:t>
            </a:r>
          </a:p>
          <a:p xmlns:a="http://schemas.openxmlformats.org/drawingml/2006/main">
            <a:pPr algn="ctr">
              <a:buNone/>
            </a:pPr>
          </a:p>
          <a:p xmlns:a="http://schemas.openxmlformats.org/drawingml/2006/main">
            <a:pPr algn="ctr">
              <a:buNone/>
            </a:pPr>
          </a:p>
          <a:p xmlns:a="http://schemas.openxmlformats.org/drawingml/2006/main">
            <a:pPr algn="ctr">
              <a:buNone/>
            </a:pPr>
          </a:p>
        </p:txBody>
      </p:sp>
      <p:sp>
        <p:nvSpPr>
          <p:cNvPr id="5" name="Text Placeholder 7">
            <a:extLst xmlns:a="http://schemas.openxmlformats.org/drawingml/2006/main">
              <a:ext uri="{FF2B5EF4-FFF2-40B4-BE49-F238E27FC236}">
                <a16:creationId xmlns:a16="http://schemas.microsoft.com/office/drawing/2014/main" id="{346E39F9-D43F-04FC-3023-F53553A4056D}"/>
              </a:ext>
            </a:extLst>
          </p:cNvPr>
          <p:cNvSpPr>
            <a:spLocks xmlns:a="http://schemas.openxmlformats.org/drawingml/2006/main" noGrp="1"/>
          </p:cNvSpPr>
          <p:nvPr>
            <p:ph type="body" idx="30"/>
          </p:nvPr>
        </p:nvSpPr>
        <p:spPr>
          <a:xfrm xmlns:a="http://schemas.openxmlformats.org/drawingml/2006/main">
            <a:off x="6448844" y="4419602"/>
            <a:ext cx="4924747" cy="1280319"/>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2" name="Date Placeholder 1">
            <a:extLst xmlns:a="http://schemas.openxmlformats.org/drawingml/2006/main">
              <a:ext uri="{FF2B5EF4-FFF2-40B4-BE49-F238E27FC236}">
                <a16:creationId xmlns:a16="http://schemas.microsoft.com/office/drawing/2014/main" id="{FBB3D38A-DAD7-AD1C-E0A9-BB3DD3E5B7D9}"/>
              </a:ext>
            </a:extLst>
          </p:cNvPr>
          <p:cNvSpPr>
            <a:spLocks xmlns:a="http://schemas.openxmlformats.org/drawingml/2006/main" noGrp="1"/>
          </p:cNvSpPr>
          <p:nvPr>
            <p:ph type="dt" idx="31"/>
          </p:nvPr>
        </p:nvSpPr>
        <p:spPr/>
        <p:txBody>
          <a:bodyPr xmlns:a="http://schemas.openxmlformats.org/drawingml/2006/main"/>
          <a:lstStyle xmlns:a="http://schemas.openxmlformats.org/drawingml/2006/main"/>
          <a:p xmlns:a="http://schemas.openxmlformats.org/drawingml/2006/main">
            <a:r>
              <a:t>[Date]</a:t>
            </a:r>
          </a:p>
        </p:txBody>
      </p:sp>
      <p:sp>
        <p:nvSpPr>
          <p:cNvPr id="3" name="Footer Placeholder 2">
            <a:extLst xmlns:a="http://schemas.openxmlformats.org/drawingml/2006/main">
              <a:ext uri="{FF2B5EF4-FFF2-40B4-BE49-F238E27FC236}">
                <a16:creationId xmlns:a16="http://schemas.microsoft.com/office/drawing/2014/main" id="{DFC3B700-B448-3544-7EE5-E687C5E2B456}"/>
              </a:ext>
            </a:extLst>
          </p:cNvPr>
          <p:cNvSpPr>
            <a:spLocks xmlns:a="http://schemas.openxmlformats.org/drawingml/2006/main" noGrp="1"/>
          </p:cNvSpPr>
          <p:nvPr>
            <p:ph type="ftr" idx="3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7BE10385-BBEB-DFD5-33DC-C86F7D3B3AFB}"/>
              </a:ext>
            </a:extLst>
          </p:cNvPr>
          <p:cNvSpPr>
            <a:spLocks xmlns:a="http://schemas.openxmlformats.org/drawingml/2006/main" noGrp="1"/>
          </p:cNvSpPr>
          <p:nvPr>
            <p:ph type="sldNum" idx="3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5.xml><?xml version="1.0" encoding="utf-8"?>
<p:sldLayout xmlns:p="http://schemas.openxmlformats.org/presentationml/2006/main" preserve="1" userDrawn="1">
  <p:cSld name="Light 2 Images and Content">
    <p:bg>
      <p:bgRef idx="1001">
        <a:schemeClr xmlns:a="http://schemas.openxmlformats.org/drawingml/2006/main" val="bg2"/>
      </p:bgRef>
    </p:bg>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CFD4E609-9037-8285-A36E-039E71F8B03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2" name="Picture Placeholder 12">
            <a:extLst xmlns:a="http://schemas.openxmlformats.org/drawingml/2006/main">
              <a:ext uri="{FF2B5EF4-FFF2-40B4-BE49-F238E27FC236}">
                <a16:creationId xmlns:a16="http://schemas.microsoft.com/office/drawing/2014/main" id="{90ACCFB3-5B0B-D6E2-D2BA-F70E9C22E3F7}"/>
              </a:ext>
            </a:extLst>
          </p:cNvPr>
          <p:cNvSpPr>
            <a:spLocks xmlns:a="http://schemas.openxmlformats.org/drawingml/2006/main" noGrp="1"/>
          </p:cNvSpPr>
          <p:nvPr>
            <p:ph type="pic" idx="26" hasCustomPrompt="1"/>
          </p:nvPr>
        </p:nvSpPr>
        <p:spPr>
          <a:xfrm xmlns:a="http://schemas.openxmlformats.org/drawingml/2006/main">
            <a:off x="795712" y="1616572"/>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8" name="Text Placeholder 5">
            <a:extLst xmlns:a="http://schemas.openxmlformats.org/drawingml/2006/main">
              <a:ext uri="{FF2B5EF4-FFF2-40B4-BE49-F238E27FC236}">
                <a16:creationId xmlns:a16="http://schemas.microsoft.com/office/drawing/2014/main" id="{AE8171D6-A364-A377-FFE9-3F53F16263EA}"/>
              </a:ext>
            </a:extLst>
          </p:cNvPr>
          <p:cNvSpPr>
            <a:spLocks xmlns:a="http://schemas.openxmlformats.org/drawingml/2006/main" noGrp="1"/>
          </p:cNvSpPr>
          <p:nvPr>
            <p:ph type="body" idx="29"/>
          </p:nvPr>
        </p:nvSpPr>
        <p:spPr>
          <a:xfrm xmlns:a="http://schemas.openxmlformats.org/drawingml/2006/main">
            <a:off x="792538" y="4434829"/>
            <a:ext cx="4950147" cy="129143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13" name="Picture Placeholder 12">
            <a:extLst xmlns:a="http://schemas.openxmlformats.org/drawingml/2006/main">
              <a:ext uri="{FF2B5EF4-FFF2-40B4-BE49-F238E27FC236}">
                <a16:creationId xmlns:a16="http://schemas.microsoft.com/office/drawing/2014/main" id="{AE9BE660-418D-B00B-4919-F18A26E7CECF}"/>
              </a:ext>
            </a:extLst>
          </p:cNvPr>
          <p:cNvSpPr>
            <a:spLocks xmlns:a="http://schemas.openxmlformats.org/drawingml/2006/main" noGrp="1"/>
          </p:cNvSpPr>
          <p:nvPr>
            <p:ph type="pic" idx="27" hasCustomPrompt="1"/>
          </p:nvPr>
        </p:nvSpPr>
        <p:spPr>
          <a:xfrm xmlns:a="http://schemas.openxmlformats.org/drawingml/2006/main">
            <a:off x="6411475" y="1601343"/>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1" name="Text Placeholder 7">
            <a:extLst xmlns:a="http://schemas.openxmlformats.org/drawingml/2006/main">
              <a:ext uri="{FF2B5EF4-FFF2-40B4-BE49-F238E27FC236}">
                <a16:creationId xmlns:a16="http://schemas.microsoft.com/office/drawing/2014/main" id="{79E2D9AD-B603-1F6B-F5F3-92A71334B474}"/>
              </a:ext>
            </a:extLst>
          </p:cNvPr>
          <p:cNvSpPr>
            <a:spLocks xmlns:a="http://schemas.openxmlformats.org/drawingml/2006/main" noGrp="1"/>
          </p:cNvSpPr>
          <p:nvPr>
            <p:ph type="body" idx="30"/>
          </p:nvPr>
        </p:nvSpPr>
        <p:spPr>
          <a:xfrm xmlns:a="http://schemas.openxmlformats.org/drawingml/2006/main">
            <a:off x="6448844" y="4419602"/>
            <a:ext cx="4924747" cy="1280319"/>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10" name="Date Placeholder 9">
            <a:extLst xmlns:a="http://schemas.openxmlformats.org/drawingml/2006/main">
              <a:ext uri="{FF2B5EF4-FFF2-40B4-BE49-F238E27FC236}">
                <a16:creationId xmlns:a16="http://schemas.microsoft.com/office/drawing/2014/main" id="{85A9492D-DB2E-E2C4-45F4-7AF271080C50}"/>
              </a:ext>
            </a:extLst>
          </p:cNvPr>
          <p:cNvSpPr>
            <a:spLocks xmlns:a="http://schemas.openxmlformats.org/drawingml/2006/main" noGrp="1"/>
          </p:cNvSpPr>
          <p:nvPr>
            <p:ph type="dt" idx="31"/>
          </p:nvPr>
        </p:nvSpPr>
        <p:spPr/>
        <p:txBody>
          <a:bodyPr xmlns:a="http://schemas.openxmlformats.org/drawingml/2006/main"/>
          <a:lstStyle xmlns:a="http://schemas.openxmlformats.org/drawingml/2006/main"/>
          <a:p xmlns:a="http://schemas.openxmlformats.org/drawingml/2006/main">
            <a:r>
              <a:t>[Date]</a:t>
            </a:r>
          </a:p>
        </p:txBody>
      </p:sp>
      <p:sp>
        <p:nvSpPr>
          <p:cNvPr id="14" name="Footer Placeholder 13">
            <a:extLst xmlns:a="http://schemas.openxmlformats.org/drawingml/2006/main">
              <a:ext uri="{FF2B5EF4-FFF2-40B4-BE49-F238E27FC236}">
                <a16:creationId xmlns:a16="http://schemas.microsoft.com/office/drawing/2014/main" id="{60B2D8D7-54AC-C6A8-3CAF-48E700878C65}"/>
              </a:ext>
            </a:extLst>
          </p:cNvPr>
          <p:cNvSpPr>
            <a:spLocks xmlns:a="http://schemas.openxmlformats.org/drawingml/2006/main" noGrp="1"/>
          </p:cNvSpPr>
          <p:nvPr>
            <p:ph type="ftr" idx="3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5" name="Slide Number Placeholder 14">
            <a:extLst xmlns:a="http://schemas.openxmlformats.org/drawingml/2006/main">
              <a:ext uri="{FF2B5EF4-FFF2-40B4-BE49-F238E27FC236}">
                <a16:creationId xmlns:a16="http://schemas.microsoft.com/office/drawing/2014/main" id="{7A7EC624-0543-7018-518A-AD8209E76E08}"/>
              </a:ext>
            </a:extLst>
          </p:cNvPr>
          <p:cNvSpPr>
            <a:spLocks xmlns:a="http://schemas.openxmlformats.org/drawingml/2006/main" noGrp="1"/>
          </p:cNvSpPr>
          <p:nvPr>
            <p:ph type="sldNum" idx="3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6.xml><?xml version="1.0" encoding="utf-8"?>
<p:sldLayout xmlns:p="http://schemas.openxmlformats.org/presentationml/2006/main" preserve="1" userDrawn="1">
  <p:cSld name="Dark - Bold Statement with Photo half">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4" name="Picture Placeholder 17">
            <a:extLst xmlns:a="http://schemas.openxmlformats.org/drawingml/2006/main">
              <a:ext uri="{FF2B5EF4-FFF2-40B4-BE49-F238E27FC236}">
                <a16:creationId xmlns:a16="http://schemas.microsoft.com/office/drawing/2014/main" id="{E05D35C0-2DAC-3332-CC0D-3198C85F0FCC}"/>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3" name="Date Placeholder 2">
            <a:extLst xmlns:a="http://schemas.openxmlformats.org/drawingml/2006/main">
              <a:ext uri="{FF2B5EF4-FFF2-40B4-BE49-F238E27FC236}">
                <a16:creationId xmlns:a16="http://schemas.microsoft.com/office/drawing/2014/main" id="{2437E2F0-E1C4-80AB-069D-F3CF88470023}"/>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E644231C-6C52-A8F8-436C-C196A1B49D79}"/>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6" name="Slide Number Placeholder 5">
            <a:extLst xmlns:a="http://schemas.openxmlformats.org/drawingml/2006/main">
              <a:ext uri="{FF2B5EF4-FFF2-40B4-BE49-F238E27FC236}">
                <a16:creationId xmlns:a16="http://schemas.microsoft.com/office/drawing/2014/main" id="{5873BC7D-E793-C5E9-498E-958D043D1083}"/>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7.xml><?xml version="1.0" encoding="utf-8"?>
<p:sldLayout xmlns:p="http://schemas.openxmlformats.org/presentationml/2006/main" preserve="1" userDrawn="1">
  <p:cSld name="Light - Bold Statement with Photo half">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4" name="Picture Placeholder 17">
            <a:extLst xmlns:a="http://schemas.openxmlformats.org/drawingml/2006/main">
              <a:ext uri="{FF2B5EF4-FFF2-40B4-BE49-F238E27FC236}">
                <a16:creationId xmlns:a16="http://schemas.microsoft.com/office/drawing/2014/main" id="{E05D35C0-2DAC-3332-CC0D-3198C85F0FCC}"/>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0" name="Date Placeholder 9">
            <a:extLst xmlns:a="http://schemas.openxmlformats.org/drawingml/2006/main">
              <a:ext uri="{FF2B5EF4-FFF2-40B4-BE49-F238E27FC236}">
                <a16:creationId xmlns:a16="http://schemas.microsoft.com/office/drawing/2014/main" id="{1ED0D83E-A6A8-EC2E-9AEE-F041B959B081}"/>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EAEE9C20-A393-1346-C445-9646AC2057BE}"/>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5277FAB9-5274-B753-E85F-8C7371638824}"/>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8.xml><?xml version="1.0" encoding="utf-8"?>
<p:sldLayout xmlns:p="http://schemas.openxmlformats.org/presentationml/2006/main" preserve="1" userDrawn="1">
  <p:cSld name="Dark - Screenshot">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p:nvPr>
        </p:nvSpPr>
        <p:spPr>
          <a:xfrm xmlns:a="http://schemas.openxmlformats.org/drawingml/2006/main">
            <a:off x="762000" y="2471026"/>
            <a:ext cx="3762466" cy="822960"/>
          </a:xfrm>
        </p:spPr>
        <p:txBody>
          <a:bodyPr xmlns:a="http://schemas.openxmlformats.org/drawingml/2006/main"/>
          <a:lstStyle xmlns:a="http://schemas.openxmlformats.org/drawingml/2006/main">
            <a:lvl1pPr>
              <a:buNone/>
              <a:defRPr b="1" i="0">
                <a:latin typeface="Oracle Sans Tab"/>
                <a:ea typeface="Oracle Sans Tab"/>
                <a:cs typeface="Oracle Sans Tab"/>
              </a:defRPr>
            </a:lvl1pPr>
          </a:lstStyle>
          <a:p xmlns:a="http://schemas.openxmlformats.org/drawingml/2006/main">
            <a:r>
              <a:t>Click to edit Master title style</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3762466"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1400" b="0" i="0">
                <a:solidFill>
                  <a:schemeClr val="tx1"/>
                </a:solidFill>
                <a:latin typeface="Oracle Sans"/>
                <a:ea typeface="Oracle Sans"/>
                <a:cs typeface="Oracle Sans"/>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a:t>
            </a:r>
          </a:p>
        </p:txBody>
      </p:sp>
      <p:sp>
        <p:nvSpPr>
          <p:cNvPr id="6" name="Slide Number Placeholder 5">
            <a:extLst xmlns:a="http://schemas.openxmlformats.org/drawingml/2006/main">
              <a:ext uri="{FF2B5EF4-FFF2-40B4-BE49-F238E27FC236}">
                <a16:creationId xmlns:a16="http://schemas.microsoft.com/office/drawing/2014/main" id="{957B489F-6C53-0670-3CA3-C344A6796DB7}"/>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14" name="Footer Placeholder 4">
            <a:extLst xmlns:a="http://schemas.openxmlformats.org/drawingml/2006/main">
              <a:ext uri="{FF2B5EF4-FFF2-40B4-BE49-F238E27FC236}">
                <a16:creationId xmlns:a16="http://schemas.microsoft.com/office/drawing/2014/main" id="{73C65335-0F11-C316-1B11-B923DAF34CA7}"/>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5" name="Date Placeholder 3">
            <a:extLst xmlns:a="http://schemas.openxmlformats.org/drawingml/2006/main">
              <a:ext uri="{FF2B5EF4-FFF2-40B4-BE49-F238E27FC236}">
                <a16:creationId xmlns:a16="http://schemas.microsoft.com/office/drawing/2014/main" id="{249F2E88-1C3B-E905-DE13-29B4AD66701F}"/>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pic>
        <p:nvPicPr>
          <p:cNvPr id="16" name="Picture 4"/>
          <p:cNvPicPr>
            <a:picLocks xmlns:a="http://schemas.openxmlformats.org/drawingml/2006/main" noChangeAspect="1"/>
          </p:cNvPicPr>
          <p:nvPr/>
        </p:nvPicPr>
        <p:blipFill>
          <a:blip xmlns:r="http://schemas.openxmlformats.org/officeDocument/2006/relationships" xmlns:a="http://schemas.openxmlformats.org/drawingml/2006/main" r:embed="R6a85155f397c401c"/>
          <a:stretch xmlns:a="http://schemas.openxmlformats.org/drawingml/2006/main">
            <a:fillRect l="0" t="0" r="0" b="0"/>
          </a:stretch>
        </p:blipFill>
        <p:spPr>
          <a:xfrm xmlns:a="http://schemas.openxmlformats.org/drawingml/2006/main">
            <a:off x="5364488" y="1417342"/>
            <a:ext cx="6249629" cy="270425"/>
          </a:xfrm>
          <a:prstGeom xmlns:a="http://schemas.openxmlformats.org/drawingml/2006/main" prst="rect">
            <a:avLst/>
          </a:prstGeom>
        </p:spPr>
      </p:pic>
      <p:sp>
        <p:nvSpPr>
          <p:cNvPr id="7" name="Picture Placeholder 21">
            <a:extLst xmlns:a="http://schemas.openxmlformats.org/drawingml/2006/main">
              <a:ext uri="{FF2B5EF4-FFF2-40B4-BE49-F238E27FC236}">
                <a16:creationId xmlns:a16="http://schemas.microsoft.com/office/drawing/2014/main" id="{4A787595-7363-9A8E-E513-2117DE88759B}"/>
              </a:ext>
            </a:extLst>
          </p:cNvPr>
          <p:cNvSpPr>
            <a:spLocks xmlns:a="http://schemas.openxmlformats.org/drawingml/2006/main" noGrp="1"/>
          </p:cNvSpPr>
          <p:nvPr>
            <p:ph type="pic" idx="38" hasCustomPrompt="1"/>
          </p:nvPr>
        </p:nvSpPr>
        <p:spPr>
          <a:xfrm xmlns:a="http://schemas.openxmlformats.org/drawingml/2006/main">
            <a:off x="5364488" y="1687766"/>
            <a:ext cx="6249629" cy="3763219"/>
          </a:xfrm>
        </p:spPr>
        <p:txBody>
          <a:bodyPr xmlns:a="http://schemas.openxmlformats.org/drawingml/2006/main" anchor="ctr"/>
          <a:lstStyle xmlns:a="http://schemas.openxmlformats.org/drawingml/2006/main">
            <a:lvl1pPr algn="ctr">
              <a:buNone/>
              <a:defRPr sz="1400"/>
            </a:lvl1pPr>
          </a:lstStyle>
          <a:p xmlns:a="http://schemas.openxmlformats.org/drawingml/2006/main">
            <a:r>
              <a:t>Click icon to add screenshot</a:t>
            </a:r>
          </a:p>
          <a:p xmlns:a="http://schemas.openxmlformats.org/drawingml/2006/main"/>
          <a:p xmlns:a="http://schemas.openxmlformats.org/drawingml/2006/main"/>
        </p:txBody>
      </p:sp>
    </p:spTree>
  </p:cSld>
</p:sldLayout>
</file>

<file path=ppt/slideLayouts/slideLayout99.xml><?xml version="1.0" encoding="utf-8"?>
<p:sldLayout xmlns:p="http://schemas.openxmlformats.org/presentationml/2006/main" preserve="1" userDrawn="1">
  <p:cSld name="Light - Screenshot">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p:nvPr>
        </p:nvSpPr>
        <p:spPr>
          <a:xfrm xmlns:a="http://schemas.openxmlformats.org/drawingml/2006/main">
            <a:off x="762000" y="2471026"/>
            <a:ext cx="3762466" cy="822960"/>
          </a:xfrm>
        </p:spPr>
        <p:txBody>
          <a:bodyPr xmlns:a="http://schemas.openxmlformats.org/drawingml/2006/main"/>
          <a:lstStyle xmlns:a="http://schemas.openxmlformats.org/drawingml/2006/main">
            <a:lvl1pPr>
              <a:buNone/>
              <a:defRPr b="1" i="0">
                <a:latin typeface="Oracle Sans Tab"/>
                <a:ea typeface="Oracle Sans Tab"/>
                <a:cs typeface="Oracle Sans Tab"/>
              </a:defRPr>
            </a:lvl1pPr>
          </a:lstStyle>
          <a:p xmlns:a="http://schemas.openxmlformats.org/drawingml/2006/main">
            <a:r>
              <a:t>Click to edit Master title style</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3762466"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1400" b="0" i="0">
                <a:solidFill>
                  <a:schemeClr val="tx1"/>
                </a:solidFill>
                <a:latin typeface="Oracle Sans"/>
                <a:ea typeface="Oracle Sans"/>
                <a:cs typeface="Oracle Sans"/>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a:t>
            </a:r>
          </a:p>
        </p:txBody>
      </p:sp>
      <p:pic>
        <p:nvPicPr>
          <p:cNvPr id="11" name="Picture 10"/>
          <p:cNvPicPr>
            <a:picLocks xmlns:a="http://schemas.openxmlformats.org/drawingml/2006/main" noChangeAspect="1"/>
          </p:cNvPicPr>
          <p:nvPr/>
        </p:nvPicPr>
        <p:blipFill>
          <a:blip xmlns:r="http://schemas.openxmlformats.org/officeDocument/2006/relationships" xmlns:a="http://schemas.openxmlformats.org/drawingml/2006/main" r:embed="R3d57d93c593a416b"/>
          <a:stretch xmlns:a="http://schemas.openxmlformats.org/drawingml/2006/main">
            <a:fillRect l="0" t="0" r="0" b="0"/>
          </a:stretch>
        </p:blipFill>
        <p:spPr>
          <a:xfrm xmlns:a="http://schemas.openxmlformats.org/drawingml/2006/main">
            <a:off x="5364488" y="1417342"/>
            <a:ext cx="6249629" cy="270425"/>
          </a:xfrm>
          <a:prstGeom xmlns:a="http://schemas.openxmlformats.org/drawingml/2006/main" prst="rect">
            <a:avLst/>
          </a:prstGeom>
        </p:spPr>
      </p:pic>
      <p:sp>
        <p:nvSpPr>
          <p:cNvPr id="13" name="Picture Placeholder 21">
            <a:extLst xmlns:a="http://schemas.openxmlformats.org/drawingml/2006/main">
              <a:ext uri="{FF2B5EF4-FFF2-40B4-BE49-F238E27FC236}">
                <a16:creationId xmlns:a16="http://schemas.microsoft.com/office/drawing/2014/main" id="{A6B73051-9D1F-22B3-EB86-F2801CD8E323}"/>
              </a:ext>
            </a:extLst>
          </p:cNvPr>
          <p:cNvSpPr>
            <a:spLocks xmlns:a="http://schemas.openxmlformats.org/drawingml/2006/main" noGrp="1"/>
          </p:cNvSpPr>
          <p:nvPr>
            <p:ph type="pic" idx="38" hasCustomPrompt="1"/>
          </p:nvPr>
        </p:nvSpPr>
        <p:spPr>
          <a:xfrm xmlns:a="http://schemas.openxmlformats.org/drawingml/2006/main">
            <a:off x="5364488" y="1687766"/>
            <a:ext cx="6249629" cy="3763219"/>
          </a:xfrm>
        </p:spPr>
        <p:txBody>
          <a:bodyPr xmlns:a="http://schemas.openxmlformats.org/drawingml/2006/main" anchor="ctr"/>
          <a:lstStyle xmlns:a="http://schemas.openxmlformats.org/drawingml/2006/main">
            <a:lvl1pPr algn="ctr">
              <a:buNone/>
              <a:defRPr sz="1400"/>
            </a:lvl1pPr>
          </a:lstStyle>
          <a:p xmlns:a="http://schemas.openxmlformats.org/drawingml/2006/main">
            <a:r>
              <a:t>Click icon to add screenshot</a:t>
            </a:r>
          </a:p>
          <a:p xmlns:a="http://schemas.openxmlformats.org/drawingml/2006/main"/>
          <a:p xmlns:a="http://schemas.openxmlformats.org/drawingml/2006/main"/>
        </p:txBody>
      </p:sp>
      <p:sp>
        <p:nvSpPr>
          <p:cNvPr id="7" name="Date Placeholder 6">
            <a:extLst xmlns:a="http://schemas.openxmlformats.org/drawingml/2006/main">
              <a:ext uri="{FF2B5EF4-FFF2-40B4-BE49-F238E27FC236}">
                <a16:creationId xmlns:a16="http://schemas.microsoft.com/office/drawing/2014/main" id="{C7CE0BE4-93A5-DB1D-F47F-8A3A2340A22F}"/>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F4DE5ABA-CB53-FC70-E369-02BB4F0011F3}"/>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4" name="Slide Number Placeholder 13">
            <a:extLst xmlns:a="http://schemas.openxmlformats.org/drawingml/2006/main">
              <a:ext uri="{FF2B5EF4-FFF2-40B4-BE49-F238E27FC236}">
                <a16:creationId xmlns:a16="http://schemas.microsoft.com/office/drawing/2014/main" id="{2B4CB10F-2F28-72DD-7A36-3E77E3918A99}"/>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0.xml><?xml version="1.0" encoding="utf-8"?>
<p:sldLayout xmlns:p="http://schemas.openxmlformats.org/presentationml/2006/main" userDrawn="1">
  <p:cSld name="Light - Story with quote, and image">
    <p:bg>
      <p:bgRef idx="1001">
        <a:schemeClr xmlns:a="http://schemas.openxmlformats.org/drawingml/2006/main" val="bg2"/>
      </p:bgRef>
    </p:bg>
    <p:spTree>
      <p:nvGrpSpPr>
        <p:cNvPr id="1" name=""/>
        <p:cNvGrpSpPr/>
        <p:nvPr/>
      </p:nvGrpSpPr>
      <p:grpSpPr>
        <a:xfrm xmlns:a="http://schemas.openxmlformats.org/drawingml/2006/main"/>
      </p:grpSpPr>
      <p:sp>
        <p:nvSpPr>
          <p:cNvPr id="43" name="Title 1">
            <a:extLst xmlns:a="http://schemas.openxmlformats.org/drawingml/2006/main">
              <a:ext uri="{FF2B5EF4-FFF2-40B4-BE49-F238E27FC236}">
                <a16:creationId xmlns:a16="http://schemas.microsoft.com/office/drawing/2014/main" id="{74151B34-23FE-44F5-A716-0730CC7BA85D}"/>
              </a:ext>
            </a:extLst>
          </p:cNvPr>
          <p:cNvSpPr>
            <a:spLocks xmlns:a="http://schemas.openxmlformats.org/drawingml/2006/main" noGrp="1"/>
          </p:cNvSpPr>
          <p:nvPr>
            <p:ph type="title" idx="0" hasCustomPrompt="1"/>
          </p:nvPr>
        </p:nvSpPr>
        <p:spPr>
          <a:xfrm xmlns:a="http://schemas.openxmlformats.org/drawingml/2006/main">
            <a:off x="762000" y="1274060"/>
            <a:ext cx="4744029" cy="822960"/>
          </a:xfrm>
        </p:spPr>
        <p:txBody>
          <a:bodyPr xmlns:a="http://schemas.openxmlformats.org/drawingml/2006/main"/>
          <a:lstStyle xmlns:a="http://schemas.openxmlformats.org/drawingml/2006/main">
            <a:lvl1pPr>
              <a:buNone/>
              <a:defRPr>
                <a:solidFill>
                  <a:schemeClr val="tx1"/>
                </a:solidFill>
                <a:latin typeface="+mn-lt"/>
                <a:ea typeface="+mn-lt"/>
                <a:cs typeface="+mn-lt"/>
              </a:defRPr>
            </a:lvl1pPr>
          </a:lstStyle>
          <a:p xmlns:a="http://schemas.openxmlformats.org/drawingml/2006/main">
            <a:r>
              <a:t>Click to edit title text styles</a:t>
            </a:r>
          </a:p>
        </p:txBody>
      </p:sp>
      <p:sp>
        <p:nvSpPr>
          <p:cNvPr id="2" name="Rectangle 1">
            <a:extLst xmlns:a="http://schemas.openxmlformats.org/drawingml/2006/main">
              <a:ext uri="{FF2B5EF4-FFF2-40B4-BE49-F238E27FC236}">
                <a16:creationId xmlns:a16="http://schemas.microsoft.com/office/drawing/2014/main" id="{848688E9-F02D-F34B-A466-BC7C5A6028DB}"/>
              </a:ext>
            </a:extLst>
          </p:cNvPr>
          <p:cNvSpPr>
            <a:spLocks xmlns:a="http://schemas.openxmlformats.org/drawingml/2006/main" noGrp="1"/>
          </p:cNvSpPr>
          <p:nvPr/>
        </p:nvSpPr>
        <p:spPr>
          <a:xfrm xmlns:a="http://schemas.openxmlformats.org/drawingml/2006/main">
            <a:off x="6096000" y="3429000"/>
            <a:ext cx="6096000" cy="3429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Content Placeholder 7">
            <a:extLst xmlns:a="http://schemas.openxmlformats.org/drawingml/2006/main">
              <a:ext uri="{FF2B5EF4-FFF2-40B4-BE49-F238E27FC236}">
                <a16:creationId xmlns:a16="http://schemas.microsoft.com/office/drawing/2014/main" id="{167FC9A2-EA1C-47AA-8CD1-519F2B2BA1D5}"/>
              </a:ext>
            </a:extLst>
          </p:cNvPr>
          <p:cNvSpPr>
            <a:spLocks xmlns:a="http://schemas.openxmlformats.org/drawingml/2006/main" noGrp="1"/>
          </p:cNvSpPr>
          <p:nvPr>
            <p:ph idx="28" hasCustomPrompt="1"/>
          </p:nvPr>
        </p:nvSpPr>
        <p:spPr>
          <a:xfrm xmlns:a="http://schemas.openxmlformats.org/drawingml/2006/main">
            <a:off x="761999" y="178676"/>
            <a:ext cx="2504420" cy="819258"/>
          </a:xfrm>
        </p:spPr>
        <p:txBody>
          <a:bodyPr xmlns:a="http://schemas.openxmlformats.org/drawingml/2006/main"/>
          <a:lstStyle xmlns:a="http://schemas.openxmlformats.org/drawingml/2006/main">
            <a:lvl1pPr>
              <a:buNone/>
              <a:defRPr sz="800">
                <a:latin typeface="Oracle Sans Light"/>
                <a:ea typeface="Oracle Sans Light"/>
                <a:cs typeface="Oracle Sans Light"/>
              </a:defRPr>
            </a:lvl1pPr>
          </a:lstStyle>
          <a:p xmlns:a="http://schemas.openxmlformats.org/drawingml/2006/main">
            <a:pPr>
              <a:buNone/>
            </a:pPr>
            <a:r>
              <a:t>Click to insert partner logo</a:t>
            </a:r>
          </a:p>
        </p:txBody>
      </p:sp>
      <p:sp>
        <p:nvSpPr>
          <p:cNvPr id="23" name="Text Placeholder 3">
            <a:extLst xmlns:a="http://schemas.openxmlformats.org/drawingml/2006/main">
              <a:ext uri="{FF2B5EF4-FFF2-40B4-BE49-F238E27FC236}">
                <a16:creationId xmlns:a16="http://schemas.microsoft.com/office/drawing/2014/main" id="{B544B384-379B-D246-825E-82D80E47CA83}"/>
              </a:ext>
            </a:extLst>
          </p:cNvPr>
          <p:cNvSpPr>
            <a:spLocks xmlns:a="http://schemas.openxmlformats.org/drawingml/2006/main" noGrp="1"/>
          </p:cNvSpPr>
          <p:nvPr>
            <p:ph type="body" idx="20" hasCustomPrompt="1"/>
          </p:nvPr>
        </p:nvSpPr>
        <p:spPr>
          <a:xfrm xmlns:a="http://schemas.openxmlformats.org/drawingml/2006/main">
            <a:off x="6781820" y="3870511"/>
            <a:ext cx="4838705" cy="1358116"/>
          </a:xfrm>
        </p:spPr>
        <p:txBody>
          <a:bodyPr xmlns:a="http://schemas.openxmlformats.org/drawingml/2006/main"/>
          <a:lstStyle xmlns:a="http://schemas.openxmlformats.org/drawingml/2006/main">
            <a:lvl1pPr>
              <a:buNone/>
              <a:defRPr sz="1800">
                <a:solidFill>
                  <a:schemeClr val="tx1"/>
                </a:solidFill>
                <a:latin typeface="Georgia"/>
                <a:ea typeface="Georgia"/>
                <a:cs typeface="Georgia"/>
              </a:defRPr>
            </a:lvl1pPr>
          </a:lstStyle>
          <a:p xmlns:a="http://schemas.openxmlformats.org/drawingml/2006/main">
            <a:pPr>
              <a:buNone/>
            </a:pPr>
            <a:r>
              <a:t>“Quote goes up here.</a:t>
            </a:r>
            <a:r>
              <a:t> 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Ut </a:t>
            </a:r>
            <a:r>
              <a:t>enim</a:t>
            </a:r>
            <a:r>
              <a:t> ad minim </a:t>
            </a:r>
            <a:r>
              <a:t>veniam</a:t>
            </a:r>
            <a:r>
              <a:t>, </a:t>
            </a:r>
            <a:r>
              <a:t>quis</a:t>
            </a:r>
            <a:r>
              <a:t> </a:t>
            </a:r>
            <a:r>
              <a:t>nostrud</a:t>
            </a:r>
            <a:r>
              <a:t> exercitation </a:t>
            </a:r>
            <a:r>
              <a:t>ullamco</a:t>
            </a:r>
            <a:r>
              <a:t>.”</a:t>
            </a:r>
          </a:p>
        </p:txBody>
      </p:sp>
      <p:sp>
        <p:nvSpPr>
          <p:cNvPr id="18" name="Text Placeholder 3">
            <a:extLst xmlns:a="http://schemas.openxmlformats.org/drawingml/2006/main">
              <a:ext uri="{FF2B5EF4-FFF2-40B4-BE49-F238E27FC236}">
                <a16:creationId xmlns:a16="http://schemas.microsoft.com/office/drawing/2014/main" id="{124E7EE1-1F21-A94B-BD4C-80D5579EA0D8}"/>
              </a:ext>
            </a:extLst>
          </p:cNvPr>
          <p:cNvSpPr>
            <a:spLocks xmlns:a="http://schemas.openxmlformats.org/drawingml/2006/main" noGrp="1"/>
          </p:cNvSpPr>
          <p:nvPr>
            <p:ph type="body" idx="21" hasCustomPrompt="1"/>
          </p:nvPr>
        </p:nvSpPr>
        <p:spPr>
          <a:xfrm xmlns:a="http://schemas.openxmlformats.org/drawingml/2006/main">
            <a:off x="6781820" y="5608955"/>
            <a:ext cx="4838705" cy="269769"/>
          </a:xfrm>
        </p:spPr>
        <p:txBody>
          <a:bodyPr xmlns:a="http://schemas.openxmlformats.org/drawingml/2006/main" anchor="ctr"/>
          <a:lstStyle xmlns:a="http://schemas.openxmlformats.org/drawingml/2006/main">
            <a:lvl1pPr>
              <a:buNone/>
              <a:defRPr sz="1200" b="1" i="0">
                <a:solidFill>
                  <a:schemeClr val="tx1"/>
                </a:solidFill>
                <a:latin typeface="Oracle Sans"/>
                <a:ea typeface="Oracle Sans"/>
                <a:cs typeface="Oracle Sans"/>
              </a:defRPr>
            </a:lvl1pPr>
          </a:lstStyle>
          <a:p xmlns:a="http://schemas.openxmlformats.org/drawingml/2006/main">
            <a:pPr>
              <a:buNone/>
            </a:pPr>
            <a:r>
              <a:t>Person name</a:t>
            </a:r>
          </a:p>
        </p:txBody>
      </p:sp>
      <p:sp>
        <p:nvSpPr>
          <p:cNvPr id="19" name="Text Placeholder 3">
            <a:extLst xmlns:a="http://schemas.openxmlformats.org/drawingml/2006/main">
              <a:ext uri="{FF2B5EF4-FFF2-40B4-BE49-F238E27FC236}">
                <a16:creationId xmlns:a16="http://schemas.microsoft.com/office/drawing/2014/main" id="{EECEA0F4-62BE-D045-9B17-E8A1B43697E5}"/>
              </a:ext>
            </a:extLst>
          </p:cNvPr>
          <p:cNvSpPr>
            <a:spLocks xmlns:a="http://schemas.openxmlformats.org/drawingml/2006/main" noGrp="1"/>
          </p:cNvSpPr>
          <p:nvPr>
            <p:ph type="body" idx="22" hasCustomPrompt="1"/>
          </p:nvPr>
        </p:nvSpPr>
        <p:spPr>
          <a:xfrm xmlns:a="http://schemas.openxmlformats.org/drawingml/2006/main">
            <a:off x="6781819" y="5938133"/>
            <a:ext cx="4838705" cy="269769"/>
          </a:xfrm>
        </p:spPr>
        <p:txBody>
          <a:bodyPr xmlns:a="http://schemas.openxmlformats.org/drawingml/2006/main" anchor="ctr"/>
          <a:lstStyle xmlns:a="http://schemas.openxmlformats.org/drawingml/2006/main">
            <a:lvl1pPr>
              <a:buNone/>
              <a:defRPr sz="1200" b="0" i="0">
                <a:solidFill>
                  <a:schemeClr val="tx1"/>
                </a:solidFill>
                <a:latin typeface="Oracle Sans"/>
                <a:ea typeface="Oracle Sans"/>
                <a:cs typeface="Oracle Sans"/>
              </a:defRPr>
            </a:lvl1pPr>
          </a:lstStyle>
          <a:p xmlns:a="http://schemas.openxmlformats.org/drawingml/2006/main">
            <a:pPr>
              <a:buNone/>
            </a:pPr>
            <a:r>
              <a:t>Company name</a:t>
            </a:r>
          </a:p>
        </p:txBody>
      </p:sp>
      <p:sp>
        <p:nvSpPr>
          <p:cNvPr id="20" name="Text Placeholder 21">
            <a:extLst xmlns:a="http://schemas.openxmlformats.org/drawingml/2006/main">
              <a:ext uri="{FF2B5EF4-FFF2-40B4-BE49-F238E27FC236}">
                <a16:creationId xmlns:a16="http://schemas.microsoft.com/office/drawing/2014/main" id="{4C14E915-6287-F5A1-E319-1E5C8629A05F}"/>
              </a:ext>
            </a:extLst>
          </p:cNvPr>
          <p:cNvSpPr>
            <a:spLocks xmlns:a="http://schemas.openxmlformats.org/drawingml/2006/main" noGrp="1"/>
          </p:cNvSpPr>
          <p:nvPr>
            <p:ph type="body" idx="32" hasCustomPrompt="1"/>
          </p:nvPr>
        </p:nvSpPr>
        <p:spPr>
          <a:xfrm xmlns:a="http://schemas.openxmlformats.org/drawingml/2006/main">
            <a:off x="770368" y="2436573"/>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Business challenges</a:t>
            </a:r>
          </a:p>
        </p:txBody>
      </p:sp>
      <p:sp>
        <p:nvSpPr>
          <p:cNvPr id="21" name="Text Placeholder 19">
            <a:extLst xmlns:a="http://schemas.openxmlformats.org/drawingml/2006/main">
              <a:ext uri="{FF2B5EF4-FFF2-40B4-BE49-F238E27FC236}">
                <a16:creationId xmlns:a16="http://schemas.microsoft.com/office/drawing/2014/main" id="{F78AAD0E-863E-A8EC-378E-CA7D3BEDF692}"/>
              </a:ext>
            </a:extLst>
          </p:cNvPr>
          <p:cNvSpPr>
            <a:spLocks xmlns:a="http://schemas.openxmlformats.org/drawingml/2006/main" noGrp="1"/>
          </p:cNvSpPr>
          <p:nvPr>
            <p:ph type="body" idx="44"/>
          </p:nvPr>
        </p:nvSpPr>
        <p:spPr>
          <a:xfrm xmlns:a="http://schemas.openxmlformats.org/drawingml/2006/main">
            <a:off x="768875" y="2780015"/>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4" name="Text Placeholder 21">
            <a:extLst xmlns:a="http://schemas.openxmlformats.org/drawingml/2006/main">
              <a:ext uri="{FF2B5EF4-FFF2-40B4-BE49-F238E27FC236}">
                <a16:creationId xmlns:a16="http://schemas.microsoft.com/office/drawing/2014/main" id="{C0BA352F-F67A-5E33-FBD8-084FF44A0F3F}"/>
              </a:ext>
            </a:extLst>
          </p:cNvPr>
          <p:cNvSpPr>
            <a:spLocks xmlns:a="http://schemas.openxmlformats.org/drawingml/2006/main" noGrp="1"/>
          </p:cNvSpPr>
          <p:nvPr>
            <p:ph type="body" idx="38" hasCustomPrompt="1"/>
          </p:nvPr>
        </p:nvSpPr>
        <p:spPr>
          <a:xfrm xmlns:a="http://schemas.openxmlformats.org/drawingml/2006/main">
            <a:off x="770368" y="3533895"/>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Why Oracle</a:t>
            </a:r>
          </a:p>
        </p:txBody>
      </p:sp>
      <p:sp>
        <p:nvSpPr>
          <p:cNvPr id="25" name="Text Placeholder 19">
            <a:extLst xmlns:a="http://schemas.openxmlformats.org/drawingml/2006/main">
              <a:ext uri="{FF2B5EF4-FFF2-40B4-BE49-F238E27FC236}">
                <a16:creationId xmlns:a16="http://schemas.microsoft.com/office/drawing/2014/main" id="{97385F7D-6D1D-86CA-110E-A65805CE4790}"/>
              </a:ext>
            </a:extLst>
          </p:cNvPr>
          <p:cNvSpPr>
            <a:spLocks xmlns:a="http://schemas.openxmlformats.org/drawingml/2006/main" noGrp="1"/>
          </p:cNvSpPr>
          <p:nvPr>
            <p:ph type="body" idx="45"/>
          </p:nvPr>
        </p:nvSpPr>
        <p:spPr>
          <a:xfrm xmlns:a="http://schemas.openxmlformats.org/drawingml/2006/main">
            <a:off x="768875" y="3878228"/>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6" name="Text Placeholder 21">
            <a:extLst xmlns:a="http://schemas.openxmlformats.org/drawingml/2006/main">
              <a:ext uri="{FF2B5EF4-FFF2-40B4-BE49-F238E27FC236}">
                <a16:creationId xmlns:a16="http://schemas.microsoft.com/office/drawing/2014/main" id="{FCE282E2-5D44-8D75-1898-6AEA0F8C1C09}"/>
              </a:ext>
            </a:extLst>
          </p:cNvPr>
          <p:cNvSpPr>
            <a:spLocks xmlns:a="http://schemas.openxmlformats.org/drawingml/2006/main" noGrp="1"/>
          </p:cNvSpPr>
          <p:nvPr>
            <p:ph type="body" idx="46" hasCustomPrompt="1"/>
          </p:nvPr>
        </p:nvSpPr>
        <p:spPr>
          <a:xfrm xmlns:a="http://schemas.openxmlformats.org/drawingml/2006/main">
            <a:off x="770367" y="463591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Result</a:t>
            </a:r>
          </a:p>
        </p:txBody>
      </p:sp>
      <p:sp>
        <p:nvSpPr>
          <p:cNvPr id="32" name="Text Placeholder 19">
            <a:extLst xmlns:a="http://schemas.openxmlformats.org/drawingml/2006/main">
              <a:ext uri="{FF2B5EF4-FFF2-40B4-BE49-F238E27FC236}">
                <a16:creationId xmlns:a16="http://schemas.microsoft.com/office/drawing/2014/main" id="{78684B9E-4AF4-B988-B9FA-63EF07B490FD}"/>
              </a:ext>
            </a:extLst>
          </p:cNvPr>
          <p:cNvSpPr>
            <a:spLocks xmlns:a="http://schemas.openxmlformats.org/drawingml/2006/main" noGrp="1"/>
          </p:cNvSpPr>
          <p:nvPr>
            <p:ph type="body" idx="47" hasCustomPrompt="1"/>
          </p:nvPr>
        </p:nvSpPr>
        <p:spPr>
          <a:xfrm xmlns:a="http://schemas.openxmlformats.org/drawingml/2006/main">
            <a:off x="768875" y="5010631"/>
            <a:ext cx="2258104" cy="304127"/>
          </a:xfrm>
        </p:spPr>
        <p:txBody>
          <a:bodyPr xmlns:a="http://schemas.openxmlformats.org/drawingml/2006/main" anchor="b"/>
          <a:lstStyle xmlns:a="http://schemas.openxmlformats.org/drawingml/2006/main">
            <a:lvl1pPr>
              <a:lnSpc>
                <a:spcPct val="100000"/>
              </a:lnSpc>
              <a:buNone/>
              <a:defRPr sz="1200" b="1"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Result 1</a:t>
            </a:r>
          </a:p>
        </p:txBody>
      </p:sp>
      <p:sp>
        <p:nvSpPr>
          <p:cNvPr id="36" name="Text Placeholder 19">
            <a:extLst xmlns:a="http://schemas.openxmlformats.org/drawingml/2006/main">
              <a:ext uri="{FF2B5EF4-FFF2-40B4-BE49-F238E27FC236}">
                <a16:creationId xmlns:a16="http://schemas.microsoft.com/office/drawing/2014/main" id="{8E8CD5E9-9DB1-7D4C-37D6-37209F082819}"/>
              </a:ext>
            </a:extLst>
          </p:cNvPr>
          <p:cNvSpPr>
            <a:spLocks xmlns:a="http://schemas.openxmlformats.org/drawingml/2006/main" noGrp="1"/>
          </p:cNvSpPr>
          <p:nvPr>
            <p:ph type="body" idx="50"/>
          </p:nvPr>
        </p:nvSpPr>
        <p:spPr>
          <a:xfrm xmlns:a="http://schemas.openxmlformats.org/drawingml/2006/main">
            <a:off x="768875" y="5354986"/>
            <a:ext cx="2258104" cy="618248"/>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41" name="Text Placeholder 19">
            <a:extLst xmlns:a="http://schemas.openxmlformats.org/drawingml/2006/main">
              <a:ext uri="{FF2B5EF4-FFF2-40B4-BE49-F238E27FC236}">
                <a16:creationId xmlns:a16="http://schemas.microsoft.com/office/drawing/2014/main" id="{EBB6E9E6-28D8-BBCA-0BB7-15E4DEB80D17}"/>
              </a:ext>
            </a:extLst>
          </p:cNvPr>
          <p:cNvSpPr>
            <a:spLocks xmlns:a="http://schemas.openxmlformats.org/drawingml/2006/main" noGrp="1"/>
          </p:cNvSpPr>
          <p:nvPr>
            <p:ph type="body" idx="51" hasCustomPrompt="1"/>
          </p:nvPr>
        </p:nvSpPr>
        <p:spPr>
          <a:xfrm xmlns:a="http://schemas.openxmlformats.org/drawingml/2006/main">
            <a:off x="3274795" y="5015715"/>
            <a:ext cx="2258104" cy="304127"/>
          </a:xfrm>
        </p:spPr>
        <p:txBody>
          <a:bodyPr xmlns:a="http://schemas.openxmlformats.org/drawingml/2006/main" anchor="b"/>
          <a:lstStyle xmlns:a="http://schemas.openxmlformats.org/drawingml/2006/main">
            <a:lvl1pPr>
              <a:lnSpc>
                <a:spcPct val="100000"/>
              </a:lnSpc>
              <a:buNone/>
              <a:defRPr sz="1200" b="1"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Result 2</a:t>
            </a:r>
          </a:p>
        </p:txBody>
      </p:sp>
      <p:sp>
        <p:nvSpPr>
          <p:cNvPr id="42" name="Text Placeholder 19">
            <a:extLst xmlns:a="http://schemas.openxmlformats.org/drawingml/2006/main">
              <a:ext uri="{FF2B5EF4-FFF2-40B4-BE49-F238E27FC236}">
                <a16:creationId xmlns:a16="http://schemas.microsoft.com/office/drawing/2014/main" id="{4DD9F86A-700A-8EBA-A4A6-BC6B400BACE3}"/>
              </a:ext>
            </a:extLst>
          </p:cNvPr>
          <p:cNvSpPr>
            <a:spLocks xmlns:a="http://schemas.openxmlformats.org/drawingml/2006/main" noGrp="1"/>
          </p:cNvSpPr>
          <p:nvPr>
            <p:ph type="body" idx="52"/>
          </p:nvPr>
        </p:nvSpPr>
        <p:spPr>
          <a:xfrm xmlns:a="http://schemas.openxmlformats.org/drawingml/2006/main">
            <a:off x="3274795" y="5342942"/>
            <a:ext cx="2258104" cy="618248"/>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3" name="Picture Placeholder 17">
            <a:extLst xmlns:a="http://schemas.openxmlformats.org/drawingml/2006/main">
              <a:ext uri="{FF2B5EF4-FFF2-40B4-BE49-F238E27FC236}">
                <a16:creationId xmlns:a16="http://schemas.microsoft.com/office/drawing/2014/main" id="{EE7EF218-A785-F9A6-5ED4-ABEAAE6312D3}"/>
              </a:ext>
            </a:extLst>
          </p:cNvPr>
          <p:cNvSpPr>
            <a:spLocks xmlns:a="http://schemas.openxmlformats.org/drawingml/2006/main" noGrp="1"/>
          </p:cNvSpPr>
          <p:nvPr>
            <p:ph type="pic" idx="53" hasCustomPrompt="1"/>
          </p:nvPr>
        </p:nvSpPr>
        <p:spPr>
          <a:xfrm xmlns:a="http://schemas.openxmlformats.org/drawingml/2006/main">
            <a:off x="6096000" y="0"/>
            <a:ext cx="6096000" cy="3428682"/>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pic>
        <p:nvPicPr>
          <p:cNvPr id="59" name="OTag"/>
          <p:cNvPicPr>
            <a:picLocks xmlns:a="http://schemas.openxmlformats.org/drawingml/2006/main" noChangeAspect="1"/>
          </p:cNvPicPr>
          <p:nvPr/>
        </p:nvPicPr>
        <p:blipFill>
          <a:blip xmlns:r="http://schemas.openxmlformats.org/officeDocument/2006/relationships" xmlns:a="http://schemas.openxmlformats.org/drawingml/2006/main" r:embed="R469c7b94166b4843"/>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pic>
        <p:nvPicPr>
          <p:cNvPr id="60" name="Graphic 4"/>
          <p:cNvPicPr>
            <a:picLocks xmlns:a="http://schemas.openxmlformats.org/drawingml/2006/main" noChangeAspect="1"/>
          </p:cNvPicPr>
          <p:nvPr/>
        </p:nvPicPr>
        <p:blipFill>
          <a:blip xmlns:r="http://schemas.openxmlformats.org/officeDocument/2006/relationships" xmlns:a="http://schemas.openxmlformats.org/drawingml/2006/main" r:embed="R7cea9ebb49c8482b">
            <a:extLst>
              <a:ext uri="{96DAC541-7B7A-43D3-8B79-37D633B846F1}">
                <asvg:svgBlip xmlns:asvg="http://schemas.microsoft.com/office/drawing/2016/SVG/main" r:embed="R3678cadefc6444f1"/>
              </a:ext>
            </a:extLst>
          </a:blip>
          <a:srcRect xmlns:a="http://schemas.openxmlformats.org/drawingml/2006/main" l="-9503" t="21585" r="0" b="15557"/>
          <a:stretch xmlns:a="http://schemas.openxmlformats.org/drawingml/2006/main"/>
        </p:blipFill>
        <p:spPr>
          <a:xfrm xmlns:a="http://schemas.openxmlformats.org/drawingml/2006/main">
            <a:off x="8834980" y="3428681"/>
            <a:ext cx="3357020" cy="1284671"/>
          </a:xfrm>
          <a:prstGeom xmlns:a="http://schemas.openxmlformats.org/drawingml/2006/main" prst="rect">
            <a:avLst/>
          </a:prstGeom>
        </p:spPr>
      </p:pic>
      <p:sp>
        <p:nvSpPr>
          <p:cNvPr id="6" name="Text Placeholder 21">
            <a:extLst xmlns:a="http://schemas.openxmlformats.org/drawingml/2006/main">
              <a:ext uri="{FF2B5EF4-FFF2-40B4-BE49-F238E27FC236}">
                <a16:creationId xmlns:a16="http://schemas.microsoft.com/office/drawing/2014/main" id="{57B65472-0A7B-E1E2-E938-97D6EFD8291F}"/>
              </a:ext>
            </a:extLst>
          </p:cNvPr>
          <p:cNvSpPr>
            <a:spLocks xmlns:a="http://schemas.openxmlformats.org/drawingml/2006/main" noGrp="1"/>
          </p:cNvSpPr>
          <p:nvPr>
            <p:ph type="body" idx="54" hasCustomPrompt="1"/>
          </p:nvPr>
        </p:nvSpPr>
        <p:spPr>
          <a:xfrm xmlns:a="http://schemas.openxmlformats.org/drawingml/2006/main">
            <a:off x="768875" y="6104842"/>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200" b="1" i="0">
                <a:solidFill>
                  <a:schemeClr val="tx1"/>
                </a:solidFill>
                <a:latin typeface="Oracle Sans Tab"/>
                <a:ea typeface="Oracle Sans Tab"/>
                <a:cs typeface="Oracle Sans Tab"/>
              </a:defRPr>
            </a:lvl1pPr>
          </a:lstStyle>
          <a:p xmlns:a="http://schemas.openxmlformats.org/drawingml/2006/main">
            <a:pPr>
              <a:buNone/>
            </a:pPr>
            <a:r>
              <a:t>Call to action</a:t>
            </a:r>
          </a:p>
        </p:txBody>
      </p:sp>
      <p:sp>
        <p:nvSpPr>
          <p:cNvPr id="10" name="Date Placeholder 9">
            <a:extLst xmlns:a="http://schemas.openxmlformats.org/drawingml/2006/main">
              <a:ext uri="{FF2B5EF4-FFF2-40B4-BE49-F238E27FC236}">
                <a16:creationId xmlns:a16="http://schemas.microsoft.com/office/drawing/2014/main" id="{E6C8778A-E17C-244C-CA78-7C2BE2E9B474}"/>
              </a:ext>
            </a:extLst>
          </p:cNvPr>
          <p:cNvSpPr>
            <a:spLocks xmlns:a="http://schemas.openxmlformats.org/drawingml/2006/main" noGrp="1"/>
          </p:cNvSpPr>
          <p:nvPr>
            <p:ph type="dt" idx="55"/>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D92D176D-8959-FE7C-849D-985A17A9EF33}"/>
              </a:ext>
            </a:extLst>
          </p:cNvPr>
          <p:cNvSpPr>
            <a:spLocks xmlns:a="http://schemas.openxmlformats.org/drawingml/2006/main" noGrp="1"/>
          </p:cNvSpPr>
          <p:nvPr>
            <p:ph type="ftr" idx="5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D9A6135E-BDD4-91A2-C0C5-F3895FA29AC8}"/>
              </a:ext>
            </a:extLst>
          </p:cNvPr>
          <p:cNvSpPr>
            <a:spLocks xmlns:a="http://schemas.openxmlformats.org/drawingml/2006/main" noGrp="1"/>
          </p:cNvSpPr>
          <p:nvPr>
            <p:ph type="sldNum" idx="5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1.xml><?xml version="1.0" encoding="utf-8"?>
<p:sldLayout xmlns:p="http://schemas.openxmlformats.org/presentationml/2006/main" preserve="1" userDrawn="1">
  <p:cSld name="Light - Story with photo and stats">
    <p:bg>
      <p:bgRef idx="1001">
        <a:schemeClr xmlns:a="http://schemas.openxmlformats.org/drawingml/2006/main" val="bg2"/>
      </p:bgRef>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48688E9-F02D-F34B-A466-BC7C5A6028DB}"/>
              </a:ext>
            </a:extLst>
          </p:cNvPr>
          <p:cNvSpPr>
            <a:spLocks xmlns:a="http://schemas.openxmlformats.org/drawingml/2006/main" noGrp="1"/>
          </p:cNvSpPr>
          <p:nvPr/>
        </p:nvSpPr>
        <p:spPr>
          <a:xfrm xmlns:a="http://schemas.openxmlformats.org/drawingml/2006/main">
            <a:off x="6096000" y="3429000"/>
            <a:ext cx="6096000" cy="3429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Content Placeholder 7">
            <a:extLst xmlns:a="http://schemas.openxmlformats.org/drawingml/2006/main">
              <a:ext uri="{FF2B5EF4-FFF2-40B4-BE49-F238E27FC236}">
                <a16:creationId xmlns:a16="http://schemas.microsoft.com/office/drawing/2014/main" id="{167FC9A2-EA1C-47AA-8CD1-519F2B2BA1D5}"/>
              </a:ext>
            </a:extLst>
          </p:cNvPr>
          <p:cNvSpPr>
            <a:spLocks xmlns:a="http://schemas.openxmlformats.org/drawingml/2006/main" noGrp="1"/>
          </p:cNvSpPr>
          <p:nvPr>
            <p:ph idx="28" hasCustomPrompt="1"/>
          </p:nvPr>
        </p:nvSpPr>
        <p:spPr>
          <a:xfrm xmlns:a="http://schemas.openxmlformats.org/drawingml/2006/main">
            <a:off x="761999" y="178676"/>
            <a:ext cx="2504420" cy="819258"/>
          </a:xfrm>
        </p:spPr>
        <p:txBody>
          <a:bodyPr xmlns:a="http://schemas.openxmlformats.org/drawingml/2006/main"/>
          <a:lstStyle xmlns:a="http://schemas.openxmlformats.org/drawingml/2006/main">
            <a:lvl1pPr>
              <a:buNone/>
              <a:defRPr sz="800">
                <a:latin typeface="Oracle Sans Light"/>
                <a:ea typeface="Oracle Sans Light"/>
                <a:cs typeface="Oracle Sans Light"/>
              </a:defRPr>
            </a:lvl1pPr>
          </a:lstStyle>
          <a:p xmlns:a="http://schemas.openxmlformats.org/drawingml/2006/main">
            <a:pPr>
              <a:buNone/>
            </a:pPr>
            <a:r>
              <a:t>Click to insert partner logo</a:t>
            </a:r>
          </a:p>
        </p:txBody>
      </p:sp>
      <p:sp>
        <p:nvSpPr>
          <p:cNvPr id="43" name="Title 1">
            <a:extLst xmlns:a="http://schemas.openxmlformats.org/drawingml/2006/main">
              <a:ext uri="{FF2B5EF4-FFF2-40B4-BE49-F238E27FC236}">
                <a16:creationId xmlns:a16="http://schemas.microsoft.com/office/drawing/2014/main" id="{74151B34-23FE-44F5-A716-0730CC7BA85D}"/>
              </a:ext>
            </a:extLst>
          </p:cNvPr>
          <p:cNvSpPr>
            <a:spLocks xmlns:a="http://schemas.openxmlformats.org/drawingml/2006/main" noGrp="1"/>
          </p:cNvSpPr>
          <p:nvPr>
            <p:ph type="title" idx="0" hasCustomPrompt="1"/>
          </p:nvPr>
        </p:nvSpPr>
        <p:spPr>
          <a:xfrm xmlns:a="http://schemas.openxmlformats.org/drawingml/2006/main">
            <a:off x="762000" y="1274060"/>
            <a:ext cx="4744029" cy="822960"/>
          </a:xfrm>
        </p:spPr>
        <p:txBody>
          <a:bodyPr xmlns:a="http://schemas.openxmlformats.org/drawingml/2006/main"/>
          <a:lstStyle xmlns:a="http://schemas.openxmlformats.org/drawingml/2006/main">
            <a:lvl1pPr>
              <a:buNone/>
              <a:defRPr>
                <a:solidFill>
                  <a:schemeClr val="tx1"/>
                </a:solidFill>
                <a:latin typeface="+mn-lt"/>
                <a:ea typeface="+mn-lt"/>
                <a:cs typeface="+mn-lt"/>
              </a:defRPr>
            </a:lvl1pPr>
          </a:lstStyle>
          <a:p xmlns:a="http://schemas.openxmlformats.org/drawingml/2006/main">
            <a:r>
              <a:t>Click to edit title text styles</a:t>
            </a:r>
          </a:p>
        </p:txBody>
      </p:sp>
      <p:sp>
        <p:nvSpPr>
          <p:cNvPr id="20" name="Text Placeholder 21">
            <a:extLst xmlns:a="http://schemas.openxmlformats.org/drawingml/2006/main">
              <a:ext uri="{FF2B5EF4-FFF2-40B4-BE49-F238E27FC236}">
                <a16:creationId xmlns:a16="http://schemas.microsoft.com/office/drawing/2014/main" id="{4C14E915-6287-F5A1-E319-1E5C8629A05F}"/>
              </a:ext>
            </a:extLst>
          </p:cNvPr>
          <p:cNvSpPr>
            <a:spLocks xmlns:a="http://schemas.openxmlformats.org/drawingml/2006/main" noGrp="1"/>
          </p:cNvSpPr>
          <p:nvPr>
            <p:ph type="body" idx="32" hasCustomPrompt="1"/>
          </p:nvPr>
        </p:nvSpPr>
        <p:spPr>
          <a:xfrm xmlns:a="http://schemas.openxmlformats.org/drawingml/2006/main">
            <a:off x="770368" y="2436573"/>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Business challenges</a:t>
            </a:r>
          </a:p>
        </p:txBody>
      </p:sp>
      <p:sp>
        <p:nvSpPr>
          <p:cNvPr id="21" name="Text Placeholder 19">
            <a:extLst xmlns:a="http://schemas.openxmlformats.org/drawingml/2006/main">
              <a:ext uri="{FF2B5EF4-FFF2-40B4-BE49-F238E27FC236}">
                <a16:creationId xmlns:a16="http://schemas.microsoft.com/office/drawing/2014/main" id="{F78AAD0E-863E-A8EC-378E-CA7D3BEDF692}"/>
              </a:ext>
            </a:extLst>
          </p:cNvPr>
          <p:cNvSpPr>
            <a:spLocks xmlns:a="http://schemas.openxmlformats.org/drawingml/2006/main" noGrp="1"/>
          </p:cNvSpPr>
          <p:nvPr>
            <p:ph type="body" idx="44"/>
          </p:nvPr>
        </p:nvSpPr>
        <p:spPr>
          <a:xfrm xmlns:a="http://schemas.openxmlformats.org/drawingml/2006/main">
            <a:off x="768875" y="2780015"/>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4" name="Text Placeholder 21">
            <a:extLst xmlns:a="http://schemas.openxmlformats.org/drawingml/2006/main">
              <a:ext uri="{FF2B5EF4-FFF2-40B4-BE49-F238E27FC236}">
                <a16:creationId xmlns:a16="http://schemas.microsoft.com/office/drawing/2014/main" id="{C0BA352F-F67A-5E33-FBD8-084FF44A0F3F}"/>
              </a:ext>
            </a:extLst>
          </p:cNvPr>
          <p:cNvSpPr>
            <a:spLocks xmlns:a="http://schemas.openxmlformats.org/drawingml/2006/main" noGrp="1"/>
          </p:cNvSpPr>
          <p:nvPr>
            <p:ph type="body" idx="38" hasCustomPrompt="1"/>
          </p:nvPr>
        </p:nvSpPr>
        <p:spPr>
          <a:xfrm xmlns:a="http://schemas.openxmlformats.org/drawingml/2006/main">
            <a:off x="770368" y="3703827"/>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Why Oracle</a:t>
            </a:r>
          </a:p>
        </p:txBody>
      </p:sp>
      <p:sp>
        <p:nvSpPr>
          <p:cNvPr id="25" name="Text Placeholder 19">
            <a:extLst xmlns:a="http://schemas.openxmlformats.org/drawingml/2006/main">
              <a:ext uri="{FF2B5EF4-FFF2-40B4-BE49-F238E27FC236}">
                <a16:creationId xmlns:a16="http://schemas.microsoft.com/office/drawing/2014/main" id="{97385F7D-6D1D-86CA-110E-A65805CE4790}"/>
              </a:ext>
            </a:extLst>
          </p:cNvPr>
          <p:cNvSpPr>
            <a:spLocks xmlns:a="http://schemas.openxmlformats.org/drawingml/2006/main" noGrp="1"/>
          </p:cNvSpPr>
          <p:nvPr>
            <p:ph type="body" idx="45"/>
          </p:nvPr>
        </p:nvSpPr>
        <p:spPr>
          <a:xfrm xmlns:a="http://schemas.openxmlformats.org/drawingml/2006/main">
            <a:off x="768875" y="4048160"/>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6" name="Text Placeholder 21">
            <a:extLst xmlns:a="http://schemas.openxmlformats.org/drawingml/2006/main">
              <a:ext uri="{FF2B5EF4-FFF2-40B4-BE49-F238E27FC236}">
                <a16:creationId xmlns:a16="http://schemas.microsoft.com/office/drawing/2014/main" id="{FCE282E2-5D44-8D75-1898-6AEA0F8C1C09}"/>
              </a:ext>
            </a:extLst>
          </p:cNvPr>
          <p:cNvSpPr>
            <a:spLocks xmlns:a="http://schemas.openxmlformats.org/drawingml/2006/main" noGrp="1"/>
          </p:cNvSpPr>
          <p:nvPr>
            <p:ph type="body" idx="46" hasCustomPrompt="1"/>
          </p:nvPr>
        </p:nvSpPr>
        <p:spPr>
          <a:xfrm xmlns:a="http://schemas.openxmlformats.org/drawingml/2006/main">
            <a:off x="770367" y="4870581"/>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Result</a:t>
            </a:r>
          </a:p>
        </p:txBody>
      </p:sp>
      <p:sp>
        <p:nvSpPr>
          <p:cNvPr id="3" name="Text Placeholder 19">
            <a:extLst xmlns:a="http://schemas.openxmlformats.org/drawingml/2006/main">
              <a:ext uri="{FF2B5EF4-FFF2-40B4-BE49-F238E27FC236}">
                <a16:creationId xmlns:a16="http://schemas.microsoft.com/office/drawing/2014/main" id="{C9B029B0-1EAB-FE8A-291E-9E218344064A}"/>
              </a:ext>
            </a:extLst>
          </p:cNvPr>
          <p:cNvSpPr>
            <a:spLocks xmlns:a="http://schemas.openxmlformats.org/drawingml/2006/main" noGrp="1"/>
          </p:cNvSpPr>
          <p:nvPr>
            <p:ph type="body" idx="47"/>
          </p:nvPr>
        </p:nvSpPr>
        <p:spPr>
          <a:xfrm xmlns:a="http://schemas.openxmlformats.org/drawingml/2006/main">
            <a:off x="761999" y="5225528"/>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4" name="Text Placeholder 21">
            <a:extLst xmlns:a="http://schemas.openxmlformats.org/drawingml/2006/main">
              <a:ext uri="{FF2B5EF4-FFF2-40B4-BE49-F238E27FC236}">
                <a16:creationId xmlns:a16="http://schemas.microsoft.com/office/drawing/2014/main" id="{36B97647-97D2-408B-413C-E65D6A6051E5}"/>
              </a:ext>
            </a:extLst>
          </p:cNvPr>
          <p:cNvSpPr>
            <a:spLocks xmlns:a="http://schemas.openxmlformats.org/drawingml/2006/main" noGrp="1"/>
          </p:cNvSpPr>
          <p:nvPr>
            <p:ph type="body" idx="14" hasCustomPrompt="1"/>
          </p:nvPr>
        </p:nvSpPr>
        <p:spPr>
          <a:xfrm xmlns:a="http://schemas.openxmlformats.org/drawingml/2006/main">
            <a:off x="6739049" y="3922382"/>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a:buNone/>
            </a:pPr>
            <a:r>
              <a:t>#Stat</a:t>
            </a:r>
          </a:p>
        </p:txBody>
      </p:sp>
      <p:sp>
        <p:nvSpPr>
          <p:cNvPr id="5" name="Text Placeholder 21">
            <a:extLst xmlns:a="http://schemas.openxmlformats.org/drawingml/2006/main">
              <a:ext uri="{FF2B5EF4-FFF2-40B4-BE49-F238E27FC236}">
                <a16:creationId xmlns:a16="http://schemas.microsoft.com/office/drawing/2014/main" id="{3A3580F8-D690-3030-C6AC-4866E9825F61}"/>
              </a:ext>
            </a:extLst>
          </p:cNvPr>
          <p:cNvSpPr>
            <a:spLocks xmlns:a="http://schemas.openxmlformats.org/drawingml/2006/main" noGrp="1"/>
          </p:cNvSpPr>
          <p:nvPr>
            <p:ph type="body" idx="30" hasCustomPrompt="1"/>
          </p:nvPr>
        </p:nvSpPr>
        <p:spPr>
          <a:xfrm xmlns:a="http://schemas.openxmlformats.org/drawingml/2006/main">
            <a:off x="8448458" y="3933540"/>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p>
        </p:txBody>
      </p:sp>
      <p:sp>
        <p:nvSpPr>
          <p:cNvPr id="7" name="Text Placeholder 21">
            <a:extLst xmlns:a="http://schemas.openxmlformats.org/drawingml/2006/main">
              <a:ext uri="{FF2B5EF4-FFF2-40B4-BE49-F238E27FC236}">
                <a16:creationId xmlns:a16="http://schemas.microsoft.com/office/drawing/2014/main" id="{44C5C283-5935-B42C-7120-D243BA9A2913}"/>
              </a:ext>
            </a:extLst>
          </p:cNvPr>
          <p:cNvSpPr>
            <a:spLocks xmlns:a="http://schemas.openxmlformats.org/drawingml/2006/main" noGrp="1"/>
          </p:cNvSpPr>
          <p:nvPr>
            <p:ph type="body" idx="31" hasCustomPrompt="1"/>
          </p:nvPr>
        </p:nvSpPr>
        <p:spPr>
          <a:xfrm xmlns:a="http://schemas.openxmlformats.org/drawingml/2006/main">
            <a:off x="6739049" y="4734009"/>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a:buNone/>
            </a:pPr>
            <a:r>
              <a:t>#Stat</a:t>
            </a:r>
          </a:p>
        </p:txBody>
      </p:sp>
      <p:sp>
        <p:nvSpPr>
          <p:cNvPr id="8" name="Text Placeholder 21">
            <a:extLst xmlns:a="http://schemas.openxmlformats.org/drawingml/2006/main">
              <a:ext uri="{FF2B5EF4-FFF2-40B4-BE49-F238E27FC236}">
                <a16:creationId xmlns:a16="http://schemas.microsoft.com/office/drawing/2014/main" id="{099F2B36-E543-7114-2E12-7E05E41FD12F}"/>
              </a:ext>
            </a:extLst>
          </p:cNvPr>
          <p:cNvSpPr>
            <a:spLocks xmlns:a="http://schemas.openxmlformats.org/drawingml/2006/main" noGrp="1"/>
          </p:cNvSpPr>
          <p:nvPr>
            <p:ph type="body" idx="48" hasCustomPrompt="1"/>
          </p:nvPr>
        </p:nvSpPr>
        <p:spPr>
          <a:xfrm xmlns:a="http://schemas.openxmlformats.org/drawingml/2006/main">
            <a:off x="8448458" y="4745167"/>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p>
        </p:txBody>
      </p:sp>
      <p:sp>
        <p:nvSpPr>
          <p:cNvPr id="9" name="Text Placeholder 21">
            <a:extLst xmlns:a="http://schemas.openxmlformats.org/drawingml/2006/main">
              <a:ext uri="{FF2B5EF4-FFF2-40B4-BE49-F238E27FC236}">
                <a16:creationId xmlns:a16="http://schemas.microsoft.com/office/drawing/2014/main" id="{480E7235-27FC-1059-8FEC-3A55CCC728FE}"/>
              </a:ext>
            </a:extLst>
          </p:cNvPr>
          <p:cNvSpPr>
            <a:spLocks xmlns:a="http://schemas.openxmlformats.org/drawingml/2006/main" noGrp="1"/>
          </p:cNvSpPr>
          <p:nvPr>
            <p:ph type="body" idx="33" hasCustomPrompt="1"/>
          </p:nvPr>
        </p:nvSpPr>
        <p:spPr>
          <a:xfrm xmlns:a="http://schemas.openxmlformats.org/drawingml/2006/main">
            <a:off x="6739049" y="5546718"/>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a:buNone/>
            </a:pPr>
            <a:r>
              <a:t>#Stat</a:t>
            </a:r>
          </a:p>
        </p:txBody>
      </p:sp>
      <p:sp>
        <p:nvSpPr>
          <p:cNvPr id="11" name="Text Placeholder 21">
            <a:extLst xmlns:a="http://schemas.openxmlformats.org/drawingml/2006/main">
              <a:ext uri="{FF2B5EF4-FFF2-40B4-BE49-F238E27FC236}">
                <a16:creationId xmlns:a16="http://schemas.microsoft.com/office/drawing/2014/main" id="{360C9156-A92C-0F42-A924-D97D8BD8785F}"/>
              </a:ext>
            </a:extLst>
          </p:cNvPr>
          <p:cNvSpPr>
            <a:spLocks xmlns:a="http://schemas.openxmlformats.org/drawingml/2006/main" noGrp="1"/>
          </p:cNvSpPr>
          <p:nvPr>
            <p:ph type="body" idx="34" hasCustomPrompt="1"/>
          </p:nvPr>
        </p:nvSpPr>
        <p:spPr>
          <a:xfrm xmlns:a="http://schemas.openxmlformats.org/drawingml/2006/main">
            <a:off x="8448458" y="5557876"/>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p>
        </p:txBody>
      </p:sp>
      <p:sp>
        <p:nvSpPr>
          <p:cNvPr id="12" name="Picture Placeholder 17">
            <a:extLst xmlns:a="http://schemas.openxmlformats.org/drawingml/2006/main">
              <a:ext uri="{FF2B5EF4-FFF2-40B4-BE49-F238E27FC236}">
                <a16:creationId xmlns:a16="http://schemas.microsoft.com/office/drawing/2014/main" id="{37E1F626-6013-A11C-1493-E8B91C591978}"/>
              </a:ext>
            </a:extLst>
          </p:cNvPr>
          <p:cNvSpPr>
            <a:spLocks xmlns:a="http://schemas.openxmlformats.org/drawingml/2006/main" noGrp="1"/>
          </p:cNvSpPr>
          <p:nvPr>
            <p:ph type="pic" idx="53" hasCustomPrompt="1"/>
          </p:nvPr>
        </p:nvSpPr>
        <p:spPr>
          <a:xfrm xmlns:a="http://schemas.openxmlformats.org/drawingml/2006/main">
            <a:off x="6096000" y="0"/>
            <a:ext cx="6096000" cy="3428682"/>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pic>
        <p:nvPicPr>
          <p:cNvPr id="57" name="OTag"/>
          <p:cNvPicPr>
            <a:picLocks xmlns:a="http://schemas.openxmlformats.org/drawingml/2006/main" noChangeAspect="1"/>
          </p:cNvPicPr>
          <p:nvPr/>
        </p:nvPicPr>
        <p:blipFill>
          <a:blip xmlns:r="http://schemas.openxmlformats.org/officeDocument/2006/relationships" xmlns:a="http://schemas.openxmlformats.org/drawingml/2006/main" r:embed="Rf4aa6ef8131e481a"/>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pic>
        <p:nvPicPr>
          <p:cNvPr id="58" name="Graphic 12"/>
          <p:cNvPicPr>
            <a:picLocks xmlns:a="http://schemas.openxmlformats.org/drawingml/2006/main" noChangeAspect="1"/>
          </p:cNvPicPr>
          <p:nvPr/>
        </p:nvPicPr>
        <p:blipFill>
          <a:blip xmlns:r="http://schemas.openxmlformats.org/officeDocument/2006/relationships" xmlns:a="http://schemas.openxmlformats.org/drawingml/2006/main" r:embed="R47a9b835d4e04ce7">
            <a:extLst>
              <a:ext uri="{96DAC541-7B7A-43D3-8B79-37D633B846F1}">
                <asvg:svgBlip xmlns:asvg="http://schemas.microsoft.com/office/drawing/2016/SVG/main" r:embed="R1729eca5e8d14c0a"/>
              </a:ext>
            </a:extLst>
          </a:blip>
          <a:srcRect xmlns:a="http://schemas.openxmlformats.org/drawingml/2006/main" l="-9503" t="21585" r="0" b="15557"/>
          <a:stretch xmlns:a="http://schemas.openxmlformats.org/drawingml/2006/main"/>
        </p:blipFill>
        <p:spPr>
          <a:xfrm xmlns:a="http://schemas.openxmlformats.org/drawingml/2006/main">
            <a:off x="8834980" y="3428681"/>
            <a:ext cx="3357020" cy="1284671"/>
          </a:xfrm>
          <a:prstGeom xmlns:a="http://schemas.openxmlformats.org/drawingml/2006/main" prst="rect">
            <a:avLst/>
          </a:prstGeom>
        </p:spPr>
      </p:pic>
      <p:sp>
        <p:nvSpPr>
          <p:cNvPr id="14" name="Text Placeholder 21">
            <a:extLst xmlns:a="http://schemas.openxmlformats.org/drawingml/2006/main">
              <a:ext uri="{FF2B5EF4-FFF2-40B4-BE49-F238E27FC236}">
                <a16:creationId xmlns:a16="http://schemas.microsoft.com/office/drawing/2014/main" id="{714C8117-8874-4C52-FD47-896710854EA6}"/>
              </a:ext>
            </a:extLst>
          </p:cNvPr>
          <p:cNvSpPr>
            <a:spLocks xmlns:a="http://schemas.openxmlformats.org/drawingml/2006/main" noGrp="1"/>
          </p:cNvSpPr>
          <p:nvPr>
            <p:ph type="body" idx="54" hasCustomPrompt="1"/>
          </p:nvPr>
        </p:nvSpPr>
        <p:spPr>
          <a:xfrm xmlns:a="http://schemas.openxmlformats.org/drawingml/2006/main">
            <a:off x="768875" y="6104842"/>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200" b="1" i="0">
                <a:solidFill>
                  <a:schemeClr val="tx1"/>
                </a:solidFill>
                <a:latin typeface="Oracle Sans Tab"/>
                <a:ea typeface="Oracle Sans Tab"/>
                <a:cs typeface="Oracle Sans Tab"/>
              </a:defRPr>
            </a:lvl1pPr>
          </a:lstStyle>
          <a:p xmlns:a="http://schemas.openxmlformats.org/drawingml/2006/main">
            <a:pPr>
              <a:buNone/>
            </a:pPr>
            <a:r>
              <a:t>Call to action</a:t>
            </a:r>
          </a:p>
        </p:txBody>
      </p:sp>
      <p:sp>
        <p:nvSpPr>
          <p:cNvPr id="17" name="Date Placeholder 16">
            <a:extLst xmlns:a="http://schemas.openxmlformats.org/drawingml/2006/main">
              <a:ext uri="{FF2B5EF4-FFF2-40B4-BE49-F238E27FC236}">
                <a16:creationId xmlns:a16="http://schemas.microsoft.com/office/drawing/2014/main" id="{517E3FFB-C0A0-39FC-1BD2-702C7C9E9FAF}"/>
              </a:ext>
            </a:extLst>
          </p:cNvPr>
          <p:cNvSpPr>
            <a:spLocks xmlns:a="http://schemas.openxmlformats.org/drawingml/2006/main" noGrp="1"/>
          </p:cNvSpPr>
          <p:nvPr>
            <p:ph type="dt" idx="55"/>
          </p:nvPr>
        </p:nvSpPr>
        <p:spPr/>
        <p:txBody>
          <a:bodyPr xmlns:a="http://schemas.openxmlformats.org/drawingml/2006/main"/>
          <a:lstStyle xmlns:a="http://schemas.openxmlformats.org/drawingml/2006/main"/>
          <a:p xmlns:a="http://schemas.openxmlformats.org/drawingml/2006/main">
            <a:r>
              <a:t>[Date]</a:t>
            </a:r>
          </a:p>
        </p:txBody>
      </p:sp>
      <p:sp>
        <p:nvSpPr>
          <p:cNvPr id="18" name="Footer Placeholder 17">
            <a:extLst xmlns:a="http://schemas.openxmlformats.org/drawingml/2006/main">
              <a:ext uri="{FF2B5EF4-FFF2-40B4-BE49-F238E27FC236}">
                <a16:creationId xmlns:a16="http://schemas.microsoft.com/office/drawing/2014/main" id="{7343479E-6B16-C8F0-F517-B1DE284F81CA}"/>
              </a:ext>
            </a:extLst>
          </p:cNvPr>
          <p:cNvSpPr>
            <a:spLocks xmlns:a="http://schemas.openxmlformats.org/drawingml/2006/main" noGrp="1"/>
          </p:cNvSpPr>
          <p:nvPr>
            <p:ph type="ftr" idx="5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9" name="Slide Number Placeholder 18">
            <a:extLst xmlns:a="http://schemas.openxmlformats.org/drawingml/2006/main">
              <a:ext uri="{FF2B5EF4-FFF2-40B4-BE49-F238E27FC236}">
                <a16:creationId xmlns:a16="http://schemas.microsoft.com/office/drawing/2014/main" id="{662B9361-AD62-3B4A-F888-F69673F85D49}"/>
              </a:ext>
            </a:extLst>
          </p:cNvPr>
          <p:cNvSpPr>
            <a:spLocks xmlns:a="http://schemas.openxmlformats.org/drawingml/2006/main" noGrp="1"/>
          </p:cNvSpPr>
          <p:nvPr>
            <p:ph type="sldNum" idx="5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2.xml><?xml version="1.0" encoding="utf-8"?>
<p:sldLayout xmlns:p="http://schemas.openxmlformats.org/presentationml/2006/main" preserve="1" userDrawn="1">
  <p:cSld name="Light - half color block">
    <p:bg>
      <p:bgRef idx="1001">
        <a:schemeClr xmlns:a="http://schemas.openxmlformats.org/drawingml/2006/main" val="bg2"/>
      </p:bgRef>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4DC368C7-84E9-0B4D-0941-3C15D6866906}"/>
              </a:ext>
            </a:extLst>
          </p:cNvPr>
          <p:cNvSpPr>
            <a:spLocks xmlns:a="http://schemas.openxmlformats.org/drawingml/2006/main" noGrp="1"/>
          </p:cNvSpPr>
          <p:nvPr/>
        </p:nvSpPr>
        <p:spPr>
          <a:xfrm xmlns:a="http://schemas.openxmlformats.org/drawingml/2006/main">
            <a:off x="0" y="-1"/>
            <a:ext cx="5943600" cy="6858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10" name="Date Placeholder 9">
            <a:extLst xmlns:a="http://schemas.openxmlformats.org/drawingml/2006/main">
              <a:ext uri="{FF2B5EF4-FFF2-40B4-BE49-F238E27FC236}">
                <a16:creationId xmlns:a16="http://schemas.microsoft.com/office/drawing/2014/main" id="{286C0061-4E7E-2140-2CEA-6B7B622F35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1E039DDE-337D-A944-526A-A1DE9752BEE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E9689647-50E5-BAE4-5CA7-9E86178BF7F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3.xml><?xml version="1.0" encoding="utf-8"?>
<p:sldLayout xmlns:p="http://schemas.openxmlformats.org/presentationml/2006/main" preserve="1" userDrawn="1">
  <p:cSld name="Dark - half color block">
    <p:bg>
      <p:bgRef idx="1001">
        <a:schemeClr xmlns:a="http://schemas.openxmlformats.org/drawingml/2006/main" val="bg2"/>
      </p:bgRef>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4DC368C7-84E9-0B4D-0941-3C15D6866906}"/>
              </a:ext>
            </a:extLst>
          </p:cNvPr>
          <p:cNvSpPr>
            <a:spLocks xmlns:a="http://schemas.openxmlformats.org/drawingml/2006/main" noGrp="1"/>
          </p:cNvSpPr>
          <p:nvPr/>
        </p:nvSpPr>
        <p:spPr>
          <a:xfrm xmlns:a="http://schemas.openxmlformats.org/drawingml/2006/main">
            <a:off x="0" y="-1"/>
            <a:ext cx="5943600" cy="6858000"/>
          </a:xfrm>
          <a:prstGeom xmlns:a="http://schemas.openxmlformats.org/drawingml/2006/main" prst="rect">
            <a:avLst/>
          </a:prstGeom>
          <a:solidFill xmlns:a="http://schemas.openxmlformats.org/drawingml/2006/main">
            <a:schemeClr val="tx1">
              <a:alpha val="5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4" name="Date Placeholder 3">
            <a:extLst xmlns:a="http://schemas.openxmlformats.org/drawingml/2006/main">
              <a:ext uri="{FF2B5EF4-FFF2-40B4-BE49-F238E27FC236}">
                <a16:creationId xmlns:a16="http://schemas.microsoft.com/office/drawing/2014/main" id="{48318C2A-FAC8-8668-44E2-F8DC25FA99C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52FC3DF3-4FE5-E8E0-D017-DCE41E24BBB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0B3F951D-D5F8-AFD9-7852-FD05A119A9D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4.xml><?xml version="1.0" encoding="utf-8"?>
<p:sldLayout xmlns:p="http://schemas.openxmlformats.org/presentationml/2006/main" preserve="1" userDrawn="1">
  <p:cSld name="Light - Left middle title and sub ">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1998" y="2471026"/>
            <a:ext cx="4846320" cy="822960"/>
          </a:xfrm>
        </p:spPr>
        <p:txBody>
          <a:bodyPr xmlns:a="http://schemas.openxmlformats.org/drawingml/2006/main"/>
          <a:lstStyle xmlns:a="http://schemas.openxmlformats.org/drawingml/2006/main">
            <a:lvl1pPr algn="l">
              <a:buNone/>
              <a:defRPr sz="3200" b="1" i="0">
                <a:latin typeface="Oracle Sans Tab"/>
                <a:ea typeface="Oracle Sans Tab"/>
                <a:cs typeface="Oracle Sans Tab"/>
              </a:defRPr>
            </a:lvl1pPr>
          </a:lstStyle>
          <a:p xmlns:a="http://schemas.openxmlformats.org/drawingml/2006/main">
            <a:r>
              <a:t>Left aligned middle title. </a:t>
            </a:r>
            <a:br/>
            <a:r>
              <a:t>Add graphic to the right.</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4846320"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2000" b="0" i="0">
                <a:solidFill>
                  <a:schemeClr val="tx1"/>
                </a:solidFill>
                <a:latin typeface="Oracle Sans"/>
                <a:ea typeface="Oracle Sans"/>
                <a:cs typeface="Oracle Sans"/>
              </a:defRPr>
            </a:lvl1pPr>
          </a:lstStyle>
          <a:p xmlns:a="http://schemas.openxmlformats.org/drawingml/2006/main">
            <a:pPr>
              <a:buNone/>
            </a:pPr>
            <a:r>
              <a:t>Left aligned middle subhead. </a:t>
            </a:r>
            <a:br/>
            <a:r>
              <a:t>Body copy goes here. To the right, add in custom graphics, technical diagrams or custom artwork. </a:t>
            </a:r>
          </a:p>
        </p:txBody>
      </p:sp>
      <p:sp>
        <p:nvSpPr>
          <p:cNvPr id="7" name="Date Placeholder 6">
            <a:extLst xmlns:a="http://schemas.openxmlformats.org/drawingml/2006/main">
              <a:ext uri="{FF2B5EF4-FFF2-40B4-BE49-F238E27FC236}">
                <a16:creationId xmlns:a16="http://schemas.microsoft.com/office/drawing/2014/main" id="{D179F262-33C0-9C89-FF1B-274C3292F5D9}"/>
              </a:ext>
            </a:extLst>
          </p:cNvPr>
          <p:cNvSpPr>
            <a:spLocks xmlns:a="http://schemas.openxmlformats.org/drawingml/2006/main" noGrp="1"/>
          </p:cNvSpPr>
          <p:nvPr>
            <p:ph type="dt" idx="25"/>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D5E9F95B-7B08-E5C3-41E8-37206B002DAB}"/>
              </a:ext>
            </a:extLst>
          </p:cNvPr>
          <p:cNvSpPr>
            <a:spLocks xmlns:a="http://schemas.openxmlformats.org/drawingml/2006/main" noGrp="1"/>
          </p:cNvSpPr>
          <p:nvPr>
            <p:ph type="ftr" idx="2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1D200AA5-14ED-1D70-C77B-DA719D857C90}"/>
              </a:ext>
            </a:extLst>
          </p:cNvPr>
          <p:cNvSpPr>
            <a:spLocks xmlns:a="http://schemas.openxmlformats.org/drawingml/2006/main" noGrp="1"/>
          </p:cNvSpPr>
          <p:nvPr>
            <p:ph type="sldNum" idx="2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5.xml><?xml version="1.0" encoding="utf-8"?>
<p:sldLayout xmlns:p="http://schemas.openxmlformats.org/presentationml/2006/main" preserve="1" userDrawn="1">
  <p:cSld name="Dark - Left middle title and sub ">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2000" y="2471026"/>
            <a:ext cx="4846320" cy="822960"/>
          </a:xfrm>
        </p:spPr>
        <p:txBody>
          <a:bodyPr xmlns:a="http://schemas.openxmlformats.org/drawingml/2006/main"/>
          <a:lstStyle xmlns:a="http://schemas.openxmlformats.org/drawingml/2006/main">
            <a:lvl1pPr>
              <a:buNone/>
              <a:defRPr sz="3200" b="1" i="0">
                <a:latin typeface="Oracle Sans Tab"/>
                <a:ea typeface="Oracle Sans Tab"/>
                <a:cs typeface="Oracle Sans Tab"/>
              </a:defRPr>
            </a:lvl1pPr>
          </a:lstStyle>
          <a:p xmlns:a="http://schemas.openxmlformats.org/drawingml/2006/main">
            <a:r>
              <a:t>Left aligned middle title. </a:t>
            </a:r>
            <a:br/>
            <a:r>
              <a:t>Add graphic to the right</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4846320"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2000" b="0" i="0">
                <a:solidFill>
                  <a:schemeClr val="tx1"/>
                </a:solidFill>
                <a:latin typeface="Oracle Sans"/>
                <a:ea typeface="Oracle Sans"/>
                <a:cs typeface="Oracle Sans"/>
              </a:defRPr>
            </a:lvl1pPr>
          </a:lstStyle>
          <a:p xmlns:a="http://schemas.openxmlformats.org/drawingml/2006/main">
            <a:pPr>
              <a:buNone/>
            </a:pPr>
            <a:r>
              <a:t>Left aligned middle subhead. </a:t>
            </a:r>
            <a:br/>
            <a:r>
              <a:t>Body copy goes here. To the right, add in custom graphics, technical diagrams or custom artwork. </a:t>
            </a:r>
          </a:p>
        </p:txBody>
      </p:sp>
      <p:sp>
        <p:nvSpPr>
          <p:cNvPr id="2" name="Date Placeholder 1">
            <a:extLst xmlns:a="http://schemas.openxmlformats.org/drawingml/2006/main">
              <a:ext uri="{FF2B5EF4-FFF2-40B4-BE49-F238E27FC236}">
                <a16:creationId xmlns:a16="http://schemas.microsoft.com/office/drawing/2014/main" id="{2F833A45-6A78-E319-8284-7CCFB519E4EA}"/>
              </a:ext>
            </a:extLst>
          </p:cNvPr>
          <p:cNvSpPr>
            <a:spLocks xmlns:a="http://schemas.openxmlformats.org/drawingml/2006/main" noGrp="1"/>
          </p:cNvSpPr>
          <p:nvPr>
            <p:ph type="dt" idx="25"/>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86F5E3F3-9D5A-FDC1-040E-1C4E1A567F6E}"/>
              </a:ext>
            </a:extLst>
          </p:cNvPr>
          <p:cNvSpPr>
            <a:spLocks xmlns:a="http://schemas.openxmlformats.org/drawingml/2006/main" noGrp="1"/>
          </p:cNvSpPr>
          <p:nvPr>
            <p:ph type="ftr" idx="2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9E81DDE9-7F4F-A3B7-CD11-07E319F1E931}"/>
              </a:ext>
            </a:extLst>
          </p:cNvPr>
          <p:cNvSpPr>
            <a:spLocks xmlns:a="http://schemas.openxmlformats.org/drawingml/2006/main" noGrp="1"/>
          </p:cNvSpPr>
          <p:nvPr>
            <p:ph type="sldNum" idx="2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6.xml><?xml version="1.0" encoding="utf-8"?>
<p:sldLayout xmlns:p="http://schemas.openxmlformats.org/presentationml/2006/main" preserve="1" userDrawn="1">
  <p:cSld name="Light - Left middle title">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2000" y="2298982"/>
            <a:ext cx="4846320" cy="2260036"/>
          </a:xfrm>
        </p:spPr>
        <p:txBody>
          <a:bodyPr xmlns:a="http://schemas.openxmlformats.org/drawingml/2006/main" anchor="ctr"/>
          <a:lstStyle xmlns:a="http://schemas.openxmlformats.org/drawingml/2006/main">
            <a:lvl1pPr>
              <a:buNone/>
              <a:defRPr sz="3200" b="1" i="0">
                <a:latin typeface="Oracle Sans Tab"/>
                <a:ea typeface="Oracle Sans Tab"/>
                <a:cs typeface="Oracle Sans Tab"/>
              </a:defRPr>
            </a:lvl1pPr>
          </a:lstStyle>
          <a:p xmlns:a="http://schemas.openxmlformats.org/drawingml/2006/main">
            <a:r>
              <a:t>Left aligned middle title.</a:t>
            </a:r>
            <a:br/>
            <a:r>
              <a:t>Add custom graphics to the right.</a:t>
            </a:r>
          </a:p>
        </p:txBody>
      </p:sp>
      <p:sp>
        <p:nvSpPr>
          <p:cNvPr id="7" name="Date Placeholder 6">
            <a:extLst xmlns:a="http://schemas.openxmlformats.org/drawingml/2006/main">
              <a:ext uri="{FF2B5EF4-FFF2-40B4-BE49-F238E27FC236}">
                <a16:creationId xmlns:a16="http://schemas.microsoft.com/office/drawing/2014/main" id="{D3FE806E-C766-50EB-C1BA-6C9B040F217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190ACA83-90ED-A7AF-95E9-CADDF9688CD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5FC1FCCE-C88C-CD8B-FB6D-8EEB8999832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7.xml><?xml version="1.0" encoding="utf-8"?>
<p:sldLayout xmlns:p="http://schemas.openxmlformats.org/presentationml/2006/main" preserve="1" userDrawn="1">
  <p:cSld name="Dark - Left middle title">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2000" y="2298982"/>
            <a:ext cx="4846320" cy="2260036"/>
          </a:xfrm>
        </p:spPr>
        <p:txBody>
          <a:bodyPr xmlns:a="http://schemas.openxmlformats.org/drawingml/2006/main" anchor="ctr"/>
          <a:lstStyle xmlns:a="http://schemas.openxmlformats.org/drawingml/2006/main">
            <a:lvl1pPr>
              <a:buNone/>
              <a:defRPr sz="3200" b="1" i="0">
                <a:latin typeface="Oracle Sans Tab"/>
                <a:ea typeface="Oracle Sans Tab"/>
                <a:cs typeface="Oracle Sans Tab"/>
              </a:defRPr>
            </a:lvl1pPr>
          </a:lstStyle>
          <a:p xmlns:a="http://schemas.openxmlformats.org/drawingml/2006/main">
            <a:r>
              <a:t>Left aligned middle title. Add custom graphics to the right.</a:t>
            </a:r>
          </a:p>
        </p:txBody>
      </p:sp>
      <p:sp>
        <p:nvSpPr>
          <p:cNvPr id="2" name="Date Placeholder 1">
            <a:extLst xmlns:a="http://schemas.openxmlformats.org/drawingml/2006/main">
              <a:ext uri="{FF2B5EF4-FFF2-40B4-BE49-F238E27FC236}">
                <a16:creationId xmlns:a16="http://schemas.microsoft.com/office/drawing/2014/main" id="{A6192AED-CCE0-5699-DAFF-12C40C2B294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1F424B83-0448-BB6F-7273-46CC54E9E5F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45619B57-D3B2-89C5-2367-52A7375559B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8.xml><?xml version="1.0" encoding="utf-8"?>
<p:sldLayout xmlns:p="http://schemas.openxmlformats.org/presentationml/2006/main" preserve="1" userDrawn="1">
  <p:cSld name="Dark-AbstractBG-1">
    <p:bg>
      <p:bgPr>
        <a:blipFill xmlns:a="http://schemas.openxmlformats.org/drawingml/2006/main" rotWithShape="1">
          <a:blip xmlns:r="http://schemas.openxmlformats.org/officeDocument/2006/relationships" r:embed="Rfd3c826072b54b58">
            <a:lum/>
          </a:blip>
          <a:srcRect l="0" t="0" r="0" b="0"/>
          <a:stretch>
            <a:fillRect l="0" t="0" r="0" b="0"/>
          </a:stretch>
        </a:blipFill>
      </p:bgPr>
    </p:bg>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0A324703-3174-EB72-3D15-A3206EBE46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A2D64132-C567-F348-8F62-2A5E2FA150A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1043E4F8-A278-0FD4-D3FB-E0D3D4BABBD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9.xml><?xml version="1.0" encoding="utf-8"?>
<p:sldLayout xmlns:p="http://schemas.openxmlformats.org/presentationml/2006/main" preserve="1" userDrawn="1">
  <p:cSld name="Dark-AbstractBG-2">
    <p:bg>
      <p:bgPr>
        <a:blipFill xmlns:a="http://schemas.openxmlformats.org/drawingml/2006/main" rotWithShape="1">
          <a:blip xmlns:r="http://schemas.openxmlformats.org/officeDocument/2006/relationships" r:embed="Rdc6c5b4cdd75492c">
            <a:lum/>
          </a:blip>
          <a:srcRect l="0" t="0" r="0" b="0"/>
          <a:stretch>
            <a:fillRect l="0" t="0" r="0" b="0"/>
          </a:stretch>
        </a:blipFill>
      </p:bgPr>
    </p:bg>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2691888F-3BA0-8E43-C0FB-D5D76B477B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6A3D927B-B206-77A2-4CE1-E09EAA2C606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572C92F1-F335-FDBB-149F-15FDCDD9861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10.xml><?xml version="1.0" encoding="utf-8"?>
<p:sldLayout xmlns:p="http://schemas.openxmlformats.org/presentationml/2006/main" preserve="1" userDrawn="1">
  <p:cSld name="Light-AbstractBG-1">
    <p:bg>
      <p:bgPr>
        <a:blipFill xmlns:a="http://schemas.openxmlformats.org/drawingml/2006/main" rotWithShape="1">
          <a:blip xmlns:r="http://schemas.openxmlformats.org/officeDocument/2006/relationships" r:embed="Rb88485aadecb4f57">
            <a:lum/>
          </a:blip>
          <a:srcRect l="0" t="0" r="0" b="0"/>
          <a:stretch>
            <a:fillRect l="0" t="0" r="0" b="0"/>
          </a:stretch>
        </a:blipFill>
      </p:bgPr>
    </p:bg>
    <p:spTree>
      <p:nvGrpSpPr>
        <p:cNvPr id="1" name=""/>
        <p:cNvGrpSpPr/>
        <p:nvPr/>
      </p:nvGrpSpPr>
      <p:grpSpPr>
        <a:xfrm xmlns:a="http://schemas.openxmlformats.org/drawingml/2006/main"/>
      </p:grpSpPr>
      <p:sp>
        <p:nvSpPr>
          <p:cNvPr id="8" name="Date Placeholder 7">
            <a:extLst xmlns:a="http://schemas.openxmlformats.org/drawingml/2006/main">
              <a:ext uri="{FF2B5EF4-FFF2-40B4-BE49-F238E27FC236}">
                <a16:creationId xmlns:a16="http://schemas.microsoft.com/office/drawing/2014/main" id="{307E45A9-3106-D5D6-1F9B-D0FB3C0D890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19562FDA-FD02-F266-22DA-B69602A13D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A1AAC61C-BEDA-3FE4-1837-30ED5B0D307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11.xml><?xml version="1.0" encoding="utf-8"?>
<p:sldLayout xmlns:p="http://schemas.openxmlformats.org/presentationml/2006/main" preserve="1" userDrawn="1">
  <p:cSld name="Light-AbstractBG-2">
    <p:bg>
      <p:bgPr>
        <a:blipFill xmlns:a="http://schemas.openxmlformats.org/drawingml/2006/main" rotWithShape="1">
          <a:blip xmlns:r="http://schemas.openxmlformats.org/officeDocument/2006/relationships" r:embed="R5c68e2a35c0042c8">
            <a:lum/>
          </a:blip>
          <a:srcRect l="0" t="0" r="0" b="0"/>
          <a:stretch>
            <a:fillRect l="0" t="0" r="0" b="0"/>
          </a:stretch>
        </a:blipFill>
      </p:bgPr>
    </p:bg>
    <p:spTree>
      <p:nvGrpSpPr>
        <p:cNvPr id="1" name=""/>
        <p:cNvGrpSpPr/>
        <p:nvPr/>
      </p:nvGrpSpPr>
      <p:grpSpPr>
        <a:xfrm xmlns:a="http://schemas.openxmlformats.org/drawingml/2006/main"/>
      </p:grpSpPr>
      <p:sp>
        <p:nvSpPr>
          <p:cNvPr id="8" name="Date Placeholder 7">
            <a:extLst xmlns:a="http://schemas.openxmlformats.org/drawingml/2006/main">
              <a:ext uri="{FF2B5EF4-FFF2-40B4-BE49-F238E27FC236}">
                <a16:creationId xmlns:a16="http://schemas.microsoft.com/office/drawing/2014/main" id="{3CBF9790-4567-B416-07D8-92E65D35501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5BCC5119-220F-C010-42D1-B88A717C2E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444C6E23-C2E0-9F83-D061-F2722C3FDCA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12.xml><?xml version="1.0" encoding="utf-8"?>
<p:sldLayout xmlns:p="http://schemas.openxmlformats.org/presentationml/2006/main" preserve="1">
  <p:cSld name="Light - Closing Slide">
    <p:bg>
      <p:bgRef idx="1001">
        <a:schemeClr xmlns:a="http://schemas.openxmlformats.org/drawingml/2006/main" val="bg2"/>
      </p:bgRef>
    </p:bg>
    <p:spTree>
      <p:nvGrpSpPr>
        <p:cNvPr id="1" name=""/>
        <p:cNvGrpSpPr/>
        <p:nvPr/>
      </p:nvGrpSpPr>
      <p:grpSpPr>
        <a:xfrm xmlns:a="http://schemas.openxmlformats.org/drawingml/2006/main"/>
      </p:grpSpPr>
    </p:spTree>
  </p:cSld>
</p:sldLayout>
</file>

<file path=ppt/slideLayouts/slideLayout113.xml><?xml version="1.0" encoding="utf-8"?>
<p:sldLayout xmlns:p="http://schemas.openxmlformats.org/presentationml/2006/main" preserve="1">
  <p:cSld name="Dark - Closing Slide">
    <p:bg>
      <p:bgRef idx="1001">
        <a:schemeClr xmlns:a="http://schemas.openxmlformats.org/drawingml/2006/main" val="bg2"/>
      </p:bgRef>
    </p:bg>
    <p:spTree>
      <p:nvGrpSpPr>
        <p:cNvPr id="1" name=""/>
        <p:cNvGrpSpPr/>
        <p:nvPr/>
      </p:nvGrpSpPr>
      <p:grpSpPr>
        <a:xfrm xmlns:a="http://schemas.openxmlformats.org/drawingml/2006/main"/>
      </p:grpSpPr>
    </p:spTree>
  </p:cSld>
</p:sldLayout>
</file>

<file path=ppt/slideLayouts/slideLayout114.xml><?xml version="1.0" encoding="utf-8"?>
<p:sldLayout xmlns:p="http://schemas.openxmlformats.org/presentationml/2006/main" showMasterSp="0" preserve="1">
  <p:cSld name="STOP">
    <p:bg>
      <p:bgPr>
        <a:solidFill xmlns:a="http://schemas.openxmlformats.org/drawingml/2006/main">
          <a:srgbClr val="C74634"/>
        </a:solidFill>
      </p:bgPr>
    </p:bg>
    <p:spTree>
      <p:nvGrpSpPr>
        <p:cNvPr id="1" name=""/>
        <p:cNvGrpSpPr/>
        <p:nvPr/>
      </p:nvGrpSpPr>
      <p:grpSpPr>
        <a:xfrm xmlns:a="http://schemas.openxmlformats.org/drawingml/2006/main"/>
      </p:grpSpPr>
      <p:sp>
        <p:nvSpPr>
          <p:cNvPr id="12" name="TextBox 11">
            <a:extLst xmlns:a="http://schemas.openxmlformats.org/drawingml/2006/main">
              <a:ext uri="{FF2B5EF4-FFF2-40B4-BE49-F238E27FC236}">
                <a16:creationId xmlns:a16="http://schemas.microsoft.com/office/drawing/2014/main" id="{F8B44FF3-28AB-10D7-B1C4-E339265AAF9B}"/>
              </a:ext>
            </a:extLst>
          </p:cNvPr>
          <p:cNvSpPr>
            <a:spLocks xmlns:a="http://schemas.openxmlformats.org/drawingml/2006/main" noGrp="1"/>
          </p:cNvSpPr>
          <p:nvPr/>
        </p:nvSpPr>
        <p:spPr>
          <a:xfrm xmlns:a="http://schemas.openxmlformats.org/drawingml/2006/main">
            <a:off x="3261391" y="2485152"/>
            <a:ext cx="8046632" cy="1887696"/>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lnSpc>
                <a:spcPct val="100000"/>
              </a:lnSpc>
              <a:spcAft>
                <a:spcPts val="2000"/>
              </a:spcAft>
              <a:buNone/>
            </a:pPr>
            <a:r>
              <a:rPr sz="2000" b="0" i="0">
                <a:solidFill>
                  <a:schemeClr val="tx1"/>
                </a:solidFill>
                <a:latin typeface="Oracle Sans Tab"/>
                <a:ea typeface="Oracle Sans Tab"/>
                <a:cs typeface="Oracle Sans Tab"/>
              </a:rPr>
              <a:t>Any master slides that appear after this end slide have been accidentally imported from other slide decks and </a:t>
            </a:r>
            <a:br/>
            <a:r>
              <a:rPr sz="2000" b="0" i="0">
                <a:solidFill>
                  <a:schemeClr val="tx1"/>
                </a:solidFill>
                <a:latin typeface="Oracle Sans Tab"/>
                <a:ea typeface="Oracle Sans Tab"/>
                <a:cs typeface="Oracle Sans Tab"/>
              </a:rPr>
              <a:t>may not match the style of this template.</a:t>
            </a:r>
          </a:p>
          <a:p xmlns:a="http://schemas.openxmlformats.org/drawingml/2006/main">
            <a:pPr algn="l">
              <a:lnSpc>
                <a:spcPct val="100000"/>
              </a:lnSpc>
              <a:spcAft>
                <a:spcPts val="2000"/>
              </a:spcAft>
              <a:buNone/>
            </a:pPr>
            <a:r>
              <a:rPr sz="2000" b="0" i="0">
                <a:solidFill>
                  <a:schemeClr val="tx1"/>
                </a:solidFill>
                <a:latin typeface="Oracle Sans Tab"/>
                <a:ea typeface="Oracle Sans Tab"/>
                <a:cs typeface="Oracle Sans Tab"/>
              </a:rPr>
              <a:t>Please locate slides that are referencing these imported slide layouts and reselect/apply a layout from the master slide options above.</a:t>
            </a:r>
          </a:p>
        </p:txBody>
      </p:sp>
    </p:spTree>
  </p:cSld>
</p:sldLayout>
</file>

<file path=ppt/slideMasters/_rels/slideMaster1.xml.rels><?xml version='1.0' encoding='UTF-8' standalone='yes'?>
<Relationships xmlns="http://schemas.openxmlformats.org/package/2006/relationships"><Relationship Id="R00c0dfa4f1434088" Type="http://schemas.openxmlformats.org/officeDocument/2006/relationships/slideLayout" Target="../slideLayouts/slideLayout49.xml"/><Relationship Id="R0217b73c822645d6" Type="http://schemas.openxmlformats.org/officeDocument/2006/relationships/slideLayout" Target="../slideLayouts/slideLayout69.xml"/><Relationship Id="R0255ebefc1964781" Type="http://schemas.openxmlformats.org/officeDocument/2006/relationships/slideLayout" Target="../slideLayouts/slideLayout59.xml"/><Relationship Id="R02772f9529b444f3" Type="http://schemas.openxmlformats.org/officeDocument/2006/relationships/slideLayout" Target="../slideLayouts/slideLayout85.xml"/><Relationship Id="R038a5ef5d6e84a70" Type="http://schemas.openxmlformats.org/officeDocument/2006/relationships/slideLayout" Target="../slideLayouts/slideLayout101.xml"/><Relationship Id="R038c8ac28c1d40ac" Type="http://schemas.openxmlformats.org/officeDocument/2006/relationships/slideLayout" Target="../slideLayouts/slideLayout55.xml"/><Relationship Id="R04eca447988749ce" Type="http://schemas.openxmlformats.org/officeDocument/2006/relationships/slideLayout" Target="../slideLayouts/slideLayout32.xml"/><Relationship Id="R05089934e35f4fef" Type="http://schemas.openxmlformats.org/officeDocument/2006/relationships/slideLayout" Target="../slideLayouts/slideLayout74.xml"/><Relationship Id="R0733231a12f34c0c" Type="http://schemas.openxmlformats.org/officeDocument/2006/relationships/theme" Target="theme/theme2.xml"/><Relationship Id="R0a520d107b8a4d5a" Type="http://schemas.openxmlformats.org/officeDocument/2006/relationships/slideLayout" Target="../slideLayouts/slideLayout14.xml"/><Relationship Id="R0b3c7a84879a41b8" Type="http://schemas.openxmlformats.org/officeDocument/2006/relationships/image" Target="../media/image.emf"/><Relationship Id="R0b4bd828d0184f00" Type="http://schemas.openxmlformats.org/officeDocument/2006/relationships/slideLayout" Target="../slideLayouts/slideLayout111.xml"/><Relationship Id="R0c54ecedd6954573" Type="http://schemas.openxmlformats.org/officeDocument/2006/relationships/slideLayout" Target="../slideLayouts/slideLayout11.xml"/><Relationship Id="R0d133da146fa4fd3" Type="http://schemas.openxmlformats.org/officeDocument/2006/relationships/slideLayout" Target="../slideLayouts/slideLayout43.xml"/><Relationship Id="R1034e68f22e54ec5" Type="http://schemas.openxmlformats.org/officeDocument/2006/relationships/slideLayout" Target="../slideLayouts/slideLayout63.xml"/><Relationship Id="R131045f690e9443d" Type="http://schemas.openxmlformats.org/officeDocument/2006/relationships/slideLayout" Target="../slideLayouts/slideLayout41.xml"/><Relationship Id="R134e69ba6cbe4ee0" Type="http://schemas.openxmlformats.org/officeDocument/2006/relationships/slideLayout" Target="../slideLayouts/slideLayout70.xml"/><Relationship Id="R13c39e24c7e54213" Type="http://schemas.openxmlformats.org/officeDocument/2006/relationships/slideLayout" Target="../slideLayouts/slideLayout64.xml"/><Relationship Id="R13db7ee9f61c4e39" Type="http://schemas.openxmlformats.org/officeDocument/2006/relationships/slideLayout" Target="../slideLayouts/slideLayout40.xml"/><Relationship Id="R155249a0b7174569" Type="http://schemas.openxmlformats.org/officeDocument/2006/relationships/slideLayout" Target="../slideLayouts/slideLayout97.xml"/><Relationship Id="R1628dfdcfbde499e" Type="http://schemas.openxmlformats.org/officeDocument/2006/relationships/slideLayout" Target="../slideLayouts/slideLayout28.xml"/><Relationship Id="R18f8e098ed9845ca" Type="http://schemas.openxmlformats.org/officeDocument/2006/relationships/slideLayout" Target="../slideLayouts/slideLayout36.xml"/><Relationship Id="R1901eea1043a4fb2" Type="http://schemas.openxmlformats.org/officeDocument/2006/relationships/slideLayout" Target="../slideLayouts/slideLayout54.xml"/><Relationship Id="R1a0c02b8df0f4f5e" Type="http://schemas.openxmlformats.org/officeDocument/2006/relationships/slideLayout" Target="../slideLayouts/slideLayout106.xml"/><Relationship Id="R1c6eb2de40104297" Type="http://schemas.openxmlformats.org/officeDocument/2006/relationships/slideLayout" Target="../slideLayouts/slideLayout56.xml"/><Relationship Id="R1ec1d7f3f93e402d" Type="http://schemas.openxmlformats.org/officeDocument/2006/relationships/slideLayout" Target="../slideLayouts/slideLayout20.xml"/><Relationship Id="R215318545c53400a" Type="http://schemas.openxmlformats.org/officeDocument/2006/relationships/slideLayout" Target="../slideLayouts/slideLayout89.xml"/><Relationship Id="R21e25ef93fa24b8f" Type="http://schemas.openxmlformats.org/officeDocument/2006/relationships/slideLayout" Target="../slideLayouts/slideLayout52.xml"/><Relationship Id="R26fd0de031074791" Type="http://schemas.openxmlformats.org/officeDocument/2006/relationships/slideLayout" Target="../slideLayouts/slideLayout30.xml"/><Relationship Id="R2761391d089c4ef7" Type="http://schemas.openxmlformats.org/officeDocument/2006/relationships/slideLayout" Target="../slideLayouts/slideLayout4.xml"/><Relationship Id="R2780e2272fec4731" Type="http://schemas.openxmlformats.org/officeDocument/2006/relationships/slideLayout" Target="../slideLayouts/slideLayout103.xml"/><Relationship Id="R29704d3daad24f48" Type="http://schemas.openxmlformats.org/officeDocument/2006/relationships/slideLayout" Target="../slideLayouts/slideLayout105.xml"/><Relationship Id="R2ac1af94069d4ecb" Type="http://schemas.openxmlformats.org/officeDocument/2006/relationships/slideLayout" Target="../slideLayouts/slideLayout51.xml"/><Relationship Id="R2b478e24586a4736" Type="http://schemas.openxmlformats.org/officeDocument/2006/relationships/slideLayout" Target="../slideLayouts/slideLayout50.xml"/><Relationship Id="R2b524a338bd84805" Type="http://schemas.openxmlformats.org/officeDocument/2006/relationships/slideLayout" Target="../slideLayouts/slideLayout72.xml"/><Relationship Id="R33b8a277dcce473f" Type="http://schemas.openxmlformats.org/officeDocument/2006/relationships/slideLayout" Target="../slideLayouts/slideLayout84.xml"/><Relationship Id="R37a189c2a47c434e" Type="http://schemas.openxmlformats.org/officeDocument/2006/relationships/slideLayout" Target="../slideLayouts/slideLayout110.xml"/><Relationship Id="R3873fc195a5244a7" Type="http://schemas.openxmlformats.org/officeDocument/2006/relationships/slideLayout" Target="../slideLayouts/slideLayout77.xml"/><Relationship Id="R3ad33487dfea4c7d" Type="http://schemas.openxmlformats.org/officeDocument/2006/relationships/slideLayout" Target="../slideLayouts/slideLayout113.xml"/><Relationship Id="R3b229a2f97754c36" Type="http://schemas.openxmlformats.org/officeDocument/2006/relationships/slideLayout" Target="../slideLayouts/slideLayout38.xml"/><Relationship Id="R3d5e6b0b4ae3404d" Type="http://schemas.openxmlformats.org/officeDocument/2006/relationships/slideLayout" Target="../slideLayouts/slideLayout21.xml"/><Relationship Id="R3ed3a5821e334982" Type="http://schemas.openxmlformats.org/officeDocument/2006/relationships/slideLayout" Target="../slideLayouts/slideLayout67.xml"/><Relationship Id="R411be9c05c184781" Type="http://schemas.openxmlformats.org/officeDocument/2006/relationships/slideLayout" Target="../slideLayouts/slideLayout19.xml"/><Relationship Id="R4739e098731a4db2" Type="http://schemas.openxmlformats.org/officeDocument/2006/relationships/slideLayout" Target="../slideLayouts/slideLayout98.xml"/><Relationship Id="R485ae157352240bc" Type="http://schemas.openxmlformats.org/officeDocument/2006/relationships/slideLayout" Target="../slideLayouts/slideLayout95.xml"/><Relationship Id="R4a1bca8597a045f7" Type="http://schemas.openxmlformats.org/officeDocument/2006/relationships/slideLayout" Target="../slideLayouts/slideLayout78.xml"/><Relationship Id="R4aaece7b12224a77" Type="http://schemas.openxmlformats.org/officeDocument/2006/relationships/slideLayout" Target="../slideLayouts/slideLayout44.xml"/><Relationship Id="R4ccd9051e13f4beb" Type="http://schemas.openxmlformats.org/officeDocument/2006/relationships/slideLayout" Target="../slideLayouts/slideLayout93.xml"/><Relationship Id="R4e36370773d64676" Type="http://schemas.openxmlformats.org/officeDocument/2006/relationships/slideLayout" Target="../slideLayouts/slideLayout42.xml"/><Relationship Id="R500124025f3148c1" Type="http://schemas.openxmlformats.org/officeDocument/2006/relationships/slideLayout" Target="../slideLayouts/slideLayout33.xml"/><Relationship Id="R51c1dc669a144477" Type="http://schemas.openxmlformats.org/officeDocument/2006/relationships/slideLayout" Target="../slideLayouts/slideLayout81.xml"/><Relationship Id="R51fea8a86f0e49c2" Type="http://schemas.openxmlformats.org/officeDocument/2006/relationships/slideLayout" Target="../slideLayouts/slideLayout31.xml"/><Relationship Id="R52487d5db62b4fda" Type="http://schemas.openxmlformats.org/officeDocument/2006/relationships/slideLayout" Target="../slideLayouts/slideLayout48.xml"/><Relationship Id="R527b712f3c2e4eb9" Type="http://schemas.openxmlformats.org/officeDocument/2006/relationships/slideLayout" Target="../slideLayouts/slideLayout80.xml"/><Relationship Id="R5390be5287004229" Type="http://schemas.openxmlformats.org/officeDocument/2006/relationships/slideLayout" Target="../slideLayouts/slideLayout15.xml"/><Relationship Id="R53993c8fa04a4913" Type="http://schemas.openxmlformats.org/officeDocument/2006/relationships/slideLayout" Target="../slideLayouts/slideLayout45.xml"/><Relationship Id="R59d45e7f7b1247bd" Type="http://schemas.openxmlformats.org/officeDocument/2006/relationships/slideLayout" Target="../slideLayouts/slideLayout60.xml"/><Relationship Id="R650bd15689b442e1" Type="http://schemas.openxmlformats.org/officeDocument/2006/relationships/slideLayout" Target="../slideLayouts/slideLayout61.xml"/><Relationship Id="R70b232dfc74f4a72" Type="http://schemas.openxmlformats.org/officeDocument/2006/relationships/slideLayout" Target="../slideLayouts/slideLayout87.xml"/><Relationship Id="R7162ef11a1d44504" Type="http://schemas.openxmlformats.org/officeDocument/2006/relationships/slideLayout" Target="../slideLayouts/slideLayout18.xml"/><Relationship Id="R7228f4fac82140ad" Type="http://schemas.openxmlformats.org/officeDocument/2006/relationships/slideLayout" Target="../slideLayouts/slideLayout99.xml"/><Relationship Id="R79f973516b4845b6" Type="http://schemas.openxmlformats.org/officeDocument/2006/relationships/slideLayout" Target="../slideLayouts/slideLayout12.xml"/><Relationship Id="R7a515788087848d0" Type="http://schemas.openxmlformats.org/officeDocument/2006/relationships/slideLayout" Target="../slideLayouts/slideLayout2.xml"/><Relationship Id="R7d1d4a39878245a1" Type="http://schemas.openxmlformats.org/officeDocument/2006/relationships/slideLayout" Target="../slideLayouts/slideLayout66.xml"/><Relationship Id="R7e489e4aef6c450f" Type="http://schemas.openxmlformats.org/officeDocument/2006/relationships/slideLayout" Target="../slideLayouts/slideLayout47.xml"/><Relationship Id="R80fdedddd3de45fd" Type="http://schemas.openxmlformats.org/officeDocument/2006/relationships/slideLayout" Target="../slideLayouts/slideLayout17.xml"/><Relationship Id="R84e0e1198cd44633" Type="http://schemas.openxmlformats.org/officeDocument/2006/relationships/slideLayout" Target="../slideLayouts/slideLayout90.xml"/><Relationship Id="R872d1ec614374ed0" Type="http://schemas.openxmlformats.org/officeDocument/2006/relationships/slideLayout" Target="../slideLayouts/slideLayout26.xml"/><Relationship Id="R88107c628281417c" Type="http://schemas.openxmlformats.org/officeDocument/2006/relationships/slideLayout" Target="../slideLayouts/slideLayout96.xml"/><Relationship Id="R92ade504fa5e4828" Type="http://schemas.openxmlformats.org/officeDocument/2006/relationships/slideLayout" Target="../slideLayouts/slideLayout104.xml"/><Relationship Id="R942a7279fec948e1" Type="http://schemas.openxmlformats.org/officeDocument/2006/relationships/slideLayout" Target="../slideLayouts/slideLayout94.xml"/><Relationship Id="R99dc13fb045d4567" Type="http://schemas.openxmlformats.org/officeDocument/2006/relationships/slideLayout" Target="../slideLayouts/slideLayout112.xml"/><Relationship Id="Ra0ddfb12e1a240cb" Type="http://schemas.openxmlformats.org/officeDocument/2006/relationships/slideLayout" Target="../slideLayouts/slideLayout92.xml"/><Relationship Id="Ra1abde13f3d94783" Type="http://schemas.openxmlformats.org/officeDocument/2006/relationships/slideLayout" Target="../slideLayouts/slideLayout114.xml"/><Relationship Id="Ra2910f87a536426a" Type="http://schemas.openxmlformats.org/officeDocument/2006/relationships/slideLayout" Target="../slideLayouts/slideLayout25.xml"/><Relationship Id="Ra4a2ac72fb8e4dc5" Type="http://schemas.openxmlformats.org/officeDocument/2006/relationships/slideLayout" Target="../slideLayouts/slideLayout100.xml"/><Relationship Id="Ra4be4712d63a4038" Type="http://schemas.openxmlformats.org/officeDocument/2006/relationships/slideLayout" Target="../slideLayouts/slideLayout7.xml"/><Relationship Id="Ra6ba7915b3c6436f" Type="http://schemas.openxmlformats.org/officeDocument/2006/relationships/slideLayout" Target="../slideLayouts/slideLayout108.xml"/><Relationship Id="Ra84f27fbbd6f41f0" Type="http://schemas.openxmlformats.org/officeDocument/2006/relationships/slideLayout" Target="../slideLayouts/slideLayout107.xml"/><Relationship Id="Ra9022b24f7f64922" Type="http://schemas.openxmlformats.org/officeDocument/2006/relationships/slideLayout" Target="../slideLayouts/slideLayout16.xml"/><Relationship Id="Racec9f473a6940dc" Type="http://schemas.openxmlformats.org/officeDocument/2006/relationships/slideLayout" Target="../slideLayouts/slideLayout1.xml"/><Relationship Id="Radc0beba688643e1" Type="http://schemas.openxmlformats.org/officeDocument/2006/relationships/slideLayout" Target="../slideLayouts/slideLayout27.xml"/><Relationship Id="Radd79299156f4fb5" Type="http://schemas.openxmlformats.org/officeDocument/2006/relationships/slideLayout" Target="../slideLayouts/slideLayout34.xml"/><Relationship Id="Rb08ecf87134e49a6" Type="http://schemas.openxmlformats.org/officeDocument/2006/relationships/slideLayout" Target="../slideLayouts/slideLayout10.xml"/><Relationship Id="Rb182ab0b0fd04d55" Type="http://schemas.openxmlformats.org/officeDocument/2006/relationships/slideLayout" Target="../slideLayouts/slideLayout73.xml"/><Relationship Id="Rb5423568ea7641a3" Type="http://schemas.openxmlformats.org/officeDocument/2006/relationships/slideLayout" Target="../slideLayouts/slideLayout29.xml"/><Relationship Id="Rb71bf5e58efe4116" Type="http://schemas.openxmlformats.org/officeDocument/2006/relationships/slideLayout" Target="../slideLayouts/slideLayout75.xml"/><Relationship Id="Rba22e715b9614381" Type="http://schemas.openxmlformats.org/officeDocument/2006/relationships/slideLayout" Target="../slideLayouts/slideLayout3.xml"/><Relationship Id="Rbd47a5bb4e7b455b" Type="http://schemas.openxmlformats.org/officeDocument/2006/relationships/slideLayout" Target="../slideLayouts/slideLayout102.xml"/><Relationship Id="Rbe764683a7804925" Type="http://schemas.openxmlformats.org/officeDocument/2006/relationships/slideLayout" Target="../slideLayouts/slideLayout39.xml"/><Relationship Id="Rc02f271955d84e11" Type="http://schemas.openxmlformats.org/officeDocument/2006/relationships/slideLayout" Target="../slideLayouts/slideLayout76.xml"/><Relationship Id="Rc1a2ff82334f46a8" Type="http://schemas.openxmlformats.org/officeDocument/2006/relationships/slideLayout" Target="../slideLayouts/slideLayout109.xml"/><Relationship Id="Rc49a3ecc681b42f1" Type="http://schemas.openxmlformats.org/officeDocument/2006/relationships/slideLayout" Target="../slideLayouts/slideLayout8.xml"/><Relationship Id="Rcaef057c7494411d" Type="http://schemas.openxmlformats.org/officeDocument/2006/relationships/slideLayout" Target="../slideLayouts/slideLayout79.xml"/><Relationship Id="Rcd19aada1a904989" Type="http://schemas.openxmlformats.org/officeDocument/2006/relationships/slideLayout" Target="../slideLayouts/slideLayout22.xml"/><Relationship Id="Rd122dd00d3f947d8" Type="http://schemas.openxmlformats.org/officeDocument/2006/relationships/slideLayout" Target="../slideLayouts/slideLayout53.xml"/><Relationship Id="Rd162df94bf414261" Type="http://schemas.openxmlformats.org/officeDocument/2006/relationships/slideLayout" Target="../slideLayouts/slideLayout57.xml"/><Relationship Id="Rd1e617c527ae480f" Type="http://schemas.openxmlformats.org/officeDocument/2006/relationships/slideLayout" Target="../slideLayouts/slideLayout82.xml"/><Relationship Id="Rd29f1b60f1b04559" Type="http://schemas.openxmlformats.org/officeDocument/2006/relationships/slideLayout" Target="../slideLayouts/slideLayout68.xml"/><Relationship Id="Rd5dec3669d494036" Type="http://schemas.openxmlformats.org/officeDocument/2006/relationships/slideLayout" Target="../slideLayouts/slideLayout91.xml"/><Relationship Id="Rd6b43c2ab2924d4b" Type="http://schemas.openxmlformats.org/officeDocument/2006/relationships/slideLayout" Target="../slideLayouts/slideLayout58.xml"/><Relationship Id="Rd965de899ee843e0" Type="http://schemas.openxmlformats.org/officeDocument/2006/relationships/slideLayout" Target="../slideLayouts/slideLayout6.xml"/><Relationship Id="Rdb5189521e014dfd" Type="http://schemas.openxmlformats.org/officeDocument/2006/relationships/slideLayout" Target="../slideLayouts/slideLayout37.xml"/><Relationship Id="Rdda6c6ef540749ef" Type="http://schemas.openxmlformats.org/officeDocument/2006/relationships/slideLayout" Target="../slideLayouts/slideLayout13.xml"/><Relationship Id="Re70a4f2b59aa434f" Type="http://schemas.openxmlformats.org/officeDocument/2006/relationships/slideLayout" Target="../slideLayouts/slideLayout83.xml"/><Relationship Id="Re7a05d82de484343" Type="http://schemas.openxmlformats.org/officeDocument/2006/relationships/slideLayout" Target="../slideLayouts/slideLayout46.xml"/><Relationship Id="Rec9e338ca8c84191" Type="http://schemas.openxmlformats.org/officeDocument/2006/relationships/slideLayout" Target="../slideLayouts/slideLayout62.xml"/><Relationship Id="Rf06e3167fe5f400a" Type="http://schemas.openxmlformats.org/officeDocument/2006/relationships/slideLayout" Target="../slideLayouts/slideLayout9.xml"/><Relationship Id="Rf36530a01c3243c6" Type="http://schemas.openxmlformats.org/officeDocument/2006/relationships/slideLayout" Target="../slideLayouts/slideLayout23.xml"/><Relationship Id="Rf5ddf6e287754bd2" Type="http://schemas.openxmlformats.org/officeDocument/2006/relationships/slideLayout" Target="../slideLayouts/slideLayout71.xml"/><Relationship Id="Rf7797e6bbcb3496f" Type="http://schemas.openxmlformats.org/officeDocument/2006/relationships/slideLayout" Target="../slideLayouts/slideLayout35.xml"/><Relationship Id="Rf9ed9c2cc0db450e" Type="http://schemas.openxmlformats.org/officeDocument/2006/relationships/slideLayout" Target="../slideLayouts/slideLayout88.xml"/><Relationship Id="Rfde70aa5c0b44a2a" Type="http://schemas.openxmlformats.org/officeDocument/2006/relationships/slideLayout" Target="../slideLayouts/slideLayout65.xml"/><Relationship Id="Rfdeecfcd13d540f6" Type="http://schemas.openxmlformats.org/officeDocument/2006/relationships/slideLayout" Target="../slideLayouts/slideLayout24.xml"/><Relationship Id="Rfe0e28aa01ec4b0a" Type="http://schemas.openxmlformats.org/officeDocument/2006/relationships/slideLayout" Target="../slideLayouts/slideLayout86.xml"/><Relationship Id="Rfec8135e8e944d50" Type="http://schemas.openxmlformats.org/officeDocument/2006/relationships/slideLayout" Target="../slideLayouts/slideLayout5.xml"/></Relationships>
</file>

<file path=ppt/slideMasters/slideMaster1.xml><?xml version="1.0" encoding="utf-8"?>
<p:sldMaster xmlns:p="http://schemas.openxmlformats.org/presentationml/2006/main">
  <p:cSld>
    <p:bg>
      <p:bgPr>
        <a:solidFill xmlns:a="http://schemas.openxmlformats.org/drawingml/2006/main">
          <a:schemeClr val="bg2"/>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A70F255-3C2A-4AC7-8935-184146E3B6D6}"/>
              </a:ext>
            </a:extLst>
          </p:cNvPr>
          <p:cNvSpPr>
            <a:spLocks xmlns:a="http://schemas.openxmlformats.org/drawingml/2006/main" noGrp="1"/>
          </p:cNvSpPr>
          <p:nvPr>
            <p:ph type="title" idx="0"/>
          </p:nvPr>
        </p:nvSpPr>
        <p:spPr>
          <a:xfrm xmlns:a="http://schemas.openxmlformats.org/drawingml/2006/main">
            <a:off x="768875" y="182403"/>
            <a:ext cx="10671048" cy="822960"/>
          </a:xfrm>
          <a:prstGeom xmlns:a="http://schemas.openxmlformats.org/drawingml/2006/main" prst="rect">
            <a:avLst/>
          </a:prstGeom>
        </p:spPr>
        <p:txBody>
          <a:bodyPr xmlns:a="http://schemas.openxmlformats.org/drawingml/2006/main" vert="horz" lIns="0" tIns="0" rIns="0" bIns="0" anchor="b">
            <a:noAutofit/>
          </a:bodyPr>
          <a:lstStyle xmlns:a="http://schemas.openxmlformats.org/drawingml/2006/main"/>
          <a:p xmlns:a="http://schemas.openxmlformats.org/drawingml/2006/main">
            <a:pPr marL="0" indent="0">
              <a:spcBef>
                <a:spcPts val="1000"/>
              </a:spcBef>
              <a:buNone/>
            </a:pPr>
            <a:r>
              <a:t>Title</a:t>
            </a:r>
          </a:p>
        </p:txBody>
      </p:sp>
      <p:sp>
        <p:nvSpPr>
          <p:cNvPr id="4" name="Text Field">
            <a:extLst xmlns:a="http://schemas.openxmlformats.org/drawingml/2006/main">
              <a:ext uri="{FF2B5EF4-FFF2-40B4-BE49-F238E27FC236}">
                <a16:creationId xmlns:a16="http://schemas.microsoft.com/office/drawing/2014/main" id="{E46619B6-A626-4CDA-96E2-B94F4637C628}"/>
              </a:ext>
            </a:extLst>
          </p:cNvPr>
          <p:cNvSpPr>
            <a:spLocks xmlns:a="http://schemas.openxmlformats.org/drawingml/2006/main" noGrp="1"/>
          </p:cNvSpPr>
          <p:nvPr>
            <p:ph type="body" idx="1"/>
          </p:nvPr>
        </p:nvSpPr>
        <p:spPr>
          <a:xfrm xmlns:a="http://schemas.openxmlformats.org/drawingml/2006/main">
            <a:off x="768875" y="1600200"/>
            <a:ext cx="10671048" cy="4514850"/>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7" name="Slide Number">
            <a:extLst xmlns:a="http://schemas.openxmlformats.org/drawingml/2006/main">
              <a:ext uri="{FF2B5EF4-FFF2-40B4-BE49-F238E27FC236}">
                <a16:creationId xmlns:a16="http://schemas.microsoft.com/office/drawing/2014/main" id="{08A3F6CD-49F4-D74B-8C7F-D6CA71EFB13B}"/>
              </a:ext>
            </a:extLst>
          </p:cNvPr>
          <p:cNvSpPr>
            <a:spLocks xmlns:a="http://schemas.openxmlformats.org/drawingml/2006/main" noGrp="1"/>
          </p:cNvSpPr>
          <p:nvPr>
            <p:ph type="sldNum" idx="4"/>
          </p:nvPr>
        </p:nvSpPr>
        <p:spPr>
          <a:xfrm xmlns:a="http://schemas.openxmlformats.org/drawingml/2006/main">
            <a:off x="762000" y="6423660"/>
            <a:ext cx="365760" cy="36576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514C47"/>
                </a:solidFill>
                <a:latin typeface="+mn-lt"/>
                <a:ea typeface="+mn-lt"/>
                <a:cs typeface="+mn-lt"/>
              </a:defRPr>
            </a:lvl1pPr>
          </a:lstStyle>
          <a:p xmlns:a="http://schemas.openxmlformats.org/drawingml/2006/main">
            <a:fld id="{345D60D9-5372-5F40-9443-0F9AE5BDC3C8}" type="slidenum">
              <a:t>‹#›</a:t>
            </a:fld>
          </a:p>
        </p:txBody>
      </p:sp>
      <p:sp>
        <p:nvSpPr>
          <p:cNvPr id="18" name="Footer">
            <a:extLst xmlns:a="http://schemas.openxmlformats.org/drawingml/2006/main">
              <a:ext uri="{FF2B5EF4-FFF2-40B4-BE49-F238E27FC236}">
                <a16:creationId xmlns:a16="http://schemas.microsoft.com/office/drawing/2014/main" id="{8E003242-6B91-1949-A5CA-15BA57A045C9}"/>
              </a:ext>
            </a:extLst>
          </p:cNvPr>
          <p:cNvSpPr>
            <a:spLocks xmlns:a="http://schemas.openxmlformats.org/drawingml/2006/main" noGrp="1"/>
          </p:cNvSpPr>
          <p:nvPr>
            <p:ph type="ftr" idx="3"/>
          </p:nvPr>
        </p:nvSpPr>
        <p:spPr>
          <a:xfrm xmlns:a="http://schemas.openxmlformats.org/drawingml/2006/main">
            <a:off x="1127759" y="6423978"/>
            <a:ext cx="8778240" cy="365125"/>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514C47"/>
                </a:solidFill>
                <a:latin typeface="+mn-lt"/>
                <a:ea typeface="+mn-lt"/>
                <a:cs typeface="+mn-lt"/>
              </a:defRPr>
            </a:lvl1pPr>
          </a:lstStyle>
          <a:p xmlns:a="http://schemas.openxmlformats.org/drawingml/2006/main">
            <a:r>
              <a:t>Copyright © 2026, Oracle and/or its affiliates |  Confidential: Internal/Restricted/Highly Restricted</a:t>
            </a:r>
          </a:p>
        </p:txBody>
      </p:sp>
      <p:sp>
        <p:nvSpPr>
          <p:cNvPr id="20" name="Date">
            <a:extLst xmlns:a="http://schemas.openxmlformats.org/drawingml/2006/main">
              <a:ext uri="{FF2B5EF4-FFF2-40B4-BE49-F238E27FC236}">
                <a16:creationId xmlns:a16="http://schemas.microsoft.com/office/drawing/2014/main" id="{65BA88F5-EF53-415B-8446-19188BE675D3}"/>
              </a:ext>
            </a:extLst>
          </p:cNvPr>
          <p:cNvSpPr>
            <a:spLocks xmlns:a="http://schemas.openxmlformats.org/drawingml/2006/main" noGrp="1"/>
          </p:cNvSpPr>
          <p:nvPr>
            <p:ph type="dt" idx="2"/>
          </p:nvPr>
        </p:nvSpPr>
        <p:spPr>
          <a:xfrm xmlns:a="http://schemas.openxmlformats.org/drawingml/2006/main">
            <a:off x="10012578" y="6425604"/>
            <a:ext cx="1315822" cy="36350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buNone/>
              <a:defRPr sz="800">
                <a:solidFill>
                  <a:srgbClr val="514C47"/>
                </a:solidFill>
                <a:latin typeface="+mn-lt"/>
                <a:ea typeface="+mn-lt"/>
                <a:cs typeface="+mn-lt"/>
              </a:defRPr>
            </a:lvl1pPr>
          </a:lstStyle>
          <a:p xmlns:a="http://schemas.openxmlformats.org/drawingml/2006/main">
            <a:r>
              <a:t>[Date]</a:t>
            </a:r>
          </a:p>
        </p:txBody>
      </p:sp>
      <p:pic>
        <p:nvPicPr>
          <p:cNvPr id="21" name="OTag"/>
          <p:cNvPicPr>
            <a:picLocks xmlns:a="http://schemas.openxmlformats.org/drawingml/2006/main" noChangeAspect="1"/>
          </p:cNvPicPr>
          <p:nvPr/>
        </p:nvPicPr>
        <p:blipFill>
          <a:blip xmlns:r="http://schemas.openxmlformats.org/officeDocument/2006/relationships" xmlns:a="http://schemas.openxmlformats.org/drawingml/2006/main" r:embed="R0b3c7a84879a41b8"/>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ec9f473a6940dc"/>
    <p:sldLayoutId xmlns:r="http://schemas.openxmlformats.org/officeDocument/2006/relationships" id="2147483650" r:id="R7a515788087848d0"/>
    <p:sldLayoutId xmlns:r="http://schemas.openxmlformats.org/officeDocument/2006/relationships" id="2147483651" r:id="Rba22e715b9614381"/>
    <p:sldLayoutId xmlns:r="http://schemas.openxmlformats.org/officeDocument/2006/relationships" id="2147483652" r:id="R2761391d089c4ef7"/>
    <p:sldLayoutId xmlns:r="http://schemas.openxmlformats.org/officeDocument/2006/relationships" id="2147483653" r:id="Rfec8135e8e944d50"/>
    <p:sldLayoutId xmlns:r="http://schemas.openxmlformats.org/officeDocument/2006/relationships" id="2147483654" r:id="Rd965de899ee843e0"/>
    <p:sldLayoutId xmlns:r="http://schemas.openxmlformats.org/officeDocument/2006/relationships" id="2147483655" r:id="Ra4be4712d63a4038"/>
    <p:sldLayoutId xmlns:r="http://schemas.openxmlformats.org/officeDocument/2006/relationships" id="2147483656" r:id="Rc49a3ecc681b42f1"/>
    <p:sldLayoutId xmlns:r="http://schemas.openxmlformats.org/officeDocument/2006/relationships" id="2147483657" r:id="Rf06e3167fe5f400a"/>
    <p:sldLayoutId xmlns:r="http://schemas.openxmlformats.org/officeDocument/2006/relationships" id="2147483658" r:id="Rb08ecf87134e49a6"/>
    <p:sldLayoutId xmlns:r="http://schemas.openxmlformats.org/officeDocument/2006/relationships" id="2147483659" r:id="R0c54ecedd6954573"/>
    <p:sldLayoutId xmlns:r="http://schemas.openxmlformats.org/officeDocument/2006/relationships" id="2147483660" r:id="R79f973516b4845b6"/>
    <p:sldLayoutId xmlns:r="http://schemas.openxmlformats.org/officeDocument/2006/relationships" id="2147483661" r:id="Rdda6c6ef540749ef"/>
    <p:sldLayoutId xmlns:r="http://schemas.openxmlformats.org/officeDocument/2006/relationships" id="2147483662" r:id="R0a520d107b8a4d5a"/>
    <p:sldLayoutId xmlns:r="http://schemas.openxmlformats.org/officeDocument/2006/relationships" id="2147483663" r:id="R5390be5287004229"/>
    <p:sldLayoutId xmlns:r="http://schemas.openxmlformats.org/officeDocument/2006/relationships" id="2147483664" r:id="Ra9022b24f7f64922"/>
    <p:sldLayoutId xmlns:r="http://schemas.openxmlformats.org/officeDocument/2006/relationships" id="2147483665" r:id="R80fdedddd3de45fd"/>
    <p:sldLayoutId xmlns:r="http://schemas.openxmlformats.org/officeDocument/2006/relationships" id="2147483666" r:id="R7162ef11a1d44504"/>
    <p:sldLayoutId xmlns:r="http://schemas.openxmlformats.org/officeDocument/2006/relationships" id="2147483667" r:id="R411be9c05c184781"/>
    <p:sldLayoutId xmlns:r="http://schemas.openxmlformats.org/officeDocument/2006/relationships" id="2147483668" r:id="R1ec1d7f3f93e402d"/>
    <p:sldLayoutId xmlns:r="http://schemas.openxmlformats.org/officeDocument/2006/relationships" id="2147483669" r:id="R3d5e6b0b4ae3404d"/>
    <p:sldLayoutId xmlns:r="http://schemas.openxmlformats.org/officeDocument/2006/relationships" id="2147483670" r:id="Rcd19aada1a904989"/>
    <p:sldLayoutId xmlns:r="http://schemas.openxmlformats.org/officeDocument/2006/relationships" id="2147483671" r:id="Rf36530a01c3243c6"/>
    <p:sldLayoutId xmlns:r="http://schemas.openxmlformats.org/officeDocument/2006/relationships" id="2147483672" r:id="Rfdeecfcd13d540f6"/>
    <p:sldLayoutId xmlns:r="http://schemas.openxmlformats.org/officeDocument/2006/relationships" id="2147483673" r:id="Ra2910f87a536426a"/>
    <p:sldLayoutId xmlns:r="http://schemas.openxmlformats.org/officeDocument/2006/relationships" id="2147483674" r:id="R872d1ec614374ed0"/>
    <p:sldLayoutId xmlns:r="http://schemas.openxmlformats.org/officeDocument/2006/relationships" id="2147483675" r:id="Radc0beba688643e1"/>
    <p:sldLayoutId xmlns:r="http://schemas.openxmlformats.org/officeDocument/2006/relationships" id="2147483676" r:id="R1628dfdcfbde499e"/>
    <p:sldLayoutId xmlns:r="http://schemas.openxmlformats.org/officeDocument/2006/relationships" id="2147483677" r:id="Rb5423568ea7641a3"/>
    <p:sldLayoutId xmlns:r="http://schemas.openxmlformats.org/officeDocument/2006/relationships" id="2147483678" r:id="R26fd0de031074791"/>
    <p:sldLayoutId xmlns:r="http://schemas.openxmlformats.org/officeDocument/2006/relationships" id="2147483679" r:id="R51fea8a86f0e49c2"/>
    <p:sldLayoutId xmlns:r="http://schemas.openxmlformats.org/officeDocument/2006/relationships" id="2147483680" r:id="R04eca447988749ce"/>
    <p:sldLayoutId xmlns:r="http://schemas.openxmlformats.org/officeDocument/2006/relationships" id="2147483681" r:id="R500124025f3148c1"/>
    <p:sldLayoutId xmlns:r="http://schemas.openxmlformats.org/officeDocument/2006/relationships" id="2147483682" r:id="Radd79299156f4fb5"/>
    <p:sldLayoutId xmlns:r="http://schemas.openxmlformats.org/officeDocument/2006/relationships" id="2147483683" r:id="Rf7797e6bbcb3496f"/>
    <p:sldLayoutId xmlns:r="http://schemas.openxmlformats.org/officeDocument/2006/relationships" id="2147483684" r:id="R18f8e098ed9845ca"/>
    <p:sldLayoutId xmlns:r="http://schemas.openxmlformats.org/officeDocument/2006/relationships" id="2147483685" r:id="Rdb5189521e014dfd"/>
    <p:sldLayoutId xmlns:r="http://schemas.openxmlformats.org/officeDocument/2006/relationships" id="2147483686" r:id="R3b229a2f97754c36"/>
    <p:sldLayoutId xmlns:r="http://schemas.openxmlformats.org/officeDocument/2006/relationships" id="2147483687" r:id="Rbe764683a7804925"/>
    <p:sldLayoutId xmlns:r="http://schemas.openxmlformats.org/officeDocument/2006/relationships" id="2147483688" r:id="R13db7ee9f61c4e39"/>
    <p:sldLayoutId xmlns:r="http://schemas.openxmlformats.org/officeDocument/2006/relationships" id="2147483689" r:id="R131045f690e9443d"/>
    <p:sldLayoutId xmlns:r="http://schemas.openxmlformats.org/officeDocument/2006/relationships" id="2147483690" r:id="R4e36370773d64676"/>
    <p:sldLayoutId xmlns:r="http://schemas.openxmlformats.org/officeDocument/2006/relationships" id="2147483691" r:id="R0d133da146fa4fd3"/>
    <p:sldLayoutId xmlns:r="http://schemas.openxmlformats.org/officeDocument/2006/relationships" id="2147483692" r:id="R4aaece7b12224a77"/>
    <p:sldLayoutId xmlns:r="http://schemas.openxmlformats.org/officeDocument/2006/relationships" id="2147483693" r:id="R53993c8fa04a4913"/>
    <p:sldLayoutId xmlns:r="http://schemas.openxmlformats.org/officeDocument/2006/relationships" id="2147483694" r:id="Re7a05d82de484343"/>
    <p:sldLayoutId xmlns:r="http://schemas.openxmlformats.org/officeDocument/2006/relationships" id="2147483695" r:id="R7e489e4aef6c450f"/>
    <p:sldLayoutId xmlns:r="http://schemas.openxmlformats.org/officeDocument/2006/relationships" id="2147483696" r:id="R52487d5db62b4fda"/>
    <p:sldLayoutId xmlns:r="http://schemas.openxmlformats.org/officeDocument/2006/relationships" id="2147483697" r:id="R00c0dfa4f1434088"/>
    <p:sldLayoutId xmlns:r="http://schemas.openxmlformats.org/officeDocument/2006/relationships" id="2147483698" r:id="R2b478e24586a4736"/>
    <p:sldLayoutId xmlns:r="http://schemas.openxmlformats.org/officeDocument/2006/relationships" id="2147483699" r:id="R2ac1af94069d4ecb"/>
    <p:sldLayoutId xmlns:r="http://schemas.openxmlformats.org/officeDocument/2006/relationships" id="2147483700" r:id="R21e25ef93fa24b8f"/>
    <p:sldLayoutId xmlns:r="http://schemas.openxmlformats.org/officeDocument/2006/relationships" id="2147483701" r:id="Rd122dd00d3f947d8"/>
    <p:sldLayoutId xmlns:r="http://schemas.openxmlformats.org/officeDocument/2006/relationships" id="2147483702" r:id="R1901eea1043a4fb2"/>
    <p:sldLayoutId xmlns:r="http://schemas.openxmlformats.org/officeDocument/2006/relationships" id="2147483703" r:id="R038c8ac28c1d40ac"/>
    <p:sldLayoutId xmlns:r="http://schemas.openxmlformats.org/officeDocument/2006/relationships" id="2147483704" r:id="R1c6eb2de40104297"/>
    <p:sldLayoutId xmlns:r="http://schemas.openxmlformats.org/officeDocument/2006/relationships" id="2147483705" r:id="Rd162df94bf414261"/>
    <p:sldLayoutId xmlns:r="http://schemas.openxmlformats.org/officeDocument/2006/relationships" id="2147483706" r:id="Rd6b43c2ab2924d4b"/>
    <p:sldLayoutId xmlns:r="http://schemas.openxmlformats.org/officeDocument/2006/relationships" id="2147483707" r:id="R0255ebefc1964781"/>
    <p:sldLayoutId xmlns:r="http://schemas.openxmlformats.org/officeDocument/2006/relationships" id="2147483708" r:id="R59d45e7f7b1247bd"/>
    <p:sldLayoutId xmlns:r="http://schemas.openxmlformats.org/officeDocument/2006/relationships" id="2147483709" r:id="R650bd15689b442e1"/>
    <p:sldLayoutId xmlns:r="http://schemas.openxmlformats.org/officeDocument/2006/relationships" id="2147483710" r:id="Rec9e338ca8c84191"/>
    <p:sldLayoutId xmlns:r="http://schemas.openxmlformats.org/officeDocument/2006/relationships" id="2147483711" r:id="R1034e68f22e54ec5"/>
    <p:sldLayoutId xmlns:r="http://schemas.openxmlformats.org/officeDocument/2006/relationships" id="2147483712" r:id="R13c39e24c7e54213"/>
    <p:sldLayoutId xmlns:r="http://schemas.openxmlformats.org/officeDocument/2006/relationships" id="2147483713" r:id="Rfde70aa5c0b44a2a"/>
    <p:sldLayoutId xmlns:r="http://schemas.openxmlformats.org/officeDocument/2006/relationships" id="2147483714" r:id="R7d1d4a39878245a1"/>
    <p:sldLayoutId xmlns:r="http://schemas.openxmlformats.org/officeDocument/2006/relationships" id="2147483715" r:id="R3ed3a5821e334982"/>
    <p:sldLayoutId xmlns:r="http://schemas.openxmlformats.org/officeDocument/2006/relationships" id="2147483716" r:id="Rd29f1b60f1b04559"/>
    <p:sldLayoutId xmlns:r="http://schemas.openxmlformats.org/officeDocument/2006/relationships" id="2147483717" r:id="R0217b73c822645d6"/>
    <p:sldLayoutId xmlns:r="http://schemas.openxmlformats.org/officeDocument/2006/relationships" id="2147483718" r:id="R134e69ba6cbe4ee0"/>
    <p:sldLayoutId xmlns:r="http://schemas.openxmlformats.org/officeDocument/2006/relationships" id="2147483719" r:id="Rf5ddf6e287754bd2"/>
    <p:sldLayoutId xmlns:r="http://schemas.openxmlformats.org/officeDocument/2006/relationships" id="2147483720" r:id="R2b524a338bd84805"/>
    <p:sldLayoutId xmlns:r="http://schemas.openxmlformats.org/officeDocument/2006/relationships" id="2147483721" r:id="Rb182ab0b0fd04d55"/>
    <p:sldLayoutId xmlns:r="http://schemas.openxmlformats.org/officeDocument/2006/relationships" id="2147483722" r:id="R05089934e35f4fef"/>
    <p:sldLayoutId xmlns:r="http://schemas.openxmlformats.org/officeDocument/2006/relationships" id="2147483723" r:id="Rb71bf5e58efe4116"/>
    <p:sldLayoutId xmlns:r="http://schemas.openxmlformats.org/officeDocument/2006/relationships" id="2147483724" r:id="Rc02f271955d84e11"/>
    <p:sldLayoutId xmlns:r="http://schemas.openxmlformats.org/officeDocument/2006/relationships" id="2147483725" r:id="R3873fc195a5244a7"/>
    <p:sldLayoutId xmlns:r="http://schemas.openxmlformats.org/officeDocument/2006/relationships" id="2147483726" r:id="R4a1bca8597a045f7"/>
    <p:sldLayoutId xmlns:r="http://schemas.openxmlformats.org/officeDocument/2006/relationships" id="2147483727" r:id="Rcaef057c7494411d"/>
    <p:sldLayoutId xmlns:r="http://schemas.openxmlformats.org/officeDocument/2006/relationships" id="2147483728" r:id="R527b712f3c2e4eb9"/>
    <p:sldLayoutId xmlns:r="http://schemas.openxmlformats.org/officeDocument/2006/relationships" id="2147483729" r:id="R51c1dc669a144477"/>
    <p:sldLayoutId xmlns:r="http://schemas.openxmlformats.org/officeDocument/2006/relationships" id="2147483730" r:id="Rd1e617c527ae480f"/>
    <p:sldLayoutId xmlns:r="http://schemas.openxmlformats.org/officeDocument/2006/relationships" id="2147483731" r:id="Re70a4f2b59aa434f"/>
    <p:sldLayoutId xmlns:r="http://schemas.openxmlformats.org/officeDocument/2006/relationships" id="2147483732" r:id="R33b8a277dcce473f"/>
    <p:sldLayoutId xmlns:r="http://schemas.openxmlformats.org/officeDocument/2006/relationships" id="2147483733" r:id="R02772f9529b444f3"/>
    <p:sldLayoutId xmlns:r="http://schemas.openxmlformats.org/officeDocument/2006/relationships" id="2147483734" r:id="Rfe0e28aa01ec4b0a"/>
    <p:sldLayoutId xmlns:r="http://schemas.openxmlformats.org/officeDocument/2006/relationships" id="2147483735" r:id="R70b232dfc74f4a72"/>
    <p:sldLayoutId xmlns:r="http://schemas.openxmlformats.org/officeDocument/2006/relationships" id="2147483736" r:id="Rf9ed9c2cc0db450e"/>
    <p:sldLayoutId xmlns:r="http://schemas.openxmlformats.org/officeDocument/2006/relationships" id="2147483737" r:id="R215318545c53400a"/>
    <p:sldLayoutId xmlns:r="http://schemas.openxmlformats.org/officeDocument/2006/relationships" id="2147483738" r:id="R84e0e1198cd44633"/>
    <p:sldLayoutId xmlns:r="http://schemas.openxmlformats.org/officeDocument/2006/relationships" id="2147483739" r:id="Rd5dec3669d494036"/>
    <p:sldLayoutId xmlns:r="http://schemas.openxmlformats.org/officeDocument/2006/relationships" id="2147483740" r:id="Ra0ddfb12e1a240cb"/>
    <p:sldLayoutId xmlns:r="http://schemas.openxmlformats.org/officeDocument/2006/relationships" id="2147483741" r:id="R4ccd9051e13f4beb"/>
    <p:sldLayoutId xmlns:r="http://schemas.openxmlformats.org/officeDocument/2006/relationships" id="2147483742" r:id="R942a7279fec948e1"/>
    <p:sldLayoutId xmlns:r="http://schemas.openxmlformats.org/officeDocument/2006/relationships" id="2147483743" r:id="R485ae157352240bc"/>
    <p:sldLayoutId xmlns:r="http://schemas.openxmlformats.org/officeDocument/2006/relationships" id="2147483744" r:id="R88107c628281417c"/>
    <p:sldLayoutId xmlns:r="http://schemas.openxmlformats.org/officeDocument/2006/relationships" id="2147483745" r:id="R155249a0b7174569"/>
    <p:sldLayoutId xmlns:r="http://schemas.openxmlformats.org/officeDocument/2006/relationships" id="2147483746" r:id="R4739e098731a4db2"/>
    <p:sldLayoutId xmlns:r="http://schemas.openxmlformats.org/officeDocument/2006/relationships" id="2147483747" r:id="R7228f4fac82140ad"/>
    <p:sldLayoutId xmlns:r="http://schemas.openxmlformats.org/officeDocument/2006/relationships" id="2147483748" r:id="Ra4a2ac72fb8e4dc5"/>
    <p:sldLayoutId xmlns:r="http://schemas.openxmlformats.org/officeDocument/2006/relationships" id="2147483749" r:id="R038a5ef5d6e84a70"/>
    <p:sldLayoutId xmlns:r="http://schemas.openxmlformats.org/officeDocument/2006/relationships" id="2147483750" r:id="Rbd47a5bb4e7b455b"/>
    <p:sldLayoutId xmlns:r="http://schemas.openxmlformats.org/officeDocument/2006/relationships" id="2147483751" r:id="R2780e2272fec4731"/>
    <p:sldLayoutId xmlns:r="http://schemas.openxmlformats.org/officeDocument/2006/relationships" id="2147483752" r:id="R92ade504fa5e4828"/>
    <p:sldLayoutId xmlns:r="http://schemas.openxmlformats.org/officeDocument/2006/relationships" id="2147483753" r:id="R29704d3daad24f48"/>
    <p:sldLayoutId xmlns:r="http://schemas.openxmlformats.org/officeDocument/2006/relationships" id="2147483754" r:id="R1a0c02b8df0f4f5e"/>
    <p:sldLayoutId xmlns:r="http://schemas.openxmlformats.org/officeDocument/2006/relationships" id="2147483755" r:id="Ra84f27fbbd6f41f0"/>
    <p:sldLayoutId xmlns:r="http://schemas.openxmlformats.org/officeDocument/2006/relationships" id="2147483756" r:id="Ra6ba7915b3c6436f"/>
    <p:sldLayoutId xmlns:r="http://schemas.openxmlformats.org/officeDocument/2006/relationships" id="2147483757" r:id="Rc1a2ff82334f46a8"/>
    <p:sldLayoutId xmlns:r="http://schemas.openxmlformats.org/officeDocument/2006/relationships" id="2147483758" r:id="R37a189c2a47c434e"/>
    <p:sldLayoutId xmlns:r="http://schemas.openxmlformats.org/officeDocument/2006/relationships" id="2147483759" r:id="R0b4bd828d0184f00"/>
    <p:sldLayoutId xmlns:r="http://schemas.openxmlformats.org/officeDocument/2006/relationships" id="2147483760" r:id="R99dc13fb045d4567"/>
    <p:sldLayoutId xmlns:r="http://schemas.openxmlformats.org/officeDocument/2006/relationships" id="2147483761" r:id="R3ad33487dfea4c7d"/>
    <p:sldLayoutId xmlns:r="http://schemas.openxmlformats.org/officeDocument/2006/relationships" id="2147483762" r:id="Ra1abde13f3d94783"/>
  </p:sldLayoutIdLst>
  <p:hf hdr="0" dt="0"/>
  <p:txStyles>
    <p:titleStyle>
      <a:lvl1pPr xmlns:a="http://schemas.openxmlformats.org/drawingml/2006/main" algn="l">
        <a:lnSpc>
          <a:spcPct val="95000"/>
        </a:lnSpc>
        <a:spcBef>
          <a:spcPts val="0"/>
        </a:spcBef>
        <a:buNone/>
        <a:defRPr sz="2400" b="1" i="0">
          <a:solidFill>
            <a:schemeClr val="tx1"/>
          </a:solidFill>
          <a:latin typeface="+mn-lt"/>
          <a:ea typeface="+mn-lt"/>
          <a:cs typeface="+mn-lt"/>
        </a:defRPr>
      </a:lvl1pPr>
    </p:titleStyle>
    <p:bodyStyle>
      <a:lvl1pPr xmlns:a="http://schemas.openxmlformats.org/drawingml/2006/main" marL="0" indent="0" algn="l">
        <a:lnSpc>
          <a:spcPct val="95000"/>
        </a:lnSpc>
        <a:spcBef>
          <a:spcPts val="600"/>
        </a:spcBef>
        <a:spcAft>
          <a:spcPts val="0"/>
        </a:spcAft>
        <a:buNone/>
        <a:defRPr sz="1600" b="0" i="0">
          <a:solidFill>
            <a:schemeClr val="tx1"/>
          </a:solidFill>
          <a:latin typeface="Oracle Sans Tab"/>
          <a:ea typeface="Oracle Sans Tab"/>
          <a:cs typeface="Oracle Sans Tab"/>
        </a:defRPr>
      </a:lvl1pPr>
      <a:lvl2pPr xmlns:a="http://schemas.openxmlformats.org/drawingml/2006/main" marL="365760" indent="-182880" algn="l">
        <a:lnSpc>
          <a:spcPct val="95000"/>
        </a:lnSpc>
        <a:spcBef>
          <a:spcPts val="600"/>
        </a:spcBef>
        <a:spcAft>
          <a:spcPts val="0"/>
        </a:spcAft>
        <a:buChar char="•"/>
        <a:defRPr sz="1600" b="0" i="0">
          <a:solidFill>
            <a:schemeClr val="tx1"/>
          </a:solidFill>
          <a:latin typeface="Oracle Sans"/>
          <a:ea typeface="Oracle Sans"/>
          <a:cs typeface="Oracle Sans"/>
        </a:defRPr>
      </a:lvl2pPr>
      <a:lvl3pPr xmlns:a="http://schemas.openxmlformats.org/drawingml/2006/main" marL="547688" indent="-182563" algn="l">
        <a:lnSpc>
          <a:spcPct val="95000"/>
        </a:lnSpc>
        <a:spcBef>
          <a:spcPts val="400"/>
        </a:spcBef>
        <a:spcAft>
          <a:spcPts val="0"/>
        </a:spcAft>
        <a:buChar char="-"/>
        <a:defRPr sz="1600" b="0" i="0">
          <a:solidFill>
            <a:schemeClr val="tx1"/>
          </a:solidFill>
          <a:latin typeface="Oracle Sans"/>
          <a:ea typeface="Oracle Sans"/>
          <a:cs typeface="Oracle Sans"/>
        </a:defRPr>
      </a:lvl3pPr>
      <a:lvl4pPr xmlns:a="http://schemas.openxmlformats.org/drawingml/2006/main" marL="730250" indent="-182563" algn="l">
        <a:lnSpc>
          <a:spcPct val="95000"/>
        </a:lnSpc>
        <a:spcBef>
          <a:spcPts val="400"/>
        </a:spcBef>
        <a:spcAft>
          <a:spcPts val="0"/>
        </a:spcAft>
        <a:buChar char="•"/>
        <a:defRPr sz="1600" b="0" i="0">
          <a:solidFill>
            <a:schemeClr val="tx1"/>
          </a:solidFill>
          <a:latin typeface="Oracle Sans"/>
          <a:ea typeface="Oracle Sans"/>
          <a:cs typeface="Oracle Sans"/>
        </a:defRPr>
      </a:lvl4pPr>
      <a:lvl5pPr xmlns:a="http://schemas.openxmlformats.org/drawingml/2006/main" marL="914400" indent="-182880" algn="l">
        <a:lnSpc>
          <a:spcPct val="95000"/>
        </a:lnSpc>
        <a:spcBef>
          <a:spcPts val="400"/>
        </a:spcBef>
        <a:spcAft>
          <a:spcPts val="0"/>
        </a:spcAft>
        <a:buChar char="-"/>
        <a:defRPr sz="1600" b="0" i="0">
          <a:solidFill>
            <a:schemeClr val="tx1"/>
          </a:solidFill>
          <a:latin typeface="Oracle Sans"/>
          <a:ea typeface="Oracle Sans"/>
          <a:cs typeface="Oracle Sans"/>
        </a:defRPr>
      </a:lvl5pPr>
      <a:lvl6pPr xmlns:a="http://schemas.openxmlformats.org/drawingml/2006/main" marL="1097280" indent="-182880" algn="l">
        <a:lnSpc>
          <a:spcPct val="95000"/>
        </a:lnSpc>
        <a:spcBef>
          <a:spcPts val="400"/>
        </a:spcBef>
        <a:spcAft>
          <a:spcPts val="0"/>
        </a:spcAft>
        <a:buChar char="•"/>
        <a:defRPr sz="1600" b="0" i="0">
          <a:solidFill>
            <a:schemeClr val="tx1"/>
          </a:solidFill>
          <a:latin typeface="Oracle Sans"/>
          <a:ea typeface="Oracle Sans"/>
          <a:cs typeface="Oracle Sans"/>
        </a:defRPr>
      </a:lvl6pPr>
      <a:lvl7pPr xmlns:a="http://schemas.openxmlformats.org/drawingml/2006/main" marL="1280160" indent="-182880" algn="l">
        <a:lnSpc>
          <a:spcPct val="95000"/>
        </a:lnSpc>
        <a:spcBef>
          <a:spcPts val="400"/>
        </a:spcBef>
        <a:spcAft>
          <a:spcPts val="0"/>
        </a:spcAft>
        <a:buChar char="-"/>
        <a:defRPr sz="1600" b="0" i="0">
          <a:solidFill>
            <a:schemeClr val="tx1"/>
          </a:solidFill>
          <a:latin typeface="Oracle Sans"/>
          <a:ea typeface="Oracle Sans"/>
          <a:cs typeface="Oracle Sans"/>
        </a:defRPr>
      </a:lvl7pPr>
      <a:lvl8pPr xmlns:a="http://schemas.openxmlformats.org/drawingml/2006/main" marL="1604963" indent="-203200" algn="l">
        <a:lnSpc>
          <a:spcPct val="90000"/>
        </a:lnSpc>
        <a:spcBef>
          <a:spcPts val="500"/>
        </a:spcBef>
        <a:buChar char="•"/>
        <a:defRPr sz="1600" b="0" i="0">
          <a:solidFill>
            <a:schemeClr val="tx1"/>
          </a:solidFill>
          <a:latin typeface="Oracle Sans"/>
          <a:ea typeface="Oracle Sans"/>
          <a:cs typeface="Oracle Sans"/>
        </a:defRPr>
      </a:lvl8pPr>
      <a:lvl9pPr xmlns:a="http://schemas.openxmlformats.org/drawingml/2006/main" marL="1889125" indent="-203200" algn="l">
        <a:lnSpc>
          <a:spcPct val="90000"/>
        </a:lnSpc>
        <a:spcBef>
          <a:spcPts val="500"/>
        </a:spcBef>
        <a:buChar char="-"/>
        <a:defRPr sz="1600" b="0" i="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userDrawn="1">
          <p15:clr>
            <a:srgbClr xmlns:a="http://schemas.openxmlformats.org/drawingml/2006/main" val="F26B43"/>
          </p15:clr>
        </p15:guide>
        <p15:guide id="2" pos="3840" userDrawn="1">
          <p15:clr>
            <a:srgbClr xmlns:a="http://schemas.openxmlformats.org/drawingml/2006/main" val="F26B43"/>
          </p15:clr>
        </p15:guide>
        <p15:guide id="3" orient="horz" pos="1008" userDrawn="1">
          <p15:clr>
            <a:srgbClr xmlns:a="http://schemas.openxmlformats.org/drawingml/2006/main" val="5ACBF0"/>
          </p15:clr>
        </p15:guide>
        <p15:guide id="4" orient="horz" pos="3852" userDrawn="1">
          <p15:clr>
            <a:srgbClr xmlns:a="http://schemas.openxmlformats.org/drawingml/2006/main" val="F26B43"/>
          </p15:clr>
        </p15:guide>
        <p15:guide id="5" pos="480" userDrawn="1">
          <p15:clr>
            <a:srgbClr xmlns:a="http://schemas.openxmlformats.org/drawingml/2006/main" val="F26B43"/>
          </p15:clr>
        </p15:guide>
        <p15:guide id="6" orient="horz" pos="795" userDrawn="1">
          <p15:clr>
            <a:srgbClr xmlns:a="http://schemas.openxmlformats.org/drawingml/2006/main" val="F26B43"/>
          </p15:clr>
        </p15:guide>
        <p15:guide id="7" orient="horz" pos="590" userDrawn="1">
          <p15:clr>
            <a:srgbClr xmlns:a="http://schemas.openxmlformats.org/drawingml/2006/main" val="F26B43"/>
          </p15:clr>
        </p15:guide>
        <p15:guide id="8" pos="7212" userDrawn="1">
          <p15:clr>
            <a:srgbClr xmlns:a="http://schemas.openxmlformats.org/drawingml/2006/main" val="F26B43"/>
          </p15:clr>
        </p15:guide>
      </p15:sldGuideLst>
    </p:ext>
  </p:extLst>
</p:sldMaster>
</file>

<file path=ppt/slideMasters/theme/theme2.xml><?xml version="1.0" encoding="utf-8"?>
<a:theme xmlns:a="http://schemas.openxmlformats.org/drawingml/2006/main" name="Oracle-8.8.2">
  <a:themeElements>
    <a:clrScheme name="Custom 151">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151">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2.xml.rels><?xml version='1.0' encoding='UTF-8' standalone='yes'?>
<Relationships xmlns="http://schemas.openxmlformats.org/package/2006/relationships"><Relationship Id="R2e8f31bb21ab4c87" Type="http://schemas.openxmlformats.org/officeDocument/2006/relationships/slideLayout" Target="../slideLayouts/slideLayout69.xml"/><Relationship Id="Rd8389e91abfb49c1"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44.png"/><Relationship Id="rId5" Type="http://schemas.openxmlformats.org/officeDocument/2006/relationships/hyperlink" Target="https://github.com/LiviaFernandes/tdc-oci-ai-agents-lab" TargetMode="External"/></Relationships>
</file>

<file path=ppt/slides/slide2.xml><?xml version="1.0" encoding="utf-8"?>
<p:sld xmlns:p="http://schemas.openxmlformats.org/presentationml/2006/main">
  <p:cSld>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Slide Number Placeholder 4">
            <a:extLst xmlns:a="http://schemas.openxmlformats.org/drawingml/2006/main">
              <a:ext uri="{FF2B5EF4-FFF2-40B4-BE49-F238E27FC236}">
                <a16:creationId xmlns:a16="http://schemas.microsoft.com/office/drawing/2014/main" id="{D1C1AC08-3D17-B7B4-1AE3-423663671F05}"/>
              </a:ext>
            </a:extLst>
          </p:cNvPr>
          <p:cNvSpPr>
            <a:spLocks xmlns:a="http://schemas.openxmlformats.org/drawingml/2006/main" noGrp="1"/>
          </p:cNvSpPr>
          <p:nvPr>
            <p:ph type="sldNum" idx="22"/>
          </p:nvPr>
        </p:nvSpPr>
        <p:spPr>
          <a:xfrm xmlns:a="http://schemas.openxmlformats.org/drawingml/2006/main">
            <a:off x="762000" y="6423660"/>
            <a:ext cx="365760" cy="365760"/>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1</a:t>
            </a:r>
          </a:p>
        </p:txBody>
      </p:sp>
      <p:sp>
        <p:nvSpPr>
          <p:cNvPr id="6" name="Footer Placeholder 5">
            <a:extLst xmlns:a="http://schemas.openxmlformats.org/drawingml/2006/main">
              <a:ext uri="{FF2B5EF4-FFF2-40B4-BE49-F238E27FC236}">
                <a16:creationId xmlns:a16="http://schemas.microsoft.com/office/drawing/2014/main" id="{0C96F817-67DC-36D5-86CB-CCBE3DAF9CDA}"/>
              </a:ext>
            </a:extLst>
          </p:cNvPr>
          <p:cNvSpPr>
            <a:spLocks xmlns:a="http://schemas.openxmlformats.org/drawingml/2006/main" noGrp="1"/>
          </p:cNvSpPr>
          <p:nvPr>
            <p:ph type="ftr" idx="21"/>
          </p:nvPr>
        </p:nvSpPr>
        <p:spPr>
          <a:xfrm xmlns:a="http://schemas.openxmlformats.org/drawingml/2006/main">
            <a:off x="1127759" y="6423978"/>
            <a:ext cx="5745379" cy="365125"/>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Copyright © 2026, Oracle and/or its affiliates | Confidential: Internal</a:t>
            </a:r>
          </a:p>
        </p:txBody>
      </p:sp>
      <p:sp xmlns:a="http://schemas.openxmlformats.org/drawingml/2006/main">
        <p:nvSpPr>
          <p:cNvPr id="7" name="TextBox 6"/>
          <p:cNvSpPr txBox="1"/>
          <p:nvPr/>
        </p:nvSpPr>
        <p:spPr>
          <a:xfrm>
            <a:off x="502920" y="320040"/>
            <a:ext cx="5943600" cy="411480"/>
          </a:xfrm>
          <a:prstGeom prst="rect">
            <a:avLst/>
          </a:prstGeom>
          <a:noFill/>
        </p:spPr>
        <p:txBody>
          <a:bodyPr wrap="square">
            <a:spAutoFit/>
          </a:bodyPr>
          <a:lstStyle/>
          <a:p>
            <a:pPr algn="l"/>
            <a:r>
              <a:rPr sz="2700" b="1">
                <a:solidFill>
                  <a:srgbClr val="312D2A"/>
                </a:solidFill>
                <a:latin typeface="Oracle Sans"/>
              </a:rPr>
              <a:t>Lab TDC: AI Agents na OCI</a:t>
            </a:r>
          </a:p>
        </p:txBody>
      </p:sp>
      <p:sp xmlns:a="http://schemas.openxmlformats.org/drawingml/2006/main">
        <p:nvSpPr>
          <p:cNvPr id="8" name="TextBox 7"/>
          <p:cNvSpPr txBox="1"/>
          <p:nvPr/>
        </p:nvSpPr>
        <p:spPr>
          <a:xfrm>
            <a:off x="521207" y="749808"/>
            <a:ext cx="4937760" cy="256032"/>
          </a:xfrm>
          <a:prstGeom prst="rect">
            <a:avLst/>
          </a:prstGeom>
          <a:noFill/>
        </p:spPr>
        <p:txBody>
          <a:bodyPr wrap="square">
            <a:spAutoFit/>
          </a:bodyPr>
          <a:lstStyle/>
          <a:p>
            <a:pPr algn="l"/>
            <a:r>
              <a:rPr sz="1400" b="0">
                <a:solidFill>
                  <a:srgbClr val="5C5650"/>
                </a:solidFill>
                <a:latin typeface="Oracle Sans"/>
              </a:rPr>
              <a:t>Arquitetura, QR code e resumo da demo</a:t>
            </a:r>
          </a:p>
        </p:txBody>
      </p:sp>
      <p:pic xmlns:a="http://schemas.openxmlformats.org/drawingml/2006/main" xmlns:r="http://schemas.openxmlformats.org/officeDocument/2006/relationships">
        <p:nvPicPr>
          <p:cNvPr id="9" name="Picture 8" descr="arquitetura-oci-ai-agents-tdc.png"/>
          <p:cNvPicPr>
            <a:picLocks noChangeAspect="1"/>
          </p:cNvPicPr>
          <p:nvPr/>
        </p:nvPicPr>
        <p:blipFill>
          <a:blip r:embed="rId3"/>
          <a:stretch>
            <a:fillRect/>
          </a:stretch>
        </p:blipFill>
        <p:spPr>
          <a:xfrm>
            <a:off x="411480" y="1143000"/>
            <a:ext cx="7635240" cy="4160520"/>
          </a:xfrm>
          <a:prstGeom prst="rect">
            <a:avLst/>
          </a:prstGeom>
        </p:spPr>
      </p:pic>
      <p:pic xmlns:a="http://schemas.openxmlformats.org/drawingml/2006/main" xmlns:r="http://schemas.openxmlformats.org/officeDocument/2006/relationships">
        <p:nvPicPr>
          <p:cNvPr id="10" name="Picture 9" descr="github-qr.png"/>
          <p:cNvPicPr>
            <a:picLocks noChangeAspect="1"/>
          </p:cNvPicPr>
          <p:nvPr/>
        </p:nvPicPr>
        <p:blipFill>
          <a:blip r:embed="rId4"/>
          <a:stretch>
            <a:fillRect/>
          </a:stretch>
        </p:blipFill>
        <p:spPr>
          <a:xfrm>
            <a:off x="9281160" y="658368"/>
            <a:ext cx="1691640" cy="1691640"/>
          </a:xfrm>
          <a:prstGeom prst="rect">
            <a:avLst/>
          </a:prstGeom>
        </p:spPr>
      </p:pic>
      <p:sp xmlns:a="http://schemas.openxmlformats.org/drawingml/2006/main">
        <p:nvSpPr>
          <p:cNvPr id="11" name="TextBox 10"/>
          <p:cNvSpPr txBox="1"/>
          <p:nvPr/>
        </p:nvSpPr>
        <p:spPr>
          <a:xfrm>
            <a:off x="9144000" y="2395728"/>
            <a:ext cx="1965960" cy="228600"/>
          </a:xfrm>
          <a:prstGeom prst="rect">
            <a:avLst/>
          </a:prstGeom>
          <a:noFill/>
        </p:spPr>
        <p:txBody>
          <a:bodyPr wrap="square">
            <a:spAutoFit/>
          </a:bodyPr>
          <a:lstStyle/>
          <a:p>
            <a:pPr algn="ctr"/>
            <a:r>
              <a:rPr sz="1300" b="1">
                <a:solidFill>
                  <a:srgbClr val="312D2A"/>
                </a:solidFill>
                <a:latin typeface="Oracle Sans"/>
              </a:rPr>
              <a:t>GitHub do lab</a:t>
            </a:r>
          </a:p>
        </p:txBody>
      </p:sp>
      <p:sp xmlns:a="http://schemas.openxmlformats.org/drawingml/2006/main">
        <p:nvSpPr>
          <p:cNvPr id="12" name="TextBox 11"/>
          <p:cNvSpPr txBox="1"/>
          <p:nvPr/>
        </p:nvSpPr>
        <p:spPr>
          <a:xfrm>
            <a:off x="8366760" y="2880360"/>
            <a:ext cx="3200400" cy="320040"/>
          </a:xfrm>
          <a:prstGeom prst="rect">
            <a:avLst/>
          </a:prstGeom>
          <a:noFill/>
        </p:spPr>
        <p:txBody>
          <a:bodyPr wrap="square">
            <a:spAutoFit/>
          </a:bodyPr>
          <a:lstStyle/>
          <a:p>
            <a:pPr algn="l"/>
            <a:r>
              <a:rPr sz="2000" b="1">
                <a:solidFill>
                  <a:srgbClr val="312D2A"/>
                </a:solidFill>
                <a:latin typeface="Oracle Sans"/>
              </a:rPr>
              <a:t>O que a demo ensina</a:t>
            </a:r>
          </a:p>
        </p:txBody>
      </p:sp>
      <p:sp xmlns:a="http://schemas.openxmlformats.org/drawingml/2006/main">
        <p:nvSpPr>
          <p:cNvPr id="13" name="TextBox 12"/>
          <p:cNvSpPr txBox="1"/>
          <p:nvPr/>
        </p:nvSpPr>
        <p:spPr>
          <a:xfrm>
            <a:off x="8366760" y="3310128"/>
            <a:ext cx="3154680" cy="1645920"/>
          </a:xfrm>
          <a:prstGeom prst="rect">
            <a:avLst/>
          </a:prstGeom>
          <a:noFill/>
        </p:spPr>
        <p:txBody>
          <a:bodyPr wrap="square">
            <a:spAutoFit/>
          </a:bodyPr>
          <a:lstStyle/>
          <a:p>
            <a:pPr>
              <a:spcAft>
                <a:spcPts val="1000"/>
              </a:spcAft>
              <a:defRPr sz="1500">
                <a:solidFill>
                  <a:srgbClr val="312D2A"/>
                </a:solidFill>
                <a:latin typeface="Oracle Sans"/>
              </a:defRPr>
            </a:pPr>
            <a:r>
              <a:t>Agent com RAG: PDF do evento como base de conhecimento.</a:t>
            </a:r>
          </a:p>
          <a:p>
            <a:pPr>
              <a:spcAft>
                <a:spcPts val="1000"/>
              </a:spcAft>
              <a:defRPr sz="1500">
                <a:solidFill>
                  <a:srgbClr val="312D2A"/>
                </a:solidFill>
                <a:latin typeface="Oracle Sans"/>
              </a:defRPr>
            </a:pPr>
            <a:r>
              <a:t>Custom Tool: agenda e speakers via API estruturada.</a:t>
            </a:r>
          </a:p>
          <a:p>
            <a:pPr>
              <a:spcAft>
                <a:spcPts val="1000"/>
              </a:spcAft>
              <a:defRPr sz="1500">
                <a:solidFill>
                  <a:srgbClr val="312D2A"/>
                </a:solidFill>
                <a:latin typeface="Oracle Sans"/>
              </a:defRPr>
            </a:pPr>
            <a:r>
              <a:t>Endpoint real: consumo pelo Telegram usando backend.</a:t>
            </a:r>
          </a:p>
        </p:txBody>
      </p:sp>
      <p:sp xmlns:a="http://schemas.openxmlformats.org/drawingml/2006/main">
        <p:nvSpPr>
          <p:cNvPr id="14" name="Rounded Rectangle 13"/>
          <p:cNvSpPr/>
          <p:nvPr/>
        </p:nvSpPr>
        <p:spPr>
          <a:xfrm>
            <a:off x="8458200" y="5230368"/>
            <a:ext cx="2743200" cy="384048"/>
          </a:xfrm>
          <a:prstGeom prst="roundRect">
            <a:avLst/>
          </a:prstGeom>
          <a:solidFill>
            <a:srgbClr val="F5F4F2"/>
          </a:solidFill>
          <a:ln w="15875">
            <a:solidFill>
              <a:srgbClr val="AE562C"/>
            </a:solidFill>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r>
              <a:rPr sz="1300" b="1">
                <a:solidFill>
                  <a:srgbClr val="312D2A"/>
                </a:solidFill>
                <a:latin typeface="Oracle Sans"/>
              </a:rPr>
              <a:t>RAG + Tools + Endpoint</a:t>
            </a:r>
          </a:p>
        </p:txBody>
      </p:sp>
      <p:sp xmlns:a="http://schemas.openxmlformats.org/drawingml/2006/main">
        <p:nvSpPr>
          <p:cNvPr id="15" name="TextBox 14"/>
          <p:cNvSpPr txBox="1"/>
          <p:nvPr/>
        </p:nvSpPr>
        <p:spPr>
          <a:xfrm>
            <a:off x="548640" y="6099048"/>
            <a:ext cx="6766560" cy="256032"/>
          </a:xfrm>
          <a:prstGeom prst="rect">
            <a:avLst/>
          </a:prstGeom>
          <a:noFill/>
        </p:spPr>
        <p:txBody>
          <a:bodyPr wrap="none">
            <a:spAutoFit/>
          </a:bodyPr>
          <a:lstStyle/>
          <a:p>
            <a:r>
              <a:rPr sz="1600">
                <a:solidFill>
                  <a:srgbClr val="2C5967"/>
                </a:solidFill>
                <a:latin typeface="Oracle Sans"/>
                <a:hlinkClick xmlns:ns0="http://schemas.openxmlformats.org/officeDocument/2006/relationships" ns0:id="rId5"/>
              </a:rPr>
              <a:t>https://github.com/LiviaFernandes/tdc-oci-ai-agents-lab</a:t>
            </a:r>
          </a:p>
        </p:txBody>
      </p:sp>
    </p:spTree>
    <p:extLst>
      <p:ext uri="{BB962C8B-B14F-4D97-AF65-F5344CB8AC3E}">
        <p14:creationId xmlns:p14="http://schemas.microsoft.com/office/powerpoint/2010/main" val="3409006694"/>
      </p:ext>
    </p:extLst>
  </p:cSld>
</p:sld>
</file>

<file path=ppt/theme/theme1.xml><?xml version="1.0" encoding="utf-8"?>
<a:theme xmlns:a="http://schemas.openxmlformats.org/drawingml/2006/main" name="Oracle-8.8.2">
  <a:themeElements>
    <a:clrScheme name="Custom 151">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151">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2026-06-18T12:48:35.3210000Z</dcterms:created>
  <dcterms:modified xsi:type="dcterms:W3CDTF">2026-06-18T12:48:35.3210000Z</dcterms:modified>
</coreProperties>
</file>