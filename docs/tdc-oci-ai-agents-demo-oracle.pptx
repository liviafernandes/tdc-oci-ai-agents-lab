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media/image.svg" ContentType="image/svg+xml"/>
  <Override PartName="/ppt/media/image2.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0e25897d4e4e4f6e" Type="http://schemas.openxmlformats.org/officeDocument/2006/relationships/extended-properties" Target="docProps/app.xml"/><Relationship Id="R3ef43baea71b49e6" Type="http://schemas.openxmlformats.org/officeDocument/2006/relationships/officeDocument" Target="ppt/presentation.xml"/><Relationship Id="Reca7d9e92cfe413d"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dc2dd2323a62409f"/>
  </p:sldMasterIdLst>
  <p:notesMasterIdLst>
    <p:notesMasterId xmlns:r="http://schemas.openxmlformats.org/officeDocument/2006/relationships" r:id="R6c08d62262f0495a"/>
  </p:notesMasterIdLst>
  <p:sldIdLst>
    <p:sldId xmlns:r="http://schemas.openxmlformats.org/officeDocument/2006/relationships" id="257" r:id="Rb75d3626832e4efe"/>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authors.xml><?xml version="1.0" encoding="utf-8"?>
<p188:authorLst xmlns:p188="http://schemas.microsoft.com/office/powerpoint/2018/8/main">
  <p188:author id="{1F247655-47CC-FB63-C5C7-523D008CD984}" name="Kristen Barcheski" initials="KB" userId="S::kristen.barcheski@oracle.com::59c6070f-981d-4064-b395-2d3768254975" providerId="AD"/>
  <p188:author id="{15BBF38A-F7BC-7B2E-0D61-21D1F83CE523}" name="Michelle Howell" initials="MH" userId="Michelle Howell" providerId="None"/>
</p188:authorLst>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_rels/presentation.xml.rels><?xml version='1.0' encoding='UTF-8' standalone='yes'?>
<Relationships xmlns="http://schemas.openxmlformats.org/package/2006/relationships"><Relationship Id="R31192f4bfd044e66" Type="http://schemas.openxmlformats.org/officeDocument/2006/relationships/theme" Target="theme/theme1.xml"/><Relationship Id="R6c08d62262f0495a" Type="http://schemas.openxmlformats.org/officeDocument/2006/relationships/notesMaster" Target="notesMasters/notesMaster1.xml"/><Relationship Id="R79ae730a7a384c1e" Type="http://schemas.microsoft.com/office/2018/10/relationships/authors" Target="authors.xml"/><Relationship Id="Rae360c910c4b4eae" Type="http://schemas.openxmlformats.org/officeDocument/2006/relationships/presProps" Target="presProps.xml"/><Relationship Id="Rb75d3626832e4efe" Type="http://schemas.openxmlformats.org/officeDocument/2006/relationships/slide" Target="slides/slide2.xml"/><Relationship Id="Rb9857c11536644d7" Type="http://schemas.openxmlformats.org/officeDocument/2006/relationships/tableStyles" Target="tableStyles.xml"/><Relationship Id="Rdc2dd2323a62409f"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b75aa458d05b47ef"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racle-8.8.2">
  <a:themeElements>
    <a:clrScheme name="Custom 151">
      <a:dk1>
        <a:srgbClr val="2A2F2F"/>
      </a:dk1>
      <a:lt1>
        <a:srgbClr val="FFFFFF"/>
      </a:lt1>
      <a:dk2>
        <a:srgbClr val="2A2F2F"/>
      </a:dk2>
      <a:lt2>
        <a:srgbClr val="FBF9F8"/>
      </a:lt2>
      <a:accent1>
        <a:srgbClr val="04536F"/>
      </a:accent1>
      <a:accent2>
        <a:srgbClr val="6C3F49"/>
      </a:accent2>
      <a:accent3>
        <a:srgbClr val="C74634"/>
      </a:accent3>
      <a:accent4>
        <a:srgbClr val="F0CC71"/>
      </a:accent4>
      <a:accent5>
        <a:srgbClr val="89B2B0"/>
      </a:accent5>
      <a:accent6>
        <a:srgbClr val="86B596"/>
      </a:accent6>
      <a:hlink>
        <a:srgbClr val="00688C"/>
      </a:hlink>
      <a:folHlink>
        <a:srgbClr val="F0CC71"/>
      </a:folHlink>
    </a:clrScheme>
    <a:fontScheme name="Oracle Pillars">
      <a:majorFont>
        <a:latin typeface="Georgia"/>
        <a:ea typeface=""/>
        <a:cs typeface=""/>
      </a:majorFont>
      <a:minorFont>
        <a:latin typeface="Oracle Sans Tab"/>
        <a:ea typeface=""/>
        <a:cs typeface=""/>
      </a:minorFont>
    </a:fontScheme>
    <a:fmtScheme name="Custom 151">
      <a:fillStyleLst>
        <a:solidFill>
          <a:schemeClr val="phClr"/>
        </a:solidFill>
        <a:solidFill>
          <a:schemeClr val="phClr">
            <a:tint val="50000"/>
          </a:schemeClr>
        </a:solidFill>
        <a:solidFill>
          <a:schemeClr val="phClr">
            <a:shade val="65000"/>
          </a:schemeClr>
        </a:solidFill>
      </a:fillStyleLst>
      <a:lnStyleLst>
        <a:ln w="3175">
          <a:solidFill>
            <a:schemeClr val="phClr">
              <a:shade val="65000"/>
            </a:schemeClr>
          </a:solidFill>
          <a:prstDash val="solid"/>
        </a:ln>
        <a:ln w="3175">
          <a:solidFill>
            <a:schemeClr val="phClr"/>
          </a:solidFill>
          <a:prstDash val="solid"/>
        </a:ln>
        <a:ln w="0">
          <a:noFill/>
        </a:ln>
      </a:lnStyleLst>
      <a:effectStyleLst>
        <a:effectStyle>
          <a:effectLst/>
        </a:effectStyle>
        <a:effectStyle>
          <a:effectLst/>
        </a:effectStyle>
        <a:effectStyle>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2.xml.rels><?xml version='1.0' encoding='UTF-8' standalone='yes'?>
<Relationships xmlns="http://schemas.openxmlformats.org/package/2006/relationships"><Relationship Id="R553c2790ea984296" Type="http://schemas.openxmlformats.org/officeDocument/2006/relationships/notesMaster" Target="../notesMasters/notesMaster1.xml"/><Relationship Id="Rb593209232ff40ae" Type="http://schemas.openxmlformats.org/officeDocument/2006/relationships/slide" Target="../slides/slide2.xml"/></Relationship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0f8d3558e5904f4b" Type="http://schemas.openxmlformats.org/officeDocument/2006/relationships/image" Target="../media/image.emf"/><Relationship Id="Rb6f2e72676cd462b" Type="http://schemas.openxmlformats.org/officeDocument/2006/relationships/slideMaster" Target="../slideMasters/slideMaster1.xml"/><Relationship Id="Ree97fd0e020943e8" Type="http://schemas.openxmlformats.org/officeDocument/2006/relationships/image" Target="../media/image.jpeg"/></Relationships>
</file>

<file path=ppt/slideLayouts/_rels/slideLayout2.xml.rels><?xml version='1.0' encoding='UTF-8' standalone='yes'?>
<Relationships xmlns="http://schemas.openxmlformats.org/package/2006/relationships"><Relationship Id="Ra0d89e79595d4650" Type="http://schemas.openxmlformats.org/officeDocument/2006/relationships/image" Target="../media/image.emf"/><Relationship Id="Rb762bea615224f9c" Type="http://schemas.openxmlformats.org/officeDocument/2006/relationships/slideMaster" Target="../slideMasters/slideMaster1.xml"/><Relationship Id="Re41eea34887342e8" Type="http://schemas.openxmlformats.org/officeDocument/2006/relationships/image" Target="../media/image2.jpeg"/></Relationships>
</file>

<file path=ppt/slideLayouts/_rels/slideLayout3.xml.rels><?xml version='1.0' encoding='UTF-8' standalone='yes'?>
<Relationships xmlns="http://schemas.openxmlformats.org/package/2006/relationships"><Relationship Id="Rb5ee3253468a4465" Type="http://schemas.openxmlformats.org/officeDocument/2006/relationships/image" Target="../media/image3.jpeg"/><Relationship Id="Rdd5f5f22819a48cc"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6fa4cdb9004f4de9" Type="http://schemas.openxmlformats.org/officeDocument/2006/relationships/image" Target="../media/image4.jpeg"/><Relationship Id="R9d413913268c441f"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fc856b915deb4b5e"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046f6ec242094301" Type="http://schemas.openxmlformats.org/officeDocument/2006/relationships/image" Target="../media/image5.jpeg"/><Relationship Id="Rfd1c5d7e3e9348aa"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0d587c48f863439d" Type="http://schemas.openxmlformats.org/officeDocument/2006/relationships/image" Target="../media/image6.jpeg"/><Relationship Id="R4ddfa4cc103e4ae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116ff2bf95cf471a" Type="http://schemas.openxmlformats.org/officeDocument/2006/relationships/slideMaster" Target="../slideMasters/slideMaster1.xml"/><Relationship Id="R7d00afc9c9f048a6" Type="http://schemas.openxmlformats.org/officeDocument/2006/relationships/image" Target="../media/image7.jpeg"/></Relationships>
</file>

<file path=ppt/slideLayouts/_rels/slideLayout9.xml.rels><?xml version='1.0' encoding='UTF-8' standalone='yes'?>
<Relationships xmlns="http://schemas.openxmlformats.org/package/2006/relationships"><Relationship Id="R6ae55de15ab2454d" Type="http://schemas.openxmlformats.org/officeDocument/2006/relationships/slideMaster" Target="../slideMasters/slideMaster1.xml"/><Relationship Id="Re69eda2ac5c54784" Type="http://schemas.openxmlformats.org/officeDocument/2006/relationships/image" Target="../media/image8.jpeg"/></Relationships>
</file>

<file path=ppt/slideLayouts/_rels/slideLayout10.xml.rels><?xml version='1.0' encoding='UTF-8' standalone='yes'?>
<Relationships xmlns="http://schemas.openxmlformats.org/package/2006/relationships"><Relationship Id="R50980e5530454397" Type="http://schemas.openxmlformats.org/officeDocument/2006/relationships/image" Target="../media/image9.jpeg"/><Relationship Id="Rdaf0dc16f7bf4929"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1533ae7f740c4df3" Type="http://schemas.openxmlformats.org/officeDocument/2006/relationships/slideMaster" Target="../slideMasters/slideMaster1.xml"/><Relationship Id="R60cb5ced666f44a7" Type="http://schemas.openxmlformats.org/officeDocument/2006/relationships/image" Target="../media/image10.jpeg"/></Relationships>
</file>

<file path=ppt/slideLayouts/_rels/slideLayout12.xml.rels><?xml version='1.0' encoding='UTF-8' standalone='yes'?>
<Relationships xmlns="http://schemas.openxmlformats.org/package/2006/relationships"><Relationship Id="R040ebdfcd33b46b9" Type="http://schemas.openxmlformats.org/officeDocument/2006/relationships/image" Target="../media/image11.jpeg"/><Relationship Id="R1ad63ba374fc4f70"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564ee65a43974c59" Type="http://schemas.openxmlformats.org/officeDocument/2006/relationships/image" Target="../media/image12.jpeg"/><Relationship Id="R876b0b33d78a453d"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6089efaada394029"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21b568ebedb44b96" Type="http://schemas.openxmlformats.org/officeDocument/2006/relationships/slideMaster" Target="../slideMasters/slideMaster1.xml"/><Relationship Id="Rb77075c0e4704da2" Type="http://schemas.openxmlformats.org/officeDocument/2006/relationships/image" Target="../media/image.emf"/></Relationships>
</file>

<file path=ppt/slideLayouts/_rels/slideLayout16.xml.rels><?xml version='1.0' encoding='UTF-8' standalone='yes'?>
<Relationships xmlns="http://schemas.openxmlformats.org/package/2006/relationships"><Relationship Id="R1086eb936b4747c0" Type="http://schemas.openxmlformats.org/officeDocument/2006/relationships/image" Target="../media/image.emf"/><Relationship Id="Rf65b9382ed9f4bd8"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0e501713bad54092" Type="http://schemas.openxmlformats.org/officeDocument/2006/relationships/slideMaster" Target="../slideMasters/slideMaster1.xml"/><Relationship Id="Ra5d419af7b81463a" Type="http://schemas.openxmlformats.org/officeDocument/2006/relationships/image" Target="../media/image13.jpeg"/></Relationships>
</file>

<file path=ppt/slideLayouts/_rels/slideLayout18.xml.rels><?xml version='1.0' encoding='UTF-8' standalone='yes'?>
<Relationships xmlns="http://schemas.openxmlformats.org/package/2006/relationships"><Relationship Id="R163ff69f1f744c25" Type="http://schemas.openxmlformats.org/officeDocument/2006/relationships/image" Target="../media/image14.jpeg"/><Relationship Id="R5ca5f98963514980"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024f062d0c074892" Type="http://schemas.openxmlformats.org/officeDocument/2006/relationships/image" Target="../media/image15.jpeg"/><Relationship Id="R60f9a719fa0645e9"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1bab75785d7d47bd" Type="http://schemas.openxmlformats.org/officeDocument/2006/relationships/image" Target="../media/image16.jpeg"/><Relationship Id="R435332ffd9f94028"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196ce76533314152" Type="http://schemas.openxmlformats.org/officeDocument/2006/relationships/slideMaster" Target="../slideMasters/slideMaster1.xml"/><Relationship Id="Rf172ca26c560427d" Type="http://schemas.openxmlformats.org/officeDocument/2006/relationships/image" Target="../media/image17.jpeg"/></Relationships>
</file>

<file path=ppt/slideLayouts/_rels/slideLayout22.xml.rels><?xml version='1.0' encoding='UTF-8' standalone='yes'?>
<Relationships xmlns="http://schemas.openxmlformats.org/package/2006/relationships"><Relationship Id="R1d7c2b3a11a748dc" Type="http://schemas.openxmlformats.org/officeDocument/2006/relationships/image" Target="../media/image18.jpeg"/><Relationship Id="R81b8c0cd45824220"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34e5a99f7b3f4794" Type="http://schemas.openxmlformats.org/officeDocument/2006/relationships/image" Target="../media/image19.jpeg"/><Relationship Id="Rdb1d76a5da414636"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7a2796fafb0b42ee" Type="http://schemas.openxmlformats.org/officeDocument/2006/relationships/image" Target="../media/image20.jpeg"/><Relationship Id="Reec13946c77a42a5"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d7da5b2c91c24714" Type="http://schemas.openxmlformats.org/officeDocument/2006/relationships/image" Target="../media/image21.jpeg"/><Relationship Id="Refde02f5b0084a0b"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15bc28544d8d4b2b" Type="http://schemas.openxmlformats.org/officeDocument/2006/relationships/image" Target="../media/image22.jpeg"/><Relationship Id="R7b1cf3b7e63c4015"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7744d6a2ceb047fe" Type="http://schemas.openxmlformats.org/officeDocument/2006/relationships/image" Target="../media/image23.jpeg"/><Relationship Id="Re215a9908b8e4770"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42854125781244f7" Type="http://schemas.openxmlformats.org/officeDocument/2006/relationships/image" Target="../media/image24.jpeg"/><Relationship Id="R676fd3c26b7448e5"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4c0a322240144f62" Type="http://schemas.openxmlformats.org/officeDocument/2006/relationships/slideMaster" Target="../slideMasters/slideMaster1.xml"/><Relationship Id="R57f04893383f4a55" Type="http://schemas.openxmlformats.org/officeDocument/2006/relationships/image" Target="../media/image.emf"/><Relationship Id="Rf651a008232547b5" Type="http://schemas.openxmlformats.org/officeDocument/2006/relationships/image" Target="../media/image.png"/></Relationships>
</file>

<file path=ppt/slideLayouts/_rels/slideLayout30.xml.rels><?xml version='1.0' encoding='UTF-8' standalone='yes'?>
<Relationships xmlns="http://schemas.openxmlformats.org/package/2006/relationships"><Relationship Id="R33c26c46ad2e4780" Type="http://schemas.openxmlformats.org/officeDocument/2006/relationships/image" Target="../media/image2.png"/><Relationship Id="R95775d565672453e" Type="http://schemas.openxmlformats.org/officeDocument/2006/relationships/image" Target="../media/image.emf"/><Relationship Id="Rc073806a8fb44eb2"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ada6dbd3d8244a3a" Type="http://schemas.openxmlformats.org/officeDocument/2006/relationships/image" Target="../media/image.svg"/><Relationship Id="Rf12ba9752d784dbd" Type="http://schemas.openxmlformats.org/officeDocument/2006/relationships/image" Target="../media/image3.png"/><Relationship Id="Rf8c191d5a52342db"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40f128d768d74db6" Type="http://schemas.openxmlformats.org/officeDocument/2006/relationships/slideMaster" Target="../slideMasters/slideMaster1.xml"/><Relationship Id="R5f17030e4df54dc5" Type="http://schemas.openxmlformats.org/officeDocument/2006/relationships/image" Target="../media/image3.png"/><Relationship Id="Ra404cebaa96d4a9d" Type="http://schemas.openxmlformats.org/officeDocument/2006/relationships/image" Target="../media/image.svg"/></Relationships>
</file>

<file path=ppt/slideLayouts/_rels/slideLayout33.xml.rels><?xml version='1.0' encoding='UTF-8' standalone='yes'?>
<Relationships xmlns="http://schemas.openxmlformats.org/package/2006/relationships"><Relationship Id="R14b9834933f14358" Type="http://schemas.openxmlformats.org/officeDocument/2006/relationships/image" Target="../media/image3.png"/><Relationship Id="R94d9112ea42e4f32" Type="http://schemas.openxmlformats.org/officeDocument/2006/relationships/slideMaster" Target="../slideMasters/slideMaster1.xml"/><Relationship Id="Rbd1beec93e524f97" Type="http://schemas.openxmlformats.org/officeDocument/2006/relationships/image" Target="../media/image.svg"/></Relationships>
</file>

<file path=ppt/slideLayouts/_rels/slideLayout34.xml.rels><?xml version='1.0' encoding='UTF-8' standalone='yes'?>
<Relationships xmlns="http://schemas.openxmlformats.org/package/2006/relationships"><Relationship Id="R2d40843e6bd44651" Type="http://schemas.openxmlformats.org/officeDocument/2006/relationships/image" Target="../media/image.svg"/><Relationship Id="Rc7ac5903e2ec4e32" Type="http://schemas.openxmlformats.org/officeDocument/2006/relationships/image" Target="../media/image3.png"/><Relationship Id="Rfb01fe3d00024a02"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201dbc497ca84df5" Type="http://schemas.openxmlformats.org/officeDocument/2006/relationships/image" Target="../media/image2.svg"/><Relationship Id="R295f0ac701c9441f" Type="http://schemas.openxmlformats.org/officeDocument/2006/relationships/image" Target="../media/image4.png"/><Relationship Id="R2cf329e423124d48" Type="http://schemas.openxmlformats.org/officeDocument/2006/relationships/slideMaster" Target="../slideMasters/slideMaster1.xml"/><Relationship Id="Rfa0ecfe920f34929" Type="http://schemas.openxmlformats.org/officeDocument/2006/relationships/image" Target="../media/image.emf"/></Relationships>
</file>

<file path=ppt/slideLayouts/_rels/slideLayout36.xml.rels><?xml version='1.0' encoding='UTF-8' standalone='yes'?>
<Relationships xmlns="http://schemas.openxmlformats.org/package/2006/relationships"><Relationship Id="R9934cf3afb8249be" Type="http://schemas.openxmlformats.org/officeDocument/2006/relationships/slideMaster" Target="../slideMasters/slideMaster1.xml"/><Relationship Id="R9b5121a58fd945fa" Type="http://schemas.openxmlformats.org/officeDocument/2006/relationships/image" Target="../media/image5.png"/><Relationship Id="Raa6572c02ff544b7" Type="http://schemas.openxmlformats.org/officeDocument/2006/relationships/image" Target="../media/image3.svg"/></Relationships>
</file>

<file path=ppt/slideLayouts/_rels/slideLayout37.xml.rels><?xml version='1.0' encoding='UTF-8' standalone='yes'?>
<Relationships xmlns="http://schemas.openxmlformats.org/package/2006/relationships"><Relationship Id="R029de05897dd4889" Type="http://schemas.openxmlformats.org/officeDocument/2006/relationships/slideMaster" Target="../slideMasters/slideMaster1.xml"/><Relationship Id="R0f96f0a045704241" Type="http://schemas.openxmlformats.org/officeDocument/2006/relationships/image" Target="../media/image4.svg"/><Relationship Id="R14be868db29743f7" Type="http://schemas.openxmlformats.org/officeDocument/2006/relationships/image" Target="../media/image.emf"/><Relationship Id="R69b5661397024461" Type="http://schemas.openxmlformats.org/officeDocument/2006/relationships/image" Target="../media/image6.png"/></Relationships>
</file>

<file path=ppt/slideLayouts/_rels/slideLayout38.xml.rels><?xml version='1.0' encoding='UTF-8' standalone='yes'?>
<Relationships xmlns="http://schemas.openxmlformats.org/package/2006/relationships"><Relationship Id="R11ad7bd90f1046da" Type="http://schemas.openxmlformats.org/officeDocument/2006/relationships/image" Target="../media/image7.png"/><Relationship Id="R146f6465b42c4f60" Type="http://schemas.openxmlformats.org/officeDocument/2006/relationships/image" Target="../media/image5.svg"/><Relationship Id="Re317da8c473d41dc" Type="http://schemas.openxmlformats.org/officeDocument/2006/relationships/slideMaster" Target="../slideMasters/slideMaster1.xml"/><Relationship Id="Rf4d9869feb4d4f8f" Type="http://schemas.openxmlformats.org/officeDocument/2006/relationships/image" Target="../media/image.emf"/></Relationships>
</file>

<file path=ppt/slideLayouts/_rels/slideLayout39.xml.rels><?xml version='1.0' encoding='UTF-8' standalone='yes'?>
<Relationships xmlns="http://schemas.openxmlformats.org/package/2006/relationships"><Relationship Id="R625ac2c718924fb4"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e96b7cf5291e40a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a12f5a0789394e66"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41a0e843e484438c" Type="http://schemas.openxmlformats.org/officeDocument/2006/relationships/image" Target="../media/image3.png"/><Relationship Id="Rd6313c684a0548c3" Type="http://schemas.openxmlformats.org/officeDocument/2006/relationships/slideMaster" Target="../slideMasters/slideMaster1.xml"/><Relationship Id="Rf60d0d2125864818" Type="http://schemas.openxmlformats.org/officeDocument/2006/relationships/image" Target="../media/image.svg"/></Relationships>
</file>

<file path=ppt/slideLayouts/_rels/slideLayout43.xml.rels><?xml version='1.0' encoding='UTF-8' standalone='yes'?>
<Relationships xmlns="http://schemas.openxmlformats.org/package/2006/relationships"><Relationship Id="R6df1b40caad34659" Type="http://schemas.openxmlformats.org/officeDocument/2006/relationships/image" Target="../media/image3.png"/><Relationship Id="Rc002d4e685644eeb" Type="http://schemas.openxmlformats.org/officeDocument/2006/relationships/image" Target="../media/image.svg"/><Relationship Id="Rd21ab26c86c54d5f"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207a2e3b966f4688" Type="http://schemas.openxmlformats.org/officeDocument/2006/relationships/slideMaster" Target="../slideMasters/slideMaster1.xml"/><Relationship Id="R25dff2a059964fca" Type="http://schemas.openxmlformats.org/officeDocument/2006/relationships/image" Target="../media/image.svg"/><Relationship Id="R5bfab2d6eaee4087" Type="http://schemas.openxmlformats.org/officeDocument/2006/relationships/image" Target="../media/image3.png"/></Relationships>
</file>

<file path=ppt/slideLayouts/_rels/slideLayout45.xml.rels><?xml version='1.0' encoding='UTF-8' standalone='yes'?>
<Relationships xmlns="http://schemas.openxmlformats.org/package/2006/relationships"><Relationship Id="Ra2e0e68b3c0b4612" Type="http://schemas.openxmlformats.org/officeDocument/2006/relationships/image" Target="../media/image3.png"/><Relationship Id="Rbff03dc5d8ed4fad" Type="http://schemas.openxmlformats.org/officeDocument/2006/relationships/slideMaster" Target="../slideMasters/slideMaster1.xml"/><Relationship Id="Rd3b1c3785c6e48b9" Type="http://schemas.openxmlformats.org/officeDocument/2006/relationships/image" Target="../media/image.svg"/></Relationships>
</file>

<file path=ppt/slideLayouts/_rels/slideLayout46.xml.rels><?xml version='1.0' encoding='UTF-8' standalone='yes'?>
<Relationships xmlns="http://schemas.openxmlformats.org/package/2006/relationships"><Relationship Id="R1da3a077184a4218" Type="http://schemas.openxmlformats.org/officeDocument/2006/relationships/slideMaster" Target="../slideMasters/slideMaster1.xml"/><Relationship Id="Rb52ec1f007c747f4" Type="http://schemas.openxmlformats.org/officeDocument/2006/relationships/image" Target="../media/image.svg"/><Relationship Id="Rf45cb2bd28974ed3" Type="http://schemas.openxmlformats.org/officeDocument/2006/relationships/image" Target="../media/image3.png"/></Relationships>
</file>

<file path=ppt/slideLayouts/_rels/slideLayout47.xml.rels><?xml version='1.0' encoding='UTF-8' standalone='yes'?>
<Relationships xmlns="http://schemas.openxmlformats.org/package/2006/relationships"><Relationship Id="R44152877c1db40ee" Type="http://schemas.openxmlformats.org/officeDocument/2006/relationships/image" Target="../media/image3.png"/><Relationship Id="R5585fd4f477d46b0" Type="http://schemas.openxmlformats.org/officeDocument/2006/relationships/image" Target="../media/image.svg"/><Relationship Id="R7cd5b2062221457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3b9fc9d38a584b2f" Type="http://schemas.openxmlformats.org/officeDocument/2006/relationships/image" Target="../media/image3.png"/><Relationship Id="R938b64bc60b949f0" Type="http://schemas.openxmlformats.org/officeDocument/2006/relationships/image" Target="../media/image.svg"/><Relationship Id="Re4c957abc2bd4ac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3b11686352e94f52" Type="http://schemas.openxmlformats.org/officeDocument/2006/relationships/image" Target="../media/image3.png"/><Relationship Id="R4865a3783c024a72" Type="http://schemas.openxmlformats.org/officeDocument/2006/relationships/slideMaster" Target="../slideMasters/slideMaster1.xml"/><Relationship Id="Ref688e29afd34bae" Type="http://schemas.openxmlformats.org/officeDocument/2006/relationships/image" Target="../media/image.svg"/></Relationships>
</file>

<file path=ppt/slideLayouts/_rels/slideLayout50.xml.rels><?xml version='1.0' encoding='UTF-8' standalone='yes'?>
<Relationships xmlns="http://schemas.openxmlformats.org/package/2006/relationships"><Relationship Id="R1b0ce1dab68742c2" Type="http://schemas.openxmlformats.org/officeDocument/2006/relationships/image" Target="../media/image3.png"/><Relationship Id="R3edbf816671d4c37" Type="http://schemas.openxmlformats.org/officeDocument/2006/relationships/image" Target="../media/image.emf"/><Relationship Id="R620c690390984171" Type="http://schemas.openxmlformats.org/officeDocument/2006/relationships/image" Target="../media/image.svg"/><Relationship Id="R63769d1491f34166"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1611bdf2303a44c6" Type="http://schemas.openxmlformats.org/officeDocument/2006/relationships/image" Target="../media/image8.png"/><Relationship Id="R1beab365ba334051" Type="http://schemas.openxmlformats.org/officeDocument/2006/relationships/image" Target="../media/image6.svg"/><Relationship Id="R1e405ff62ec74c0e"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97a157fb3888482c" Type="http://schemas.openxmlformats.org/officeDocument/2006/relationships/image" Target="../media/image7.svg"/><Relationship Id="Rd8be11f7054b4ec7" Type="http://schemas.openxmlformats.org/officeDocument/2006/relationships/image" Target="../media/image9.png"/><Relationship Id="Re535b977c2584e49"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280238290bfc45f6" Type="http://schemas.openxmlformats.org/officeDocument/2006/relationships/image" Target="../media/image7.svg"/><Relationship Id="R501934d4b88d4bb5" Type="http://schemas.openxmlformats.org/officeDocument/2006/relationships/image" Target="../media/image9.png"/><Relationship Id="Re84f450ad89e424b"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11b866501a6f486e" Type="http://schemas.openxmlformats.org/officeDocument/2006/relationships/image" Target="../media/image7.svg"/><Relationship Id="R7e186bd8563c417f" Type="http://schemas.openxmlformats.org/officeDocument/2006/relationships/image" Target="../media/image9.png"/><Relationship Id="Rb253e05354d2405b"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59b40a98ee21455b"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7d6193e3d18847a3"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a47b4c84cd744abc"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fb18a374f7654cd3"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7a3001639c3149c5"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9f5dea0c634f4ffe"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cb7ffd7bb2224993"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0542447c6746408d"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ef66fd0321124bdc"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d1c74e44849a4c4f"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9c5478081fc44b43"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805a161e7f9b41b6"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5d0b885d5f17479c"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64e925052dd84a2e"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db6c2d1d3d7140f9"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efd9a608dba14afc"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ffd007488b814f4d"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ff6c61ba07ec4c1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eed74e171de54e4e"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02264d0081fc4b47"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ff142275ba5242be"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e13e263581ca461c"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abdd57320c08472a"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c700e523b12f4bde"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2aaa9c4a881346f3"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ea143e50692344af"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1534f65239ce435b" Type="http://schemas.openxmlformats.org/officeDocument/2006/relationships/slideMaster" Target="../slideMasters/slideMaster1.xml"/><Relationship Id="R2eb7aaf0165e4c16" Type="http://schemas.openxmlformats.org/officeDocument/2006/relationships/image" Target="../media/image.emf"/></Relationships>
</file>

<file path=ppt/slideLayouts/_rels/slideLayout82.xml.rels><?xml version='1.0' encoding='UTF-8' standalone='yes'?>
<Relationships xmlns="http://schemas.openxmlformats.org/package/2006/relationships"><Relationship Id="R9677c14ba0a8460c" Type="http://schemas.openxmlformats.org/officeDocument/2006/relationships/slideMaster" Target="../slideMasters/slideMaster1.xml"/><Relationship Id="Rfe3bb712bef04a3a" Type="http://schemas.openxmlformats.org/officeDocument/2006/relationships/image" Target="../media/image.emf"/></Relationships>
</file>

<file path=ppt/slideLayouts/_rels/slideLayout83.xml.rels><?xml version='1.0' encoding='UTF-8' standalone='yes'?>
<Relationships xmlns="http://schemas.openxmlformats.org/package/2006/relationships"><Relationship Id="R5e0f8cfefc4446d8"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b63f0c142093478b"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e3941c79f3034d98"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caef923a5fda447c"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dd09d5ad525548f5"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641c5130db1744ce"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beec531b5b8c4db5"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cafdbd3843164bab"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f798bc0cfae54e84"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1da878ca22414ba8"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9605e1b407a2456c"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17705690c90f49b7"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63ce89003105474e"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530682792fd94fbf"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ea74204eec9e4573"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1531f86cb6274cc7" Type="http://schemas.openxmlformats.org/officeDocument/2006/relationships/slideMaster" Target="../slideMasters/slideMaster1.xml"/><Relationship Id="R6a85155f397c401c" Type="http://schemas.openxmlformats.org/officeDocument/2006/relationships/image" Target="../media/image10.png"/></Relationships>
</file>

<file path=ppt/slideLayouts/_rels/slideLayout99.xml.rels><?xml version='1.0' encoding='UTF-8' standalone='yes'?>
<Relationships xmlns="http://schemas.openxmlformats.org/package/2006/relationships"><Relationship Id="R3d57d93c593a416b" Type="http://schemas.openxmlformats.org/officeDocument/2006/relationships/image" Target="../media/image10.png"/><Relationship Id="Rd8ce71e901084aa7"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3678cadefc6444f1" Type="http://schemas.openxmlformats.org/officeDocument/2006/relationships/image" Target="../media/image6.svg"/><Relationship Id="R469c7b94166b4843" Type="http://schemas.openxmlformats.org/officeDocument/2006/relationships/image" Target="../media/image.emf"/><Relationship Id="R7cea9ebb49c8482b" Type="http://schemas.openxmlformats.org/officeDocument/2006/relationships/image" Target="../media/image8.png"/><Relationship Id="Rea408a25aa784a4e"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1729eca5e8d14c0a" Type="http://schemas.openxmlformats.org/officeDocument/2006/relationships/image" Target="../media/image6.svg"/><Relationship Id="R47a9b835d4e04ce7" Type="http://schemas.openxmlformats.org/officeDocument/2006/relationships/image" Target="../media/image8.png"/><Relationship Id="R97c306ac832849ca" Type="http://schemas.openxmlformats.org/officeDocument/2006/relationships/slideMaster" Target="../slideMasters/slideMaster1.xml"/><Relationship Id="Rf4aa6ef8131e481a" Type="http://schemas.openxmlformats.org/officeDocument/2006/relationships/image" Target="../media/image.emf"/></Relationships>
</file>

<file path=ppt/slideLayouts/_rels/slideLayout102.xml.rels><?xml version='1.0' encoding='UTF-8' standalone='yes'?>
<Relationships xmlns="http://schemas.openxmlformats.org/package/2006/relationships"><Relationship Id="Rf4ce8787e3f148ce"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03c06be225d64bad"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a3d2d431be9e47fe"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ab8a21b571f9486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274e175ca49d4ae3"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c595ea587ae54db6"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f2c3f95a7f394f3d" Type="http://schemas.openxmlformats.org/officeDocument/2006/relationships/slideMaster" Target="../slideMasters/slideMaster1.xml"/><Relationship Id="Rfd3c826072b54b58" Type="http://schemas.openxmlformats.org/officeDocument/2006/relationships/image" Target="../media/image25.jpeg"/></Relationships>
</file>

<file path=ppt/slideLayouts/_rels/slideLayout109.xml.rels><?xml version='1.0' encoding='UTF-8' standalone='yes'?>
<Relationships xmlns="http://schemas.openxmlformats.org/package/2006/relationships"><Relationship Id="R232c63612ede4020" Type="http://schemas.openxmlformats.org/officeDocument/2006/relationships/slideMaster" Target="../slideMasters/slideMaster1.xml"/><Relationship Id="Rdc6c5b4cdd75492c" Type="http://schemas.openxmlformats.org/officeDocument/2006/relationships/image" Target="../media/image26.jpeg"/></Relationships>
</file>

<file path=ppt/slideLayouts/_rels/slideLayout110.xml.rels><?xml version='1.0' encoding='UTF-8' standalone='yes'?>
<Relationships xmlns="http://schemas.openxmlformats.org/package/2006/relationships"><Relationship Id="R6e6c1e47706c4a20" Type="http://schemas.openxmlformats.org/officeDocument/2006/relationships/slideMaster" Target="../slideMasters/slideMaster1.xml"/><Relationship Id="Rb88485aadecb4f57" Type="http://schemas.openxmlformats.org/officeDocument/2006/relationships/image" Target="../media/image27.jpeg"/></Relationships>
</file>

<file path=ppt/slideLayouts/_rels/slideLayout111.xml.rels><?xml version='1.0' encoding='UTF-8' standalone='yes'?>
<Relationships xmlns="http://schemas.openxmlformats.org/package/2006/relationships"><Relationship Id="R5c68e2a35c0042c8" Type="http://schemas.openxmlformats.org/officeDocument/2006/relationships/image" Target="../media/image28.jpeg"/><Relationship Id="Rd21724ce875b4344"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e80588dd5f3148eb" Type="http://schemas.openxmlformats.org/officeDocument/2006/relationships/slideMaster" Target="../slideMasters/slideMaster1.xml"/></Relationships>
</file>

<file path=ppt/slideLayouts/_rels/slideLayout113.xml.rels><?xml version='1.0' encoding='UTF-8' standalone='yes'?>
<Relationships xmlns="http://schemas.openxmlformats.org/package/2006/relationships"><Relationship Id="R2935cac2b04448c0" Type="http://schemas.openxmlformats.org/officeDocument/2006/relationships/slideMaster" Target="../slideMasters/slideMaster1.xml"/></Relationships>
</file>

<file path=ppt/slideLayouts/_rels/slideLayout114.xml.rels><?xml version='1.0' encoding='UTF-8' standalone='yes'?>
<Relationships xmlns="http://schemas.openxmlformats.org/package/2006/relationships"><Relationship Id="R9d26f1a975294fca" Type="http://schemas.openxmlformats.org/officeDocument/2006/relationships/slideMaster" Target="../slideMasters/slideMaster1.xml"/></Relationships>
</file>

<file path=ppt/slideLayouts/slideLayout1.xml><?xml version="1.0" encoding="utf-8"?>
<p:sldLayout xmlns:p="http://schemas.openxmlformats.org/presentationml/2006/main" preserve="1" userDrawn="1">
  <p:cSld name="Dark - Title_Pillar">
    <p:bg>
      <p:bgPr>
        <a:blipFill xmlns:a="http://schemas.openxmlformats.org/drawingml/2006/main" rotWithShape="1">
          <a:blip xmlns:r="http://schemas.openxmlformats.org/officeDocument/2006/relationships" r:embed="Ree97fd0e020943e8">
            <a:lum/>
          </a:blip>
          <a:srcRect l="0" t="0" r="0" b="0"/>
          <a:stretch>
            <a:fillRect l="0" t="0" r="0" b="0"/>
          </a:stretch>
        </a:blipFill>
      </p:bgPr>
    </p:bg>
    <p:spTree>
      <p:nvGrpSpPr>
        <p:cNvPr id="1" name=""/>
        <p:cNvGrpSpPr/>
        <p:nvPr/>
      </p:nvGrpSpPr>
      <p:grpSpPr>
        <a:xfrm xmlns:a="http://schemas.openxmlformats.org/drawingml/2006/main"/>
      </p:grpSpPr>
      <p:sp>
        <p:nvSpPr>
          <p:cNvPr id="24" name="Title">
            <a:extLst xmlns:a="http://schemas.openxmlformats.org/drawingml/2006/main">
              <a:ext uri="{FF2B5EF4-FFF2-40B4-BE49-F238E27FC236}">
                <a16:creationId xmlns:a16="http://schemas.microsoft.com/office/drawing/2014/main" id="{461BB5F1-8825-7944-96EB-8445317513F5}"/>
              </a:ext>
            </a:extLst>
          </p:cNvPr>
          <p:cNvSpPr>
            <a:spLocks xmlns:a="http://schemas.openxmlformats.org/drawingml/2006/main" noGrp="1"/>
          </p:cNvSpPr>
          <p:nvPr>
            <p:ph type="ctrTitle" idx="0" hasCustomPrompt="1"/>
          </p:nvPr>
        </p:nvSpPr>
        <p:spPr>
          <a:xfrm xmlns:a="http://schemas.openxmlformats.org/drawingml/2006/main">
            <a:off x="79253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a:lnSpc>
                <a:spcPct val="100000"/>
              </a:lnSpc>
              <a:buNone/>
            </a:pPr>
            <a:r>
              <a:t>Title (up to two lines) </a:t>
            </a:r>
            <a:br/>
            <a:r>
              <a:t>Oracle Sans Tab Bold</a:t>
            </a:r>
          </a:p>
        </p:txBody>
      </p:sp>
      <p:sp>
        <p:nvSpPr>
          <p:cNvPr id="25" name="Subhead">
            <a:extLst xmlns:a="http://schemas.openxmlformats.org/drawingml/2006/main">
              <a:ext uri="{FF2B5EF4-FFF2-40B4-BE49-F238E27FC236}">
                <a16:creationId xmlns:a16="http://schemas.microsoft.com/office/drawing/2014/main" id="{DE85AE1C-733D-7244-A6DA-C3ADBC76ED0C}"/>
              </a:ext>
            </a:extLst>
          </p:cNvPr>
          <p:cNvSpPr>
            <a:spLocks xmlns:a="http://schemas.openxmlformats.org/drawingml/2006/main" noGrp="1"/>
          </p:cNvSpPr>
          <p:nvPr>
            <p:ph type="body" idx="33" hasCustomPrompt="1"/>
          </p:nvPr>
        </p:nvSpPr>
        <p:spPr>
          <a:xfrm xmlns:a="http://schemas.openxmlformats.org/drawingml/2006/main">
            <a:off x="79253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indent="0" algn="l">
              <a:lnSpc>
                <a:spcPct val="100000"/>
              </a:lnSpc>
              <a:spcBef>
                <a:spcPts val="1000"/>
              </a:spcBef>
              <a:spcAft>
                <a:spcPts val="0"/>
              </a:spcAft>
              <a:buNone/>
              <a:defRPr sz="2400" b="0" i="0">
                <a:solidFill>
                  <a:schemeClr val="tx1"/>
                </a:solidFill>
                <a:latin typeface="Oracle Sans Tab"/>
                <a:ea typeface="Oracle Sans Tab"/>
                <a:cs typeface="Oracle Sans Tab"/>
              </a:defRPr>
            </a:lvl1pPr>
          </a:lstStyle>
          <a:p xmlns:a="http://schemas.openxmlformats.org/drawingml/2006/main">
            <a:pPr marL="0" indent="0" algn="l">
              <a:lnSpc>
                <a:spcPct val="90000"/>
              </a:lnSpc>
              <a:spcBef>
                <a:spcPts val="1000"/>
              </a:spcBef>
              <a:spcAft>
                <a:spcPts val="0"/>
              </a:spcAft>
              <a:buNone/>
            </a:pPr>
            <a:r>
              <a:t>Subhead goes here on one line.</a:t>
            </a:r>
          </a:p>
        </p:txBody>
      </p:sp>
      <p:sp>
        <p:nvSpPr>
          <p:cNvPr id="11" name="Text Field">
            <a:extLst xmlns:a="http://schemas.openxmlformats.org/drawingml/2006/main">
              <a:ext uri="{FF2B5EF4-FFF2-40B4-BE49-F238E27FC236}">
                <a16:creationId xmlns:a16="http://schemas.microsoft.com/office/drawing/2014/main" id="{5096A149-B6C9-A04E-A2B0-54CCFAA42526}"/>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a:buNone/>
            </a:pPr>
            <a:r>
              <a:t>Name</a:t>
            </a:r>
          </a:p>
        </p:txBody>
      </p:sp>
      <p:sp>
        <p:nvSpPr>
          <p:cNvPr id="10" name="Text Field 2">
            <a:extLst xmlns:a="http://schemas.openxmlformats.org/drawingml/2006/main">
              <a:ext uri="{FF2B5EF4-FFF2-40B4-BE49-F238E27FC236}">
                <a16:creationId xmlns:a16="http://schemas.microsoft.com/office/drawing/2014/main" id="{A57492F9-1AD2-9346-9BB6-C0CF36DEF5ED}"/>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a:buNone/>
            </a:pPr>
            <a:r>
              <a:t>Presenter’s Title</a:t>
            </a:r>
          </a:p>
          <a:p xmlns:a="http://schemas.openxmlformats.org/drawingml/2006/main">
            <a:pPr>
              <a:buNone/>
            </a:pPr>
            <a:r>
              <a:t>Organization, Division or Business Unit</a:t>
            </a:r>
          </a:p>
          <a:p xmlns:a="http://schemas.openxmlformats.org/drawingml/2006/main">
            <a:pPr>
              <a:buNone/>
            </a:pPr>
            <a:r>
              <a:t>Month 00, 2026</a:t>
            </a:r>
          </a:p>
        </p:txBody>
      </p:sp>
      <p:sp>
        <p:nvSpPr>
          <p:cNvPr id="5" name="Slide Number Placeholder 4">
            <a:extLst xmlns:a="http://schemas.openxmlformats.org/drawingml/2006/main">
              <a:ext uri="{FF2B5EF4-FFF2-40B4-BE49-F238E27FC236}">
                <a16:creationId xmlns:a16="http://schemas.microsoft.com/office/drawing/2014/main" id="{6A4B61EA-E671-B046-E16F-7C37520755BE}"/>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1FCEBD7F-FD1F-90FE-07B1-7E1D2FCAED23}"/>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74E28F03-7252-6A6A-9D9A-7C142FCA4155}"/>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pic>
        <p:nvPicPr>
          <p:cNvPr id="31" name="OTag"/>
          <p:cNvPicPr>
            <a:picLocks xmlns:a="http://schemas.openxmlformats.org/drawingml/2006/main" noChangeAspect="1"/>
          </p:cNvPicPr>
          <p:nvPr/>
        </p:nvPicPr>
        <p:blipFill>
          <a:blip xmlns:r="http://schemas.openxmlformats.org/officeDocument/2006/relationships" xmlns:a="http://schemas.openxmlformats.org/drawingml/2006/main" r:embed="R0f8d3558e5904f4b"/>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6863E062-D1CC-8F7F-B35F-ADAF6BDE7196}"/>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2.xml><?xml version="1.0" encoding="utf-8"?>
<p:sldLayout xmlns:p="http://schemas.openxmlformats.org/presentationml/2006/main" preserve="1" userDrawn="1">
  <p:cSld name="Light - Title_Pillar">
    <p:bg>
      <p:bgPr>
        <a:blipFill xmlns:a="http://schemas.openxmlformats.org/drawingml/2006/main" rotWithShape="1">
          <a:blip xmlns:r="http://schemas.openxmlformats.org/officeDocument/2006/relationships" r:embed="Re41eea34887342e8">
            <a:lum/>
          </a:blip>
          <a:srcRect l="0" t="0" r="0" b="0"/>
          <a:stretch>
            <a:fillRect l="0" t="0" r="0" b="0"/>
          </a:stretch>
        </a:blip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993B935A-285A-BFFA-E1F4-E79FEB4F9795}"/>
              </a:ext>
            </a:extLst>
          </p:cNvPr>
          <p:cNvSpPr>
            <a:spLocks xmlns:a="http://schemas.openxmlformats.org/drawingml/2006/main" noGrp="1"/>
          </p:cNvSpPr>
          <p:nvPr>
            <p:ph type="ctrTitle" idx="0" hasCustomPrompt="1"/>
          </p:nvPr>
        </p:nvSpPr>
        <p:spPr>
          <a:xfrm xmlns:a="http://schemas.openxmlformats.org/drawingml/2006/main">
            <a:off x="79246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a:lnSpc>
                <a:spcPct val="100000"/>
              </a:lnSpc>
              <a:buNone/>
            </a:pPr>
            <a:r>
              <a:t>Title (up to two lines) </a:t>
            </a:r>
            <a:br/>
            <a:r>
              <a:t>Oracle Sans Tab Bold</a:t>
            </a:r>
          </a:p>
        </p:txBody>
      </p:sp>
      <p:sp>
        <p:nvSpPr>
          <p:cNvPr id="7" name="Subhead">
            <a:extLst xmlns:a="http://schemas.openxmlformats.org/drawingml/2006/main">
              <a:ext uri="{FF2B5EF4-FFF2-40B4-BE49-F238E27FC236}">
                <a16:creationId xmlns:a16="http://schemas.microsoft.com/office/drawing/2014/main" id="{EFFF89DD-9D0E-59AA-468D-56F8DF0173D0}"/>
              </a:ext>
            </a:extLst>
          </p:cNvPr>
          <p:cNvSpPr>
            <a:spLocks xmlns:a="http://schemas.openxmlformats.org/drawingml/2006/main" noGrp="1"/>
          </p:cNvSpPr>
          <p:nvPr>
            <p:ph type="body" idx="33" hasCustomPrompt="1"/>
          </p:nvPr>
        </p:nvSpPr>
        <p:spPr>
          <a:xfrm xmlns:a="http://schemas.openxmlformats.org/drawingml/2006/main">
            <a:off x="79246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indent="0" algn="l">
              <a:lnSpc>
                <a:spcPct val="100000"/>
              </a:lnSpc>
              <a:spcBef>
                <a:spcPts val="1000"/>
              </a:spcBef>
              <a:spcAft>
                <a:spcPts val="0"/>
              </a:spcAft>
              <a:buNone/>
              <a:defRPr sz="2400" b="0" i="0">
                <a:solidFill>
                  <a:schemeClr val="tx1"/>
                </a:solidFill>
                <a:latin typeface="Oracle Sans Tab"/>
                <a:ea typeface="Oracle Sans Tab"/>
                <a:cs typeface="Oracle Sans Tab"/>
              </a:defRPr>
            </a:lvl1pPr>
          </a:lstStyle>
          <a:p xmlns:a="http://schemas.openxmlformats.org/drawingml/2006/main">
            <a:pPr marL="0" indent="0" algn="l">
              <a:lnSpc>
                <a:spcPct val="90000"/>
              </a:lnSpc>
              <a:spcBef>
                <a:spcPts val="1000"/>
              </a:spcBef>
              <a:spcAft>
                <a:spcPts val="0"/>
              </a:spcAft>
              <a:buNone/>
            </a:pPr>
            <a:r>
              <a:t>Subhead goes here on one line.</a:t>
            </a:r>
          </a:p>
        </p:txBody>
      </p:sp>
      <p:sp>
        <p:nvSpPr>
          <p:cNvPr id="8" name="Text Field">
            <a:extLst xmlns:a="http://schemas.openxmlformats.org/drawingml/2006/main">
              <a:ext uri="{FF2B5EF4-FFF2-40B4-BE49-F238E27FC236}">
                <a16:creationId xmlns:a16="http://schemas.microsoft.com/office/drawing/2014/main" id="{72DF4953-83D4-E63F-FAE9-12C7C69CAF76}"/>
              </a:ext>
            </a:extLst>
          </p:cNvPr>
          <p:cNvSpPr>
            <a:spLocks xmlns:a="http://schemas.openxmlformats.org/drawingml/2006/main" noGrp="1"/>
          </p:cNvSpPr>
          <p:nvPr>
            <p:ph type="body" idx="35" hasCustomPrompt="1"/>
          </p:nvPr>
        </p:nvSpPr>
        <p:spPr>
          <a:xfrm xmlns:a="http://schemas.openxmlformats.org/drawingml/2006/main">
            <a:off x="79246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a:buNone/>
            </a:pPr>
            <a:r>
              <a:t>Name</a:t>
            </a:r>
          </a:p>
        </p:txBody>
      </p:sp>
      <p:sp>
        <p:nvSpPr>
          <p:cNvPr id="9" name="Text Field 2">
            <a:extLst xmlns:a="http://schemas.openxmlformats.org/drawingml/2006/main">
              <a:ext uri="{FF2B5EF4-FFF2-40B4-BE49-F238E27FC236}">
                <a16:creationId xmlns:a16="http://schemas.microsoft.com/office/drawing/2014/main" id="{53939284-5D96-A771-F7CE-39D3A9ADA08C}"/>
              </a:ext>
            </a:extLst>
          </p:cNvPr>
          <p:cNvSpPr>
            <a:spLocks xmlns:a="http://schemas.openxmlformats.org/drawingml/2006/main" noGrp="1"/>
          </p:cNvSpPr>
          <p:nvPr>
            <p:ph type="body" idx="34" hasCustomPrompt="1"/>
          </p:nvPr>
        </p:nvSpPr>
        <p:spPr>
          <a:xfrm xmlns:a="http://schemas.openxmlformats.org/drawingml/2006/main">
            <a:off x="79246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a:buNone/>
            </a:pPr>
            <a:r>
              <a:t>Presenter’s Title</a:t>
            </a:r>
          </a:p>
          <a:p xmlns:a="http://schemas.openxmlformats.org/drawingml/2006/main">
            <a:pPr>
              <a:buNone/>
            </a:pPr>
            <a:r>
              <a:t>Organization, Division or Business Unit</a:t>
            </a:r>
          </a:p>
          <a:p xmlns:a="http://schemas.openxmlformats.org/drawingml/2006/main">
            <a:pPr>
              <a:buNone/>
            </a:pPr>
            <a:r>
              <a:t>Month 00, 2026</a:t>
            </a:r>
          </a:p>
        </p:txBody>
      </p:sp>
      <p:sp>
        <p:nvSpPr>
          <p:cNvPr id="5" name="Slide Number Placeholder 4">
            <a:extLst xmlns:a="http://schemas.openxmlformats.org/drawingml/2006/main">
              <a:ext uri="{FF2B5EF4-FFF2-40B4-BE49-F238E27FC236}">
                <a16:creationId xmlns:a16="http://schemas.microsoft.com/office/drawing/2014/main" id="{37A2158C-16EA-51FD-AADB-5CCD72645F29}"/>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3" name="Date Placeholder 2">
            <a:extLst xmlns:a="http://schemas.openxmlformats.org/drawingml/2006/main">
              <a:ext uri="{FF2B5EF4-FFF2-40B4-BE49-F238E27FC236}">
                <a16:creationId xmlns:a16="http://schemas.microsoft.com/office/drawing/2014/main" id="{DE9F17F9-481A-5855-B8F0-D871C1F817BF}"/>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4" name="Footer Placeholder 3">
            <a:extLst xmlns:a="http://schemas.openxmlformats.org/drawingml/2006/main">
              <a:ext uri="{FF2B5EF4-FFF2-40B4-BE49-F238E27FC236}">
                <a16:creationId xmlns:a16="http://schemas.microsoft.com/office/drawing/2014/main" id="{47EAEE68-C65E-C8C2-44CB-1ECCD753ADAB}"/>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pic>
        <p:nvPicPr>
          <p:cNvPr id="13" name="OTag"/>
          <p:cNvPicPr>
            <a:picLocks xmlns:a="http://schemas.openxmlformats.org/drawingml/2006/main" noChangeAspect="1"/>
          </p:cNvPicPr>
          <p:nvPr/>
        </p:nvPicPr>
        <p:blipFill>
          <a:blip xmlns:r="http://schemas.openxmlformats.org/officeDocument/2006/relationships" xmlns:a="http://schemas.openxmlformats.org/drawingml/2006/main" r:embed="Ra0d89e79595d4650"/>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6" name="Accent mark">
            <a:extLst xmlns:a="http://schemas.openxmlformats.org/drawingml/2006/main">
              <a:ext uri="{FF2B5EF4-FFF2-40B4-BE49-F238E27FC236}">
                <a16:creationId xmlns:a16="http://schemas.microsoft.com/office/drawing/2014/main" id="{F6C8D001-5C68-50FD-8A15-9F62CD4FCCF2}"/>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3.xml><?xml version="1.0" encoding="utf-8"?>
<p:sldLayout xmlns:p="http://schemas.openxmlformats.org/presentationml/2006/main" preserve="1" userDrawn="1">
  <p:cSld name="Dark - Title_2">
    <p:bg>
      <p:bgPr>
        <a:blipFill xmlns:a="http://schemas.openxmlformats.org/drawingml/2006/main" rotWithShape="1">
          <a:blip xmlns:r="http://schemas.openxmlformats.org/officeDocument/2006/relationships" r:embed="Rb5ee3253468a4465">
            <a:lum/>
          </a:blip>
          <a:srcRect l="0" t="0" r="0" b="0"/>
          <a:stretch>
            <a:fillRect l="0" t="0" r="0" b="0"/>
          </a:stretch>
        </a:blip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C92A7232-5506-CF74-ABAC-596E66DF6213}"/>
              </a:ext>
            </a:extLst>
          </p:cNvPr>
          <p:cNvSpPr>
            <a:spLocks xmlns:a="http://schemas.openxmlformats.org/drawingml/2006/main" noGrp="1"/>
          </p:cNvSpPr>
          <p:nvPr>
            <p:ph type="ctrTitle" idx="0" hasCustomPrompt="1"/>
          </p:nvPr>
        </p:nvSpPr>
        <p:spPr>
          <a:xfrm xmlns:a="http://schemas.openxmlformats.org/drawingml/2006/main">
            <a:off x="79253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a:lnSpc>
                <a:spcPct val="100000"/>
              </a:lnSpc>
              <a:buNone/>
            </a:pPr>
            <a:r>
              <a:t>General/fusion title</a:t>
            </a:r>
            <a:br/>
            <a:r>
              <a:t>Oracle Sans Tab Bold</a:t>
            </a:r>
          </a:p>
        </p:txBody>
      </p:sp>
      <p:sp>
        <p:nvSpPr>
          <p:cNvPr id="7" name="Subhead">
            <a:extLst xmlns:a="http://schemas.openxmlformats.org/drawingml/2006/main">
              <a:ext uri="{FF2B5EF4-FFF2-40B4-BE49-F238E27FC236}">
                <a16:creationId xmlns:a16="http://schemas.microsoft.com/office/drawing/2014/main" id="{BE95545E-FF7C-FA0C-6AC2-06B9FD536E40}"/>
              </a:ext>
            </a:extLst>
          </p:cNvPr>
          <p:cNvSpPr>
            <a:spLocks xmlns:a="http://schemas.openxmlformats.org/drawingml/2006/main" noGrp="1"/>
          </p:cNvSpPr>
          <p:nvPr>
            <p:ph type="body" idx="33" hasCustomPrompt="1"/>
          </p:nvPr>
        </p:nvSpPr>
        <p:spPr>
          <a:xfrm xmlns:a="http://schemas.openxmlformats.org/drawingml/2006/main">
            <a:off x="79253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indent="0" algn="l">
              <a:lnSpc>
                <a:spcPct val="100000"/>
              </a:lnSpc>
              <a:spcBef>
                <a:spcPts val="1000"/>
              </a:spcBef>
              <a:spcAft>
                <a:spcPts val="0"/>
              </a:spcAft>
              <a:buNone/>
              <a:defRPr sz="2400" b="0" i="0">
                <a:solidFill>
                  <a:schemeClr val="tx1"/>
                </a:solidFill>
                <a:latin typeface="Oracle Sans Tab"/>
                <a:ea typeface="Oracle Sans Tab"/>
                <a:cs typeface="Oracle Sans Tab"/>
              </a:defRPr>
            </a:lvl1pPr>
          </a:lstStyle>
          <a:p xmlns:a="http://schemas.openxmlformats.org/drawingml/2006/main">
            <a:pPr marL="0" indent="0" algn="l">
              <a:lnSpc>
                <a:spcPct val="90000"/>
              </a:lnSpc>
              <a:spcBef>
                <a:spcPts val="1000"/>
              </a:spcBef>
              <a:spcAft>
                <a:spcPts val="0"/>
              </a:spcAft>
              <a:buNone/>
            </a:pPr>
            <a:r>
              <a:t>Subhead goes here on one line.</a:t>
            </a:r>
          </a:p>
        </p:txBody>
      </p:sp>
      <p:sp>
        <p:nvSpPr>
          <p:cNvPr id="8" name="Text Field">
            <a:extLst xmlns:a="http://schemas.openxmlformats.org/drawingml/2006/main">
              <a:ext uri="{FF2B5EF4-FFF2-40B4-BE49-F238E27FC236}">
                <a16:creationId xmlns:a16="http://schemas.microsoft.com/office/drawing/2014/main" id="{2BE9B241-6CCA-C350-8E9C-CBFF15AC920B}"/>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a:buNone/>
            </a:pPr>
            <a:r>
              <a:t>Name</a:t>
            </a:r>
          </a:p>
        </p:txBody>
      </p:sp>
      <p:sp>
        <p:nvSpPr>
          <p:cNvPr id="9" name="Text Field 2">
            <a:extLst xmlns:a="http://schemas.openxmlformats.org/drawingml/2006/main">
              <a:ext uri="{FF2B5EF4-FFF2-40B4-BE49-F238E27FC236}">
                <a16:creationId xmlns:a16="http://schemas.microsoft.com/office/drawing/2014/main" id="{D30678C3-79B5-61B9-5BD6-D4D2E38C4E26}"/>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a:buNone/>
            </a:pPr>
            <a:r>
              <a:t>Presenter’s Title</a:t>
            </a:r>
          </a:p>
          <a:p xmlns:a="http://schemas.openxmlformats.org/drawingml/2006/main">
            <a:pPr>
              <a:buNone/>
            </a:pPr>
            <a:r>
              <a:t>Organization, Division or Business Unit</a:t>
            </a:r>
          </a:p>
          <a:p xmlns:a="http://schemas.openxmlformats.org/drawingml/2006/main">
            <a:pPr>
              <a:buNone/>
            </a:pPr>
            <a:r>
              <a:t>Month 00, 2026</a:t>
            </a:r>
          </a:p>
        </p:txBody>
      </p:sp>
      <p:sp>
        <p:nvSpPr>
          <p:cNvPr id="5" name="Slide Number Placeholder 4">
            <a:extLst xmlns:a="http://schemas.openxmlformats.org/drawingml/2006/main">
              <a:ext uri="{FF2B5EF4-FFF2-40B4-BE49-F238E27FC236}">
                <a16:creationId xmlns:a16="http://schemas.microsoft.com/office/drawing/2014/main" id="{AE2FA60F-BC05-9DFE-3A03-811A5C61BAE6}"/>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3204F087-6972-AA39-00DB-C10EDEB80749}"/>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6891A512-3F6B-08FA-3574-4BF50D31E5E8}"/>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6" name="Accent mark">
            <a:extLst xmlns:a="http://schemas.openxmlformats.org/drawingml/2006/main">
              <a:ext uri="{FF2B5EF4-FFF2-40B4-BE49-F238E27FC236}">
                <a16:creationId xmlns:a16="http://schemas.microsoft.com/office/drawing/2014/main" id="{5F9B697F-5404-108B-4B52-A27DAB8F742D}"/>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4.xml><?xml version="1.0" encoding="utf-8"?>
<p:sldLayout xmlns:p="http://schemas.openxmlformats.org/presentationml/2006/main" preserve="1" userDrawn="1">
  <p:cSld name="Light - Title_2">
    <p:bg>
      <p:bgPr>
        <a:blipFill xmlns:a="http://schemas.openxmlformats.org/drawingml/2006/main" rotWithShape="1">
          <a:blip xmlns:r="http://schemas.openxmlformats.org/officeDocument/2006/relationships" r:embed="R6fa4cdb9004f4de9">
            <a:lum/>
          </a:blip>
          <a:srcRect l="0" t="0" r="0" b="0"/>
          <a:stretch>
            <a:fillRect l="0" t="0" r="0" b="0"/>
          </a:stretch>
        </a:blip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96204AF-CFD8-7CED-4E39-54AF670244A8}"/>
              </a:ext>
            </a:extLst>
          </p:cNvPr>
          <p:cNvSpPr>
            <a:spLocks xmlns:a="http://schemas.openxmlformats.org/drawingml/2006/main" noGrp="1"/>
          </p:cNvSpPr>
          <p:nvPr>
            <p:ph type="ctrTitle" idx="0" hasCustomPrompt="1"/>
          </p:nvPr>
        </p:nvSpPr>
        <p:spPr>
          <a:xfrm xmlns:a="http://schemas.openxmlformats.org/drawingml/2006/main">
            <a:off x="79253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a:lnSpc>
                <a:spcPct val="100000"/>
              </a:lnSpc>
              <a:buNone/>
            </a:pPr>
            <a:r>
              <a:t>General/fusion title</a:t>
            </a:r>
            <a:br/>
            <a:r>
              <a:t>Oracle Sans Tab Bold</a:t>
            </a:r>
          </a:p>
        </p:txBody>
      </p:sp>
      <p:sp>
        <p:nvSpPr>
          <p:cNvPr id="7" name="Subhead">
            <a:extLst xmlns:a="http://schemas.openxmlformats.org/drawingml/2006/main">
              <a:ext uri="{FF2B5EF4-FFF2-40B4-BE49-F238E27FC236}">
                <a16:creationId xmlns:a16="http://schemas.microsoft.com/office/drawing/2014/main" id="{FC046655-F632-39CF-A827-AEF7BEDCA8A4}"/>
              </a:ext>
            </a:extLst>
          </p:cNvPr>
          <p:cNvSpPr>
            <a:spLocks xmlns:a="http://schemas.openxmlformats.org/drawingml/2006/main" noGrp="1"/>
          </p:cNvSpPr>
          <p:nvPr>
            <p:ph type="body" idx="33" hasCustomPrompt="1"/>
          </p:nvPr>
        </p:nvSpPr>
        <p:spPr>
          <a:xfrm xmlns:a="http://schemas.openxmlformats.org/drawingml/2006/main">
            <a:off x="79253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indent="0" algn="l">
              <a:lnSpc>
                <a:spcPct val="100000"/>
              </a:lnSpc>
              <a:spcBef>
                <a:spcPts val="1000"/>
              </a:spcBef>
              <a:spcAft>
                <a:spcPts val="0"/>
              </a:spcAft>
              <a:buNone/>
              <a:defRPr sz="2400" b="0" i="0">
                <a:solidFill>
                  <a:schemeClr val="tx1"/>
                </a:solidFill>
                <a:latin typeface="Oracle Sans Tab"/>
                <a:ea typeface="Oracle Sans Tab"/>
                <a:cs typeface="Oracle Sans Tab"/>
              </a:defRPr>
            </a:lvl1pPr>
          </a:lstStyle>
          <a:p xmlns:a="http://schemas.openxmlformats.org/drawingml/2006/main">
            <a:pPr marL="0" indent="0" algn="l">
              <a:lnSpc>
                <a:spcPct val="90000"/>
              </a:lnSpc>
              <a:spcBef>
                <a:spcPts val="1000"/>
              </a:spcBef>
              <a:spcAft>
                <a:spcPts val="0"/>
              </a:spcAft>
              <a:buNone/>
            </a:pPr>
            <a:r>
              <a:t>Subhead goes here on one line.</a:t>
            </a:r>
          </a:p>
        </p:txBody>
      </p:sp>
      <p:sp>
        <p:nvSpPr>
          <p:cNvPr id="8" name="Text Field">
            <a:extLst xmlns:a="http://schemas.openxmlformats.org/drawingml/2006/main">
              <a:ext uri="{FF2B5EF4-FFF2-40B4-BE49-F238E27FC236}">
                <a16:creationId xmlns:a16="http://schemas.microsoft.com/office/drawing/2014/main" id="{396B045C-5351-70B5-4F7C-3804C75BD4B2}"/>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a:buNone/>
            </a:pPr>
            <a:r>
              <a:t>Name</a:t>
            </a:r>
          </a:p>
        </p:txBody>
      </p:sp>
      <p:sp>
        <p:nvSpPr>
          <p:cNvPr id="9" name="Text Field 2">
            <a:extLst xmlns:a="http://schemas.openxmlformats.org/drawingml/2006/main">
              <a:ext uri="{FF2B5EF4-FFF2-40B4-BE49-F238E27FC236}">
                <a16:creationId xmlns:a16="http://schemas.microsoft.com/office/drawing/2014/main" id="{997BC39A-E5C4-5AD8-8642-A190BFB4DF55}"/>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a:buNone/>
            </a:pPr>
            <a:r>
              <a:t>Presenter’s Title</a:t>
            </a:r>
          </a:p>
          <a:p xmlns:a="http://schemas.openxmlformats.org/drawingml/2006/main">
            <a:pPr>
              <a:buNone/>
            </a:pPr>
            <a:r>
              <a:t>Organization, Division or Business Unit</a:t>
            </a:r>
          </a:p>
          <a:p xmlns:a="http://schemas.openxmlformats.org/drawingml/2006/main">
            <a:pPr>
              <a:buNone/>
            </a:pPr>
            <a:r>
              <a:t>Month 00, 2026</a:t>
            </a:r>
          </a:p>
        </p:txBody>
      </p:sp>
      <p:sp>
        <p:nvSpPr>
          <p:cNvPr id="5" name="Slide Number Placeholder 4">
            <a:extLst xmlns:a="http://schemas.openxmlformats.org/drawingml/2006/main">
              <a:ext uri="{FF2B5EF4-FFF2-40B4-BE49-F238E27FC236}">
                <a16:creationId xmlns:a16="http://schemas.microsoft.com/office/drawing/2014/main" id="{08620179-92E2-B33C-7BF7-7DD2B9A69999}"/>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3" name="Footer Placeholder 3">
            <a:extLst xmlns:a="http://schemas.openxmlformats.org/drawingml/2006/main">
              <a:ext uri="{FF2B5EF4-FFF2-40B4-BE49-F238E27FC236}">
                <a16:creationId xmlns:a16="http://schemas.microsoft.com/office/drawing/2014/main" id="{0234D53E-E775-84ED-87D4-03A6155462F2}"/>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2" name="Date Placeholder 2">
            <a:extLst xmlns:a="http://schemas.openxmlformats.org/drawingml/2006/main">
              <a:ext uri="{FF2B5EF4-FFF2-40B4-BE49-F238E27FC236}">
                <a16:creationId xmlns:a16="http://schemas.microsoft.com/office/drawing/2014/main" id="{7B203E0B-C243-2092-E571-D8301E6712EB}"/>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6" name="Accent mark">
            <a:extLst xmlns:a="http://schemas.openxmlformats.org/drawingml/2006/main">
              <a:ext uri="{FF2B5EF4-FFF2-40B4-BE49-F238E27FC236}">
                <a16:creationId xmlns:a16="http://schemas.microsoft.com/office/drawing/2014/main" id="{F3B22FDD-1B93-0A37-25CC-77AE4A31F45E}"/>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5.xml><?xml version="1.0" encoding="utf-8"?>
<p:sldLayout xmlns:p="http://schemas.openxmlformats.org/presentationml/2006/main" preserve="1" userDrawn="1">
  <p:cSld name="Title-full-image">
    <p:bg>
      <p:bgRef idx="1001">
        <a:schemeClr xmlns:a="http://schemas.openxmlformats.org/drawingml/2006/main" val="bg2"/>
      </p:bgRef>
    </p:bg>
    <p:spTree>
      <p:nvGrpSpPr>
        <p:cNvPr id="1" name=""/>
        <p:cNvGrpSpPr/>
        <p:nvPr/>
      </p:nvGrpSpPr>
      <p:grpSpPr>
        <a:xfrm xmlns:a="http://schemas.openxmlformats.org/drawingml/2006/main"/>
      </p:grpSpPr>
      <p:sp>
        <p:nvSpPr>
          <p:cNvPr id="11" name="Gradient overlay">
            <a:extLst xmlns:a="http://schemas.openxmlformats.org/drawingml/2006/main">
              <a:ext uri="{FF2B5EF4-FFF2-40B4-BE49-F238E27FC236}">
                <a16:creationId xmlns:a16="http://schemas.microsoft.com/office/drawing/2014/main" id="{E873D90A-E4A3-F78A-F391-D1DB29911070}"/>
              </a:ext>
            </a:extLst>
          </p:cNvPr>
          <p:cNvSpPr>
            <a:spLocks xmlns:a="http://schemas.openxmlformats.org/drawingml/2006/main" noGrp="1"/>
          </p:cNvSpPr>
          <p:nvPr/>
        </p:nvSpPr>
        <p:spPr>
          <a:xfrm xmlns:a="http://schemas.openxmlformats.org/drawingml/2006/main">
            <a:off x="0" y="0"/>
            <a:ext cx="7467585" cy="6858000"/>
          </a:xfrm>
          <a:prstGeom xmlns:a="http://schemas.openxmlformats.org/drawingml/2006/main" prst="rect">
            <a:avLst/>
          </a:prstGeom>
          <a:gradFill xmlns:a="http://schemas.openxmlformats.org/drawingml/2006/main">
            <a:gsLst>
              <a:gs pos="69000">
                <a:schemeClr val="bg2">
                  <a:alpha val="65000"/>
                </a:schemeClr>
              </a:gs>
              <a:gs pos="0">
                <a:schemeClr val="bg2"/>
              </a:gs>
              <a:gs pos="100000">
                <a:schemeClr val="bg2">
                  <a:alpha val="0"/>
                </a:schemeClr>
              </a:gs>
            </a:gsLst>
            <a:lin ang="0" scaled="0"/>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itle">
            <a:extLst xmlns:a="http://schemas.openxmlformats.org/drawingml/2006/main">
              <a:ext uri="{FF2B5EF4-FFF2-40B4-BE49-F238E27FC236}">
                <a16:creationId xmlns:a16="http://schemas.microsoft.com/office/drawing/2014/main" id="{5E1C8E87-14CA-EB0A-B967-57776EF53426}"/>
              </a:ext>
            </a:extLst>
          </p:cNvPr>
          <p:cNvSpPr>
            <a:spLocks xmlns:a="http://schemas.openxmlformats.org/drawingml/2006/main" noGrp="1"/>
          </p:cNvSpPr>
          <p:nvPr>
            <p:ph type="ctrTitle" idx="0" hasCustomPrompt="1"/>
          </p:nvPr>
        </p:nvSpPr>
        <p:spPr>
          <a:xfrm xmlns:a="http://schemas.openxmlformats.org/drawingml/2006/main">
            <a:off x="792538" y="2148840"/>
            <a:ext cx="6583608"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a:lnSpc>
                <a:spcPct val="100000"/>
              </a:lnSpc>
              <a:buNone/>
            </a:pPr>
            <a:r>
              <a:t>General title</a:t>
            </a:r>
            <a:br/>
            <a:r>
              <a:t>(up to two lines)</a:t>
            </a:r>
          </a:p>
        </p:txBody>
      </p:sp>
      <p:sp>
        <p:nvSpPr>
          <p:cNvPr id="8" name="Subhead">
            <a:extLst xmlns:a="http://schemas.openxmlformats.org/drawingml/2006/main">
              <a:ext uri="{FF2B5EF4-FFF2-40B4-BE49-F238E27FC236}">
                <a16:creationId xmlns:a16="http://schemas.microsoft.com/office/drawing/2014/main" id="{9F13C004-6A96-3D61-9397-40C41F43523D}"/>
              </a:ext>
            </a:extLst>
          </p:cNvPr>
          <p:cNvSpPr>
            <a:spLocks xmlns:a="http://schemas.openxmlformats.org/drawingml/2006/main" noGrp="1"/>
          </p:cNvSpPr>
          <p:nvPr>
            <p:ph type="body" idx="33" hasCustomPrompt="1"/>
          </p:nvPr>
        </p:nvSpPr>
        <p:spPr>
          <a:xfrm xmlns:a="http://schemas.openxmlformats.org/drawingml/2006/main">
            <a:off x="792538" y="3519553"/>
            <a:ext cx="6583608"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indent="0" algn="l">
              <a:lnSpc>
                <a:spcPct val="100000"/>
              </a:lnSpc>
              <a:spcBef>
                <a:spcPts val="1000"/>
              </a:spcBef>
              <a:spcAft>
                <a:spcPts val="0"/>
              </a:spcAft>
              <a:buNone/>
              <a:defRPr sz="2400" b="0" i="0">
                <a:solidFill>
                  <a:schemeClr val="tx1"/>
                </a:solidFill>
                <a:latin typeface="Oracle Sans Tab"/>
                <a:ea typeface="Oracle Sans Tab"/>
                <a:cs typeface="Oracle Sans Tab"/>
              </a:defRPr>
            </a:lvl1pPr>
          </a:lstStyle>
          <a:p xmlns:a="http://schemas.openxmlformats.org/drawingml/2006/main">
            <a:pPr marL="0" indent="0" algn="l">
              <a:lnSpc>
                <a:spcPct val="90000"/>
              </a:lnSpc>
              <a:spcBef>
                <a:spcPts val="1000"/>
              </a:spcBef>
              <a:spcAft>
                <a:spcPts val="0"/>
              </a:spcAft>
              <a:buNone/>
            </a:pPr>
            <a:r>
              <a:t>Subhead goes here on one line.</a:t>
            </a:r>
          </a:p>
        </p:txBody>
      </p:sp>
      <p:sp>
        <p:nvSpPr>
          <p:cNvPr id="9" name="Text Field">
            <a:extLst xmlns:a="http://schemas.openxmlformats.org/drawingml/2006/main">
              <a:ext uri="{FF2B5EF4-FFF2-40B4-BE49-F238E27FC236}">
                <a16:creationId xmlns:a16="http://schemas.microsoft.com/office/drawing/2014/main" id="{29BC5DBB-6459-FA83-A3C0-242C30783B69}"/>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a:buNone/>
            </a:pPr>
            <a:r>
              <a:t>Name</a:t>
            </a:r>
          </a:p>
        </p:txBody>
      </p:sp>
      <p:sp>
        <p:nvSpPr>
          <p:cNvPr id="12" name="Text Field 2">
            <a:extLst xmlns:a="http://schemas.openxmlformats.org/drawingml/2006/main">
              <a:ext uri="{FF2B5EF4-FFF2-40B4-BE49-F238E27FC236}">
                <a16:creationId xmlns:a16="http://schemas.microsoft.com/office/drawing/2014/main" id="{E4F8B91E-3CD8-7B6C-C073-0E255807CCEF}"/>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a:buNone/>
            </a:pPr>
            <a:r>
              <a:t>Presenter’s Title</a:t>
            </a:r>
          </a:p>
          <a:p xmlns:a="http://schemas.openxmlformats.org/drawingml/2006/main">
            <a:pPr>
              <a:buNone/>
            </a:pPr>
            <a:r>
              <a:t>Organization, Division or Business Unit</a:t>
            </a:r>
          </a:p>
          <a:p xmlns:a="http://schemas.openxmlformats.org/drawingml/2006/main">
            <a:pPr>
              <a:buNone/>
            </a:pPr>
            <a:r>
              <a:t>Month 00, 2026</a:t>
            </a:r>
          </a:p>
        </p:txBody>
      </p:sp>
      <p:sp>
        <p:nvSpPr>
          <p:cNvPr id="5" name="Slide Number Placeholder 4">
            <a:extLst xmlns:a="http://schemas.openxmlformats.org/drawingml/2006/main">
              <a:ext uri="{FF2B5EF4-FFF2-40B4-BE49-F238E27FC236}">
                <a16:creationId xmlns:a16="http://schemas.microsoft.com/office/drawing/2014/main" id="{08620179-92E2-B33C-7BF7-7DD2B9A69999}"/>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3" name="Footer Placeholder 3">
            <a:extLst xmlns:a="http://schemas.openxmlformats.org/drawingml/2006/main">
              <a:ext uri="{FF2B5EF4-FFF2-40B4-BE49-F238E27FC236}">
                <a16:creationId xmlns:a16="http://schemas.microsoft.com/office/drawing/2014/main" id="{0234D53E-E775-84ED-87D4-03A6155462F2}"/>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2" name="Date Placeholder 2">
            <a:extLst xmlns:a="http://schemas.openxmlformats.org/drawingml/2006/main">
              <a:ext uri="{FF2B5EF4-FFF2-40B4-BE49-F238E27FC236}">
                <a16:creationId xmlns:a16="http://schemas.microsoft.com/office/drawing/2014/main" id="{7B203E0B-C243-2092-E571-D8301E6712EB}"/>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6" name="Accent mark">
            <a:extLst xmlns:a="http://schemas.openxmlformats.org/drawingml/2006/main">
              <a:ext uri="{FF2B5EF4-FFF2-40B4-BE49-F238E27FC236}">
                <a16:creationId xmlns:a16="http://schemas.microsoft.com/office/drawing/2014/main" id="{0502ED2C-D10E-1DB4-3557-E5C9C7E4D238}"/>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6.xml><?xml version="1.0" encoding="utf-8"?>
<p:sldLayout xmlns:p="http://schemas.openxmlformats.org/presentationml/2006/main" preserve="1" userDrawn="1">
  <p:cSld name="Title/Cover_3">
    <p:bg>
      <p:bgPr>
        <a:blipFill xmlns:a="http://schemas.openxmlformats.org/drawingml/2006/main" rotWithShape="1">
          <a:blip xmlns:r="http://schemas.openxmlformats.org/officeDocument/2006/relationships" r:embed="R046f6ec242094301">
            <a:lum/>
          </a:blip>
          <a:srcRect l="0" t="0" r="0" b="0"/>
          <a:stretch>
            <a:fillRect l="0" t="0" r="0" b="0"/>
          </a:stretch>
        </a:blip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8745EE5B-9C14-4DF6-7ECF-3B850514DAA4}"/>
              </a:ext>
            </a:extLst>
          </p:cNvPr>
          <p:cNvSpPr>
            <a:spLocks xmlns:a="http://schemas.openxmlformats.org/drawingml/2006/main" noGrp="1"/>
          </p:cNvSpPr>
          <p:nvPr>
            <p:ph type="ctrTitle" idx="0" hasCustomPrompt="1"/>
          </p:nvPr>
        </p:nvSpPr>
        <p:spPr>
          <a:xfrm xmlns:a="http://schemas.openxmlformats.org/drawingml/2006/main">
            <a:off x="79246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a:lnSpc>
                <a:spcPct val="100000"/>
              </a:lnSpc>
              <a:buNone/>
            </a:pPr>
            <a:r>
              <a:t>Health &amp; Life Sciences </a:t>
            </a:r>
            <a:br/>
            <a:r>
              <a:t>Title (up to two lines)</a:t>
            </a:r>
          </a:p>
        </p:txBody>
      </p:sp>
      <p:sp>
        <p:nvSpPr>
          <p:cNvPr id="8" name="Subhead">
            <a:extLst xmlns:a="http://schemas.openxmlformats.org/drawingml/2006/main">
              <a:ext uri="{FF2B5EF4-FFF2-40B4-BE49-F238E27FC236}">
                <a16:creationId xmlns:a16="http://schemas.microsoft.com/office/drawing/2014/main" id="{963CCACE-E1BA-B49E-CFB8-0B77CDCFE791}"/>
              </a:ext>
            </a:extLst>
          </p:cNvPr>
          <p:cNvSpPr>
            <a:spLocks xmlns:a="http://schemas.openxmlformats.org/drawingml/2006/main" noGrp="1"/>
          </p:cNvSpPr>
          <p:nvPr>
            <p:ph type="body" idx="33" hasCustomPrompt="1"/>
          </p:nvPr>
        </p:nvSpPr>
        <p:spPr>
          <a:xfrm xmlns:a="http://schemas.openxmlformats.org/drawingml/2006/main">
            <a:off x="79246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indent="0" algn="l">
              <a:lnSpc>
                <a:spcPct val="100000"/>
              </a:lnSpc>
              <a:spcBef>
                <a:spcPts val="1000"/>
              </a:spcBef>
              <a:spcAft>
                <a:spcPts val="0"/>
              </a:spcAft>
              <a:buNone/>
              <a:defRPr sz="2400" b="0" i="0">
                <a:solidFill>
                  <a:schemeClr val="tx1"/>
                </a:solidFill>
                <a:latin typeface="Oracle Sans Tab"/>
                <a:ea typeface="Oracle Sans Tab"/>
                <a:cs typeface="Oracle Sans Tab"/>
              </a:defRPr>
            </a:lvl1pPr>
          </a:lstStyle>
          <a:p xmlns:a="http://schemas.openxmlformats.org/drawingml/2006/main">
            <a:pPr marL="0" indent="0" algn="l">
              <a:lnSpc>
                <a:spcPct val="90000"/>
              </a:lnSpc>
              <a:spcBef>
                <a:spcPts val="1000"/>
              </a:spcBef>
              <a:spcAft>
                <a:spcPts val="0"/>
              </a:spcAft>
              <a:buNone/>
            </a:pPr>
            <a:r>
              <a:t>Subhead goes here on one line.</a:t>
            </a:r>
          </a:p>
        </p:txBody>
      </p:sp>
      <p:sp>
        <p:nvSpPr>
          <p:cNvPr id="9" name="Text Field">
            <a:extLst xmlns:a="http://schemas.openxmlformats.org/drawingml/2006/main">
              <a:ext uri="{FF2B5EF4-FFF2-40B4-BE49-F238E27FC236}">
                <a16:creationId xmlns:a16="http://schemas.microsoft.com/office/drawing/2014/main" id="{F8BD25F6-9734-8037-1C67-1A99384E68CA}"/>
              </a:ext>
            </a:extLst>
          </p:cNvPr>
          <p:cNvSpPr>
            <a:spLocks xmlns:a="http://schemas.openxmlformats.org/drawingml/2006/main" noGrp="1"/>
          </p:cNvSpPr>
          <p:nvPr>
            <p:ph type="body" idx="35" hasCustomPrompt="1"/>
          </p:nvPr>
        </p:nvSpPr>
        <p:spPr>
          <a:xfrm xmlns:a="http://schemas.openxmlformats.org/drawingml/2006/main">
            <a:off x="79246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a:buNone/>
            </a:pPr>
            <a:r>
              <a:t>Name</a:t>
            </a:r>
          </a:p>
        </p:txBody>
      </p:sp>
      <p:sp>
        <p:nvSpPr>
          <p:cNvPr id="12" name="Text Field 2">
            <a:extLst xmlns:a="http://schemas.openxmlformats.org/drawingml/2006/main">
              <a:ext uri="{FF2B5EF4-FFF2-40B4-BE49-F238E27FC236}">
                <a16:creationId xmlns:a16="http://schemas.microsoft.com/office/drawing/2014/main" id="{754A77E7-2B50-3BBF-5653-BC60AF4CA831}"/>
              </a:ext>
            </a:extLst>
          </p:cNvPr>
          <p:cNvSpPr>
            <a:spLocks xmlns:a="http://schemas.openxmlformats.org/drawingml/2006/main" noGrp="1"/>
          </p:cNvSpPr>
          <p:nvPr>
            <p:ph type="body" idx="34" hasCustomPrompt="1"/>
          </p:nvPr>
        </p:nvSpPr>
        <p:spPr>
          <a:xfrm xmlns:a="http://schemas.openxmlformats.org/drawingml/2006/main">
            <a:off x="79246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a:buNone/>
            </a:pPr>
            <a:r>
              <a:t>Presenter’s Title</a:t>
            </a:r>
          </a:p>
          <a:p xmlns:a="http://schemas.openxmlformats.org/drawingml/2006/main">
            <a:pPr>
              <a:buNone/>
            </a:pPr>
            <a:r>
              <a:t>Organization, Division or Business Unit</a:t>
            </a:r>
          </a:p>
          <a:p xmlns:a="http://schemas.openxmlformats.org/drawingml/2006/main">
            <a:pPr>
              <a:buNone/>
            </a:pPr>
            <a:r>
              <a:t>Month 00, 2026</a:t>
            </a:r>
          </a:p>
        </p:txBody>
      </p:sp>
      <p:sp>
        <p:nvSpPr>
          <p:cNvPr id="6" name="Footer Placeholder 5">
            <a:extLst xmlns:a="http://schemas.openxmlformats.org/drawingml/2006/main">
              <a:ext uri="{FF2B5EF4-FFF2-40B4-BE49-F238E27FC236}">
                <a16:creationId xmlns:a16="http://schemas.microsoft.com/office/drawing/2014/main" id="{1B6DA0C6-D822-15F6-04DD-B18D3E44619C}"/>
              </a:ext>
            </a:extLst>
          </p:cNvPr>
          <p:cNvSpPr>
            <a:spLocks xmlns:a="http://schemas.openxmlformats.org/drawingml/2006/main" noGrp="1"/>
          </p:cNvSpPr>
          <p:nvPr/>
        </p:nvSpPr>
        <p:spPr>
          <a:xfrm xmlns:a="http://schemas.openxmlformats.org/drawingml/2006/main">
            <a:off x="792538" y="5850115"/>
            <a:ext cx="6845809" cy="885046"/>
          </a:xfrm>
          <a:prstGeom xmlns:a="http://schemas.openxmlformats.org/drawingml/2006/main" prst="rect">
            <a:avLst/>
          </a:prstGeom>
        </p:spPr>
        <p:txBody>
          <a:bodyPr xmlns:a="http://schemas.openxmlformats.org/drawingml/2006/main" lIns="0" tIns="0" rIns="0" bIns="0" anchor="b"/>
          <a:lstStyle xmlns:a="http://schemas.openxmlformats.org/drawingml/2006/main">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a:lstStyle>
          <a:p xmlns:a="http://schemas.openxmlformats.org/drawingml/2006/main">
            <a:r>
              <a:rPr sz="800">
                <a:solidFill>
                  <a:schemeClr val="tx1"/>
                </a:solidFill>
                <a:latin typeface="Oracle Sans Tab"/>
                <a:ea typeface="Oracle Sans Tab"/>
                <a:cs typeface="Oracle Sans Tab"/>
              </a:rPr>
              <a:t>Some regulatory certifications or registrations to products or services referenced on this website are held by Cerner Corporation. Cerner Corporation is a wholly-owned subsidiary of Oracle. Cerner Corporation is an ONC-certified health IT developer and a registered medical device manufacturer in the United States and other jurisdictions worldwide.</a:t>
            </a:r>
          </a:p>
        </p:txBody>
      </p:sp>
      <p:sp>
        <p:nvSpPr>
          <p:cNvPr id="5" name="Slide Number Placeholder 4">
            <a:extLst xmlns:a="http://schemas.openxmlformats.org/drawingml/2006/main">
              <a:ext uri="{FF2B5EF4-FFF2-40B4-BE49-F238E27FC236}">
                <a16:creationId xmlns:a16="http://schemas.microsoft.com/office/drawing/2014/main" id="{7240816A-A8A3-D504-F672-2ACA6ABC2174}"/>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1C7B878C-7245-36C9-328A-025A91624A3E}"/>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F92E9260-E0B5-9C63-CE19-3A9F3785B887}"/>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B9FBA5DC-EBA8-3759-0EF4-5D00C9CB65F1}"/>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7.xml><?xml version="1.0" encoding="utf-8"?>
<p:sldLayout xmlns:p="http://schemas.openxmlformats.org/presentationml/2006/main" preserve="1" userDrawn="1">
  <p:cSld name="Title/Cover_4">
    <p:bg>
      <p:bgPr>
        <a:blipFill xmlns:a="http://schemas.openxmlformats.org/drawingml/2006/main" rotWithShape="1">
          <a:blip xmlns:r="http://schemas.openxmlformats.org/officeDocument/2006/relationships" r:embed="R0d587c48f863439d">
            <a:lum/>
          </a:blip>
          <a:srcRect l="0" t="0" r="0" b="0"/>
          <a:stretch>
            <a:fillRect l="0" t="0" r="0" b="0"/>
          </a:stretch>
        </a:blipFill>
      </p:bgPr>
    </p:bg>
    <p:spTree>
      <p:nvGrpSpPr>
        <p:cNvPr id="1" name=""/>
        <p:cNvGrpSpPr/>
        <p:nvPr/>
      </p:nvGrpSpPr>
      <p:grpSpPr>
        <a:xfrm xmlns:a="http://schemas.openxmlformats.org/drawingml/2006/main"/>
      </p:grpSpPr>
      <p:sp>
        <p:nvSpPr>
          <p:cNvPr id="24" name="Title">
            <a:extLst xmlns:a="http://schemas.openxmlformats.org/drawingml/2006/main">
              <a:ext uri="{FF2B5EF4-FFF2-40B4-BE49-F238E27FC236}">
                <a16:creationId xmlns:a16="http://schemas.microsoft.com/office/drawing/2014/main" id="{461BB5F1-8825-7944-96EB-8445317513F5}"/>
              </a:ext>
            </a:extLst>
          </p:cNvPr>
          <p:cNvSpPr>
            <a:spLocks xmlns:a="http://schemas.openxmlformats.org/drawingml/2006/main" noGrp="1"/>
          </p:cNvSpPr>
          <p:nvPr>
            <p:ph type="ctrTitle" idx="0" hasCustomPrompt="1"/>
          </p:nvPr>
        </p:nvSpPr>
        <p:spPr>
          <a:xfrm xmlns:a="http://schemas.openxmlformats.org/drawingml/2006/main">
            <a:off x="792470" y="2148840"/>
            <a:ext cx="621792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a:latin typeface="+mn-lt"/>
                <a:ea typeface="+mn-lt"/>
                <a:cs typeface="+mn-lt"/>
              </a:defRPr>
            </a:lvl1pPr>
          </a:lstStyle>
          <a:p xmlns:a="http://schemas.openxmlformats.org/drawingml/2006/main">
            <a:pPr>
              <a:lnSpc>
                <a:spcPct val="100000"/>
              </a:lnSpc>
              <a:buNone/>
            </a:pPr>
            <a:r>
              <a:t>Fusion Suite title</a:t>
            </a:r>
            <a:br/>
            <a:r>
              <a:t>Oracle Sans Tab Bold</a:t>
            </a:r>
          </a:p>
        </p:txBody>
      </p:sp>
      <p:sp>
        <p:nvSpPr>
          <p:cNvPr id="25" name="Subhead">
            <a:extLst xmlns:a="http://schemas.openxmlformats.org/drawingml/2006/main">
              <a:ext uri="{FF2B5EF4-FFF2-40B4-BE49-F238E27FC236}">
                <a16:creationId xmlns:a16="http://schemas.microsoft.com/office/drawing/2014/main" id="{DE85AE1C-733D-7244-A6DA-C3ADBC76ED0C}"/>
              </a:ext>
            </a:extLst>
          </p:cNvPr>
          <p:cNvSpPr>
            <a:spLocks xmlns:a="http://schemas.openxmlformats.org/drawingml/2006/main" noGrp="1"/>
          </p:cNvSpPr>
          <p:nvPr>
            <p:ph type="body" idx="33" hasCustomPrompt="1"/>
          </p:nvPr>
        </p:nvSpPr>
        <p:spPr>
          <a:xfrm xmlns:a="http://schemas.openxmlformats.org/drawingml/2006/main">
            <a:off x="792470" y="3519553"/>
            <a:ext cx="621792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indent="0" algn="l">
              <a:lnSpc>
                <a:spcPct val="100000"/>
              </a:lnSpc>
              <a:spcBef>
                <a:spcPts val="1000"/>
              </a:spcBef>
              <a:spcAft>
                <a:spcPts val="0"/>
              </a:spcAft>
              <a:buNone/>
              <a:defRPr sz="2400" b="0">
                <a:solidFill>
                  <a:schemeClr val="tx1"/>
                </a:solidFill>
              </a:defRPr>
            </a:lvl1pPr>
          </a:lstStyle>
          <a:p xmlns:a="http://schemas.openxmlformats.org/drawingml/2006/main">
            <a:pPr marL="0" indent="0" algn="l">
              <a:lnSpc>
                <a:spcPct val="90000"/>
              </a:lnSpc>
              <a:spcBef>
                <a:spcPts val="1000"/>
              </a:spcBef>
              <a:spcAft>
                <a:spcPts val="0"/>
              </a:spcAft>
              <a:buNone/>
            </a:pPr>
            <a:r>
              <a:t>Subhead goes here on one line.</a:t>
            </a:r>
          </a:p>
        </p:txBody>
      </p:sp>
      <p:sp>
        <p:nvSpPr>
          <p:cNvPr id="11" name="Text Field">
            <a:extLst xmlns:a="http://schemas.openxmlformats.org/drawingml/2006/main">
              <a:ext uri="{FF2B5EF4-FFF2-40B4-BE49-F238E27FC236}">
                <a16:creationId xmlns:a16="http://schemas.microsoft.com/office/drawing/2014/main" id="{5096A149-B6C9-A04E-A2B0-54CCFAA42526}"/>
              </a:ext>
            </a:extLst>
          </p:cNvPr>
          <p:cNvSpPr>
            <a:spLocks xmlns:a="http://schemas.openxmlformats.org/drawingml/2006/main" noGrp="1"/>
          </p:cNvSpPr>
          <p:nvPr>
            <p:ph type="body" idx="35" hasCustomPrompt="1"/>
          </p:nvPr>
        </p:nvSpPr>
        <p:spPr>
          <a:xfrm xmlns:a="http://schemas.openxmlformats.org/drawingml/2006/main">
            <a:off x="792470"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a:buNone/>
            </a:pPr>
            <a:r>
              <a:t>Name</a:t>
            </a:r>
          </a:p>
        </p:txBody>
      </p:sp>
      <p:sp>
        <p:nvSpPr>
          <p:cNvPr id="10" name="Text Field 2">
            <a:extLst xmlns:a="http://schemas.openxmlformats.org/drawingml/2006/main">
              <a:ext uri="{FF2B5EF4-FFF2-40B4-BE49-F238E27FC236}">
                <a16:creationId xmlns:a16="http://schemas.microsoft.com/office/drawing/2014/main" id="{A57492F9-1AD2-9346-9BB6-C0CF36DEF5ED}"/>
              </a:ext>
            </a:extLst>
          </p:cNvPr>
          <p:cNvSpPr>
            <a:spLocks xmlns:a="http://schemas.openxmlformats.org/drawingml/2006/main" noGrp="1"/>
          </p:cNvSpPr>
          <p:nvPr>
            <p:ph type="body" idx="34" hasCustomPrompt="1"/>
          </p:nvPr>
        </p:nvSpPr>
        <p:spPr>
          <a:xfrm xmlns:a="http://schemas.openxmlformats.org/drawingml/2006/main">
            <a:off x="792470"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a:buNone/>
            </a:pPr>
            <a:r>
              <a:t>Presenter’s Title</a:t>
            </a:r>
          </a:p>
          <a:p xmlns:a="http://schemas.openxmlformats.org/drawingml/2006/main">
            <a:pPr>
              <a:buNone/>
            </a:pPr>
            <a:r>
              <a:t>Organization, Division or Business Unit</a:t>
            </a:r>
          </a:p>
          <a:p xmlns:a="http://schemas.openxmlformats.org/drawingml/2006/main">
            <a:pPr>
              <a:buNone/>
            </a:pPr>
            <a:r>
              <a:t>Month 00, 2026</a:t>
            </a:r>
          </a:p>
        </p:txBody>
      </p:sp>
      <p:sp>
        <p:nvSpPr>
          <p:cNvPr id="5" name="Slide Number Placeholder 4">
            <a:extLst xmlns:a="http://schemas.openxmlformats.org/drawingml/2006/main">
              <a:ext uri="{FF2B5EF4-FFF2-40B4-BE49-F238E27FC236}">
                <a16:creationId xmlns:a16="http://schemas.microsoft.com/office/drawing/2014/main" id="{3DCCBFFD-1208-DC98-6F83-AD17B21EFDE4}"/>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9C95C387-C6B6-B09D-D9C1-A530A566B205}"/>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81CE87F9-CC9A-B7B1-715A-1FC35C2906A5}"/>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834756B5-7E88-686B-81C7-9145FA6393AA}"/>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8.xml><?xml version="1.0" encoding="utf-8"?>
<p:sldLayout xmlns:p="http://schemas.openxmlformats.org/presentationml/2006/main" preserve="1" userDrawn="1">
  <p:cSld name="Title/Cover_5">
    <p:bg>
      <p:bgPr>
        <a:blipFill xmlns:a="http://schemas.openxmlformats.org/drawingml/2006/main" rotWithShape="1">
          <a:blip xmlns:r="http://schemas.openxmlformats.org/officeDocument/2006/relationships" r:embed="R7d00afc9c9f048a6">
            <a:lum/>
          </a:blip>
          <a:srcRect l="0" t="0" r="0" b="0"/>
          <a:stretch>
            <a:fillRect l="0" t="0" r="0" b="0"/>
          </a:stretch>
        </a:blip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A274040B-F0B7-0500-24CB-E40A3880817B}"/>
              </a:ext>
            </a:extLst>
          </p:cNvPr>
          <p:cNvSpPr>
            <a:spLocks xmlns:a="http://schemas.openxmlformats.org/drawingml/2006/main" noGrp="1"/>
          </p:cNvSpPr>
          <p:nvPr>
            <p:ph type="ctrTitle" idx="0" hasCustomPrompt="1"/>
          </p:nvPr>
        </p:nvSpPr>
        <p:spPr>
          <a:xfrm xmlns:a="http://schemas.openxmlformats.org/drawingml/2006/main">
            <a:off x="79253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a:lnSpc>
                <a:spcPct val="100000"/>
              </a:lnSpc>
              <a:buNone/>
            </a:pPr>
            <a:r>
              <a:t>SCM title (up to two lines) </a:t>
            </a:r>
            <a:br/>
            <a:r>
              <a:t>Oracle Sans Tab Bold</a:t>
            </a:r>
          </a:p>
        </p:txBody>
      </p:sp>
      <p:sp>
        <p:nvSpPr>
          <p:cNvPr id="7" name="Subhead">
            <a:extLst xmlns:a="http://schemas.openxmlformats.org/drawingml/2006/main">
              <a:ext uri="{FF2B5EF4-FFF2-40B4-BE49-F238E27FC236}">
                <a16:creationId xmlns:a16="http://schemas.microsoft.com/office/drawing/2014/main" id="{BB696622-2058-4C4E-FECA-34F1F6C4A20D}"/>
              </a:ext>
            </a:extLst>
          </p:cNvPr>
          <p:cNvSpPr>
            <a:spLocks xmlns:a="http://schemas.openxmlformats.org/drawingml/2006/main" noGrp="1"/>
          </p:cNvSpPr>
          <p:nvPr>
            <p:ph type="body" idx="33" hasCustomPrompt="1"/>
          </p:nvPr>
        </p:nvSpPr>
        <p:spPr>
          <a:xfrm xmlns:a="http://schemas.openxmlformats.org/drawingml/2006/main">
            <a:off x="79253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indent="0" algn="l">
              <a:lnSpc>
                <a:spcPct val="100000"/>
              </a:lnSpc>
              <a:spcBef>
                <a:spcPts val="1000"/>
              </a:spcBef>
              <a:spcAft>
                <a:spcPts val="0"/>
              </a:spcAft>
              <a:buNone/>
              <a:defRPr sz="2400" b="0" i="0">
                <a:solidFill>
                  <a:schemeClr val="tx1"/>
                </a:solidFill>
                <a:latin typeface="Oracle Sans Tab"/>
                <a:ea typeface="Oracle Sans Tab"/>
                <a:cs typeface="Oracle Sans Tab"/>
              </a:defRPr>
            </a:lvl1pPr>
          </a:lstStyle>
          <a:p xmlns:a="http://schemas.openxmlformats.org/drawingml/2006/main">
            <a:pPr marL="0" indent="0" algn="l">
              <a:lnSpc>
                <a:spcPct val="90000"/>
              </a:lnSpc>
              <a:spcBef>
                <a:spcPts val="1000"/>
              </a:spcBef>
              <a:spcAft>
                <a:spcPts val="0"/>
              </a:spcAft>
              <a:buNone/>
            </a:pPr>
            <a:r>
              <a:t>Subhead goes here on one line.</a:t>
            </a:r>
          </a:p>
        </p:txBody>
      </p:sp>
      <p:sp>
        <p:nvSpPr>
          <p:cNvPr id="8" name="Text Field">
            <a:extLst xmlns:a="http://schemas.openxmlformats.org/drawingml/2006/main">
              <a:ext uri="{FF2B5EF4-FFF2-40B4-BE49-F238E27FC236}">
                <a16:creationId xmlns:a16="http://schemas.microsoft.com/office/drawing/2014/main" id="{08AD1B2D-5265-AF61-4278-C58493F3B2D3}"/>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a:buNone/>
            </a:pPr>
            <a:r>
              <a:t>Name</a:t>
            </a:r>
          </a:p>
        </p:txBody>
      </p:sp>
      <p:sp>
        <p:nvSpPr>
          <p:cNvPr id="9" name="Text Field 2">
            <a:extLst xmlns:a="http://schemas.openxmlformats.org/drawingml/2006/main">
              <a:ext uri="{FF2B5EF4-FFF2-40B4-BE49-F238E27FC236}">
                <a16:creationId xmlns:a16="http://schemas.microsoft.com/office/drawing/2014/main" id="{2BC9F5FB-2E6C-6C9C-FB33-0771B5305E36}"/>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a:buNone/>
            </a:pPr>
            <a:r>
              <a:t>Presenter’s Title</a:t>
            </a:r>
          </a:p>
          <a:p xmlns:a="http://schemas.openxmlformats.org/drawingml/2006/main">
            <a:pPr>
              <a:buNone/>
            </a:pPr>
            <a:r>
              <a:t>Organization, Division or Business Unit</a:t>
            </a:r>
          </a:p>
          <a:p xmlns:a="http://schemas.openxmlformats.org/drawingml/2006/main">
            <a:pPr>
              <a:buNone/>
            </a:pPr>
            <a:r>
              <a:t>Month 00, 2026</a:t>
            </a:r>
          </a:p>
        </p:txBody>
      </p:sp>
      <p:sp>
        <p:nvSpPr>
          <p:cNvPr id="5" name="Slide Number Placeholder 4">
            <a:extLst xmlns:a="http://schemas.openxmlformats.org/drawingml/2006/main">
              <a:ext uri="{FF2B5EF4-FFF2-40B4-BE49-F238E27FC236}">
                <a16:creationId xmlns:a16="http://schemas.microsoft.com/office/drawing/2014/main" id="{68AE499B-EBAD-FB38-949F-59147DB0EA0A}"/>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5AB17156-07C5-6698-A84A-64A1E6FB7115}"/>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E9AF2F7B-85CD-E771-2A37-0C490AADFAA0}"/>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968E1C2E-E87B-195A-71AA-AC8BE8FEC015}"/>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9.xml><?xml version="1.0" encoding="utf-8"?>
<p:sldLayout xmlns:p="http://schemas.openxmlformats.org/presentationml/2006/main" preserve="1" userDrawn="1">
  <p:cSld name="Cover/Title_6">
    <p:bg>
      <p:bgPr>
        <a:blipFill xmlns:a="http://schemas.openxmlformats.org/drawingml/2006/main" rotWithShape="1">
          <a:blip xmlns:r="http://schemas.openxmlformats.org/officeDocument/2006/relationships" r:embed="Re69eda2ac5c54784">
            <a:lum/>
          </a:blip>
          <a:srcRect l="0" t="0" r="0" b="0"/>
          <a:stretch>
            <a:fillRect l="0" t="0" r="0" b="0"/>
          </a:stretch>
        </a:blip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DFFF5E92-4648-2480-5EFA-4514C715D5B2}"/>
              </a:ext>
            </a:extLst>
          </p:cNvPr>
          <p:cNvSpPr>
            <a:spLocks xmlns:a="http://schemas.openxmlformats.org/drawingml/2006/main" noGrp="1"/>
          </p:cNvSpPr>
          <p:nvPr>
            <p:ph type="ctrTitle" idx="0" hasCustomPrompt="1"/>
          </p:nvPr>
        </p:nvSpPr>
        <p:spPr>
          <a:xfrm xmlns:a="http://schemas.openxmlformats.org/drawingml/2006/main">
            <a:off x="79253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a:lnSpc>
                <a:spcPct val="100000"/>
              </a:lnSpc>
              <a:buNone/>
            </a:pPr>
            <a:r>
              <a:t>ERP title (up to two lines) </a:t>
            </a:r>
            <a:br/>
            <a:r>
              <a:t>Oracle Sans Tab Bold</a:t>
            </a:r>
          </a:p>
        </p:txBody>
      </p:sp>
      <p:sp>
        <p:nvSpPr>
          <p:cNvPr id="7" name="Subhead">
            <a:extLst xmlns:a="http://schemas.openxmlformats.org/drawingml/2006/main">
              <a:ext uri="{FF2B5EF4-FFF2-40B4-BE49-F238E27FC236}">
                <a16:creationId xmlns:a16="http://schemas.microsoft.com/office/drawing/2014/main" id="{7184176C-647E-4FA4-7662-D8112ED77D34}"/>
              </a:ext>
            </a:extLst>
          </p:cNvPr>
          <p:cNvSpPr>
            <a:spLocks xmlns:a="http://schemas.openxmlformats.org/drawingml/2006/main" noGrp="1"/>
          </p:cNvSpPr>
          <p:nvPr>
            <p:ph type="body" idx="33" hasCustomPrompt="1"/>
          </p:nvPr>
        </p:nvSpPr>
        <p:spPr>
          <a:xfrm xmlns:a="http://schemas.openxmlformats.org/drawingml/2006/main">
            <a:off x="79253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indent="0" algn="l">
              <a:lnSpc>
                <a:spcPct val="100000"/>
              </a:lnSpc>
              <a:spcBef>
                <a:spcPts val="1000"/>
              </a:spcBef>
              <a:spcAft>
                <a:spcPts val="0"/>
              </a:spcAft>
              <a:buNone/>
              <a:defRPr sz="2400" b="0" i="0">
                <a:solidFill>
                  <a:schemeClr val="tx1"/>
                </a:solidFill>
                <a:latin typeface="Oracle Sans Tab"/>
                <a:ea typeface="Oracle Sans Tab"/>
                <a:cs typeface="Oracle Sans Tab"/>
              </a:defRPr>
            </a:lvl1pPr>
          </a:lstStyle>
          <a:p xmlns:a="http://schemas.openxmlformats.org/drawingml/2006/main">
            <a:pPr marL="0" indent="0" algn="l">
              <a:lnSpc>
                <a:spcPct val="90000"/>
              </a:lnSpc>
              <a:spcBef>
                <a:spcPts val="1000"/>
              </a:spcBef>
              <a:spcAft>
                <a:spcPts val="0"/>
              </a:spcAft>
              <a:buNone/>
            </a:pPr>
            <a:r>
              <a:t>Subhead goes here on one line.</a:t>
            </a:r>
          </a:p>
        </p:txBody>
      </p:sp>
      <p:sp>
        <p:nvSpPr>
          <p:cNvPr id="8" name="Text Field">
            <a:extLst xmlns:a="http://schemas.openxmlformats.org/drawingml/2006/main">
              <a:ext uri="{FF2B5EF4-FFF2-40B4-BE49-F238E27FC236}">
                <a16:creationId xmlns:a16="http://schemas.microsoft.com/office/drawing/2014/main" id="{A2EE897B-F943-19EE-12DF-51761821645F}"/>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a:buNone/>
            </a:pPr>
            <a:r>
              <a:t>Name</a:t>
            </a:r>
          </a:p>
        </p:txBody>
      </p:sp>
      <p:sp>
        <p:nvSpPr>
          <p:cNvPr id="9" name="Text Field 2">
            <a:extLst xmlns:a="http://schemas.openxmlformats.org/drawingml/2006/main">
              <a:ext uri="{FF2B5EF4-FFF2-40B4-BE49-F238E27FC236}">
                <a16:creationId xmlns:a16="http://schemas.microsoft.com/office/drawing/2014/main" id="{CA1E31BC-14D4-B856-F073-5EA6A1E77BAC}"/>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a:buNone/>
            </a:pPr>
            <a:r>
              <a:t>Presenter’s Title</a:t>
            </a:r>
          </a:p>
          <a:p xmlns:a="http://schemas.openxmlformats.org/drawingml/2006/main">
            <a:pPr>
              <a:buNone/>
            </a:pPr>
            <a:r>
              <a:t>Organization, Division or Business Unit</a:t>
            </a:r>
          </a:p>
          <a:p xmlns:a="http://schemas.openxmlformats.org/drawingml/2006/main">
            <a:pPr>
              <a:buNone/>
            </a:pPr>
            <a:r>
              <a:t>Month 00, 2026</a:t>
            </a:r>
          </a:p>
        </p:txBody>
      </p:sp>
      <p:sp>
        <p:nvSpPr>
          <p:cNvPr id="5" name="Slide Number Placeholder 4">
            <a:extLst xmlns:a="http://schemas.openxmlformats.org/drawingml/2006/main">
              <a:ext uri="{FF2B5EF4-FFF2-40B4-BE49-F238E27FC236}">
                <a16:creationId xmlns:a16="http://schemas.microsoft.com/office/drawing/2014/main" id="{543BB43F-1E4E-AE49-23A6-A224E6C2D0D7}"/>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504A6EC8-17D1-91B9-9CCB-FE079DA5ABFB}"/>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EEF621B1-0D26-F83E-E0D2-4B478D80142B}"/>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4DD9731D-D638-ACED-0DBB-64723445203A}"/>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10.xml><?xml version="1.0" encoding="utf-8"?>
<p:sldLayout xmlns:p="http://schemas.openxmlformats.org/presentationml/2006/main" preserve="1" userDrawn="1">
  <p:cSld name="Title/Cover_7">
    <p:bg>
      <p:bgPr>
        <a:blipFill xmlns:a="http://schemas.openxmlformats.org/drawingml/2006/main" rotWithShape="1">
          <a:blip xmlns:r="http://schemas.openxmlformats.org/officeDocument/2006/relationships" r:embed="R50980e5530454397">
            <a:lum/>
          </a:blip>
          <a:srcRect l="0" t="0" r="0" b="0"/>
          <a:stretch>
            <a:fillRect l="0" t="0" r="0" b="0"/>
          </a:stretch>
        </a:blip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C249B44-5D03-EA20-14C6-F9C2A9AB50F5}"/>
              </a:ext>
            </a:extLst>
          </p:cNvPr>
          <p:cNvSpPr>
            <a:spLocks xmlns:a="http://schemas.openxmlformats.org/drawingml/2006/main" noGrp="1"/>
          </p:cNvSpPr>
          <p:nvPr>
            <p:ph type="ctrTitle" idx="0" hasCustomPrompt="1"/>
          </p:nvPr>
        </p:nvSpPr>
        <p:spPr>
          <a:xfrm xmlns:a="http://schemas.openxmlformats.org/drawingml/2006/main">
            <a:off x="79246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a:lnSpc>
                <a:spcPct val="100000"/>
              </a:lnSpc>
              <a:buNone/>
            </a:pPr>
            <a:r>
              <a:t>HCM title (up to two lines) </a:t>
            </a:r>
            <a:br/>
            <a:r>
              <a:t>Oracle Sans Tab Bold</a:t>
            </a:r>
          </a:p>
        </p:txBody>
      </p:sp>
      <p:sp>
        <p:nvSpPr>
          <p:cNvPr id="7" name="Subhead">
            <a:extLst xmlns:a="http://schemas.openxmlformats.org/drawingml/2006/main">
              <a:ext uri="{FF2B5EF4-FFF2-40B4-BE49-F238E27FC236}">
                <a16:creationId xmlns:a16="http://schemas.microsoft.com/office/drawing/2014/main" id="{CFF1AD0F-A521-9C8E-1B0B-C0AAECD3307F}"/>
              </a:ext>
            </a:extLst>
          </p:cNvPr>
          <p:cNvSpPr>
            <a:spLocks xmlns:a="http://schemas.openxmlformats.org/drawingml/2006/main" noGrp="1"/>
          </p:cNvSpPr>
          <p:nvPr>
            <p:ph type="body" idx="33" hasCustomPrompt="1"/>
          </p:nvPr>
        </p:nvSpPr>
        <p:spPr>
          <a:xfrm xmlns:a="http://schemas.openxmlformats.org/drawingml/2006/main">
            <a:off x="79246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indent="0" algn="l">
              <a:lnSpc>
                <a:spcPct val="100000"/>
              </a:lnSpc>
              <a:spcBef>
                <a:spcPts val="1000"/>
              </a:spcBef>
              <a:spcAft>
                <a:spcPts val="0"/>
              </a:spcAft>
              <a:buNone/>
              <a:defRPr sz="2400" b="0" i="0">
                <a:solidFill>
                  <a:schemeClr val="tx1"/>
                </a:solidFill>
                <a:latin typeface="Oracle Sans Tab"/>
                <a:ea typeface="Oracle Sans Tab"/>
                <a:cs typeface="Oracle Sans Tab"/>
              </a:defRPr>
            </a:lvl1pPr>
          </a:lstStyle>
          <a:p xmlns:a="http://schemas.openxmlformats.org/drawingml/2006/main">
            <a:pPr marL="0" indent="0" algn="l">
              <a:lnSpc>
                <a:spcPct val="90000"/>
              </a:lnSpc>
              <a:spcBef>
                <a:spcPts val="1000"/>
              </a:spcBef>
              <a:spcAft>
                <a:spcPts val="0"/>
              </a:spcAft>
              <a:buNone/>
            </a:pPr>
            <a:r>
              <a:t>Subhead goes here on one line.</a:t>
            </a:r>
          </a:p>
        </p:txBody>
      </p:sp>
      <p:sp>
        <p:nvSpPr>
          <p:cNvPr id="8" name="Text Field">
            <a:extLst xmlns:a="http://schemas.openxmlformats.org/drawingml/2006/main">
              <a:ext uri="{FF2B5EF4-FFF2-40B4-BE49-F238E27FC236}">
                <a16:creationId xmlns:a16="http://schemas.microsoft.com/office/drawing/2014/main" id="{6525F097-D9EE-EA10-1A44-3D1D0CC4FBE0}"/>
              </a:ext>
            </a:extLst>
          </p:cNvPr>
          <p:cNvSpPr>
            <a:spLocks xmlns:a="http://schemas.openxmlformats.org/drawingml/2006/main" noGrp="1"/>
          </p:cNvSpPr>
          <p:nvPr>
            <p:ph type="body" idx="35" hasCustomPrompt="1"/>
          </p:nvPr>
        </p:nvSpPr>
        <p:spPr>
          <a:xfrm xmlns:a="http://schemas.openxmlformats.org/drawingml/2006/main">
            <a:off x="79246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a:buNone/>
            </a:pPr>
            <a:r>
              <a:t>Name</a:t>
            </a:r>
          </a:p>
        </p:txBody>
      </p:sp>
      <p:sp>
        <p:nvSpPr>
          <p:cNvPr id="9" name="Text Field 2">
            <a:extLst xmlns:a="http://schemas.openxmlformats.org/drawingml/2006/main">
              <a:ext uri="{FF2B5EF4-FFF2-40B4-BE49-F238E27FC236}">
                <a16:creationId xmlns:a16="http://schemas.microsoft.com/office/drawing/2014/main" id="{AE7AB41E-99B0-7F6C-6D90-1255399A4F67}"/>
              </a:ext>
            </a:extLst>
          </p:cNvPr>
          <p:cNvSpPr>
            <a:spLocks xmlns:a="http://schemas.openxmlformats.org/drawingml/2006/main" noGrp="1"/>
          </p:cNvSpPr>
          <p:nvPr>
            <p:ph type="body" idx="34" hasCustomPrompt="1"/>
          </p:nvPr>
        </p:nvSpPr>
        <p:spPr>
          <a:xfrm xmlns:a="http://schemas.openxmlformats.org/drawingml/2006/main">
            <a:off x="79246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a:buNone/>
            </a:pPr>
            <a:r>
              <a:t>Presenter’s Title</a:t>
            </a:r>
          </a:p>
          <a:p xmlns:a="http://schemas.openxmlformats.org/drawingml/2006/main">
            <a:pPr>
              <a:buNone/>
            </a:pPr>
            <a:r>
              <a:t>Organization, Division or Business Unit</a:t>
            </a:r>
          </a:p>
          <a:p xmlns:a="http://schemas.openxmlformats.org/drawingml/2006/main">
            <a:pPr>
              <a:buNone/>
            </a:pPr>
            <a:r>
              <a:t>Month 00, 2026</a:t>
            </a:r>
          </a:p>
        </p:txBody>
      </p:sp>
      <p:sp>
        <p:nvSpPr>
          <p:cNvPr id="5" name="Slide Number Placeholder 4">
            <a:extLst xmlns:a="http://schemas.openxmlformats.org/drawingml/2006/main">
              <a:ext uri="{FF2B5EF4-FFF2-40B4-BE49-F238E27FC236}">
                <a16:creationId xmlns:a16="http://schemas.microsoft.com/office/drawing/2014/main" id="{74811496-0F3F-2EFC-BF0D-44B4652D8EBB}"/>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32DEED53-1C90-2AFF-D971-0E0179F66888}"/>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6C777348-8686-2E82-3270-E018943D1EF1}"/>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11" name="Accent mark">
            <a:extLst xmlns:a="http://schemas.openxmlformats.org/drawingml/2006/main">
              <a:ext uri="{FF2B5EF4-FFF2-40B4-BE49-F238E27FC236}">
                <a16:creationId xmlns:a16="http://schemas.microsoft.com/office/drawing/2014/main" id="{6D3CBBA4-EC09-8E88-4264-A0AC9E88275E}"/>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11.xml><?xml version="1.0" encoding="utf-8"?>
<p:sldLayout xmlns:p="http://schemas.openxmlformats.org/presentationml/2006/main" preserve="1" userDrawn="1">
  <p:cSld name="Title/Cover_8">
    <p:bg>
      <p:bgPr>
        <a:blipFill xmlns:a="http://schemas.openxmlformats.org/drawingml/2006/main" rotWithShape="1">
          <a:blip xmlns:r="http://schemas.openxmlformats.org/officeDocument/2006/relationships" r:embed="R60cb5ced666f44a7">
            <a:lum/>
          </a:blip>
          <a:srcRect l="0" t="0" r="0" b="0"/>
          <a:stretch>
            <a:fillRect l="0" t="0" r="0" b="0"/>
          </a:stretch>
        </a:blip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568EDC7-82E8-C0FD-23C9-5E2F85B327A1}"/>
              </a:ext>
            </a:extLst>
          </p:cNvPr>
          <p:cNvSpPr>
            <a:spLocks xmlns:a="http://schemas.openxmlformats.org/drawingml/2006/main" noGrp="1"/>
          </p:cNvSpPr>
          <p:nvPr>
            <p:ph type="ctrTitle" idx="0" hasCustomPrompt="1"/>
          </p:nvPr>
        </p:nvSpPr>
        <p:spPr>
          <a:xfrm xmlns:a="http://schemas.openxmlformats.org/drawingml/2006/main">
            <a:off x="79246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a:lnSpc>
                <a:spcPct val="100000"/>
              </a:lnSpc>
              <a:buNone/>
            </a:pPr>
            <a:r>
              <a:t>CX title (up to two lines) </a:t>
            </a:r>
            <a:br/>
            <a:r>
              <a:t>Oracle Sans Tab Bold</a:t>
            </a:r>
          </a:p>
        </p:txBody>
      </p:sp>
      <p:sp>
        <p:nvSpPr>
          <p:cNvPr id="7" name="Subhead">
            <a:extLst xmlns:a="http://schemas.openxmlformats.org/drawingml/2006/main">
              <a:ext uri="{FF2B5EF4-FFF2-40B4-BE49-F238E27FC236}">
                <a16:creationId xmlns:a16="http://schemas.microsoft.com/office/drawing/2014/main" id="{061B9EB2-A1F6-2571-35A5-B192ACB03AE1}"/>
              </a:ext>
            </a:extLst>
          </p:cNvPr>
          <p:cNvSpPr>
            <a:spLocks xmlns:a="http://schemas.openxmlformats.org/drawingml/2006/main" noGrp="1"/>
          </p:cNvSpPr>
          <p:nvPr>
            <p:ph type="body" idx="33" hasCustomPrompt="1"/>
          </p:nvPr>
        </p:nvSpPr>
        <p:spPr>
          <a:xfrm xmlns:a="http://schemas.openxmlformats.org/drawingml/2006/main">
            <a:off x="79246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indent="0" algn="l">
              <a:lnSpc>
                <a:spcPct val="100000"/>
              </a:lnSpc>
              <a:spcBef>
                <a:spcPts val="1000"/>
              </a:spcBef>
              <a:spcAft>
                <a:spcPts val="0"/>
              </a:spcAft>
              <a:buNone/>
              <a:defRPr sz="2400" b="0" i="0">
                <a:solidFill>
                  <a:schemeClr val="tx1"/>
                </a:solidFill>
                <a:latin typeface="Oracle Sans Tab"/>
                <a:ea typeface="Oracle Sans Tab"/>
                <a:cs typeface="Oracle Sans Tab"/>
              </a:defRPr>
            </a:lvl1pPr>
          </a:lstStyle>
          <a:p xmlns:a="http://schemas.openxmlformats.org/drawingml/2006/main">
            <a:pPr marL="0" indent="0" algn="l">
              <a:lnSpc>
                <a:spcPct val="90000"/>
              </a:lnSpc>
              <a:spcBef>
                <a:spcPts val="1000"/>
              </a:spcBef>
              <a:spcAft>
                <a:spcPts val="0"/>
              </a:spcAft>
              <a:buNone/>
            </a:pPr>
            <a:r>
              <a:t>Subhead goes here on one line.</a:t>
            </a:r>
          </a:p>
        </p:txBody>
      </p:sp>
      <p:sp>
        <p:nvSpPr>
          <p:cNvPr id="8" name="Text Field">
            <a:extLst xmlns:a="http://schemas.openxmlformats.org/drawingml/2006/main">
              <a:ext uri="{FF2B5EF4-FFF2-40B4-BE49-F238E27FC236}">
                <a16:creationId xmlns:a16="http://schemas.microsoft.com/office/drawing/2014/main" id="{6F8D591A-4D00-D5F4-4A83-1E71D6FEAED4}"/>
              </a:ext>
            </a:extLst>
          </p:cNvPr>
          <p:cNvSpPr>
            <a:spLocks xmlns:a="http://schemas.openxmlformats.org/drawingml/2006/main" noGrp="1"/>
          </p:cNvSpPr>
          <p:nvPr>
            <p:ph type="body" idx="35" hasCustomPrompt="1"/>
          </p:nvPr>
        </p:nvSpPr>
        <p:spPr>
          <a:xfrm xmlns:a="http://schemas.openxmlformats.org/drawingml/2006/main">
            <a:off x="79246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a:buNone/>
            </a:pPr>
            <a:r>
              <a:t>Name</a:t>
            </a:r>
          </a:p>
        </p:txBody>
      </p:sp>
      <p:sp>
        <p:nvSpPr>
          <p:cNvPr id="9" name="Text Field 2">
            <a:extLst xmlns:a="http://schemas.openxmlformats.org/drawingml/2006/main">
              <a:ext uri="{FF2B5EF4-FFF2-40B4-BE49-F238E27FC236}">
                <a16:creationId xmlns:a16="http://schemas.microsoft.com/office/drawing/2014/main" id="{10E9E6D4-F5CC-7C97-90BB-4EDFBE9AA1B7}"/>
              </a:ext>
            </a:extLst>
          </p:cNvPr>
          <p:cNvSpPr>
            <a:spLocks xmlns:a="http://schemas.openxmlformats.org/drawingml/2006/main" noGrp="1"/>
          </p:cNvSpPr>
          <p:nvPr>
            <p:ph type="body" idx="34" hasCustomPrompt="1"/>
          </p:nvPr>
        </p:nvSpPr>
        <p:spPr>
          <a:xfrm xmlns:a="http://schemas.openxmlformats.org/drawingml/2006/main">
            <a:off x="79246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a:buNone/>
            </a:pPr>
            <a:r>
              <a:t>Presenter’s Title</a:t>
            </a:r>
          </a:p>
          <a:p xmlns:a="http://schemas.openxmlformats.org/drawingml/2006/main">
            <a:pPr>
              <a:buNone/>
            </a:pPr>
            <a:r>
              <a:t>Organization, Division or Business Unit</a:t>
            </a:r>
          </a:p>
          <a:p xmlns:a="http://schemas.openxmlformats.org/drawingml/2006/main">
            <a:pPr>
              <a:buNone/>
            </a:pPr>
            <a:r>
              <a:t>Month 00, 2026</a:t>
            </a:r>
          </a:p>
        </p:txBody>
      </p:sp>
      <p:sp>
        <p:nvSpPr>
          <p:cNvPr id="5" name="Slide Number Placeholder 4">
            <a:extLst xmlns:a="http://schemas.openxmlformats.org/drawingml/2006/main">
              <a:ext uri="{FF2B5EF4-FFF2-40B4-BE49-F238E27FC236}">
                <a16:creationId xmlns:a16="http://schemas.microsoft.com/office/drawing/2014/main" id="{350795E3-D122-12B5-7C04-44DCB3D36801}"/>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15748CF8-F274-FB47-CAED-F7B6DBFAB058}"/>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495B2ADA-461A-FD6A-5CF8-C6DF73B366A2}"/>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7E4F3939-5D2F-6AB9-8C71-5E770E6D42B8}"/>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12.xml><?xml version="1.0" encoding="utf-8"?>
<p:sldLayout xmlns:p="http://schemas.openxmlformats.org/presentationml/2006/main" preserve="1" userDrawn="1">
  <p:cSld name="Title/Cover_9">
    <p:bg>
      <p:bgPr>
        <a:blipFill xmlns:a="http://schemas.openxmlformats.org/drawingml/2006/main" rotWithShape="1">
          <a:blip xmlns:r="http://schemas.openxmlformats.org/officeDocument/2006/relationships" r:embed="R040ebdfcd33b46b9">
            <a:lum/>
          </a:blip>
          <a:srcRect l="0" t="0" r="0" b="0"/>
          <a:stretch>
            <a:fillRect l="0" t="0" r="0" b="0"/>
          </a:stretch>
        </a:blip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5888C5F5-89ED-967B-54C7-2A5658D93832}"/>
              </a:ext>
            </a:extLst>
          </p:cNvPr>
          <p:cNvSpPr>
            <a:spLocks xmlns:a="http://schemas.openxmlformats.org/drawingml/2006/main" noGrp="1"/>
          </p:cNvSpPr>
          <p:nvPr>
            <p:ph type="ctrTitle" idx="0" hasCustomPrompt="1"/>
          </p:nvPr>
        </p:nvSpPr>
        <p:spPr>
          <a:xfrm xmlns:a="http://schemas.openxmlformats.org/drawingml/2006/main">
            <a:off x="79253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a:lnSpc>
                <a:spcPct val="100000"/>
              </a:lnSpc>
              <a:buNone/>
            </a:pPr>
            <a:r>
              <a:t>OCI and database title</a:t>
            </a:r>
            <a:br/>
            <a:r>
              <a:t>Oracle Sans Tab Bold</a:t>
            </a:r>
          </a:p>
        </p:txBody>
      </p:sp>
      <p:sp>
        <p:nvSpPr>
          <p:cNvPr id="7" name="Subhead">
            <a:extLst xmlns:a="http://schemas.openxmlformats.org/drawingml/2006/main">
              <a:ext uri="{FF2B5EF4-FFF2-40B4-BE49-F238E27FC236}">
                <a16:creationId xmlns:a16="http://schemas.microsoft.com/office/drawing/2014/main" id="{AB3DC633-5D2F-CD08-25C4-AE0E6A2B5A5A}"/>
              </a:ext>
            </a:extLst>
          </p:cNvPr>
          <p:cNvSpPr>
            <a:spLocks xmlns:a="http://schemas.openxmlformats.org/drawingml/2006/main" noGrp="1"/>
          </p:cNvSpPr>
          <p:nvPr>
            <p:ph type="body" idx="33" hasCustomPrompt="1"/>
          </p:nvPr>
        </p:nvSpPr>
        <p:spPr>
          <a:xfrm xmlns:a="http://schemas.openxmlformats.org/drawingml/2006/main">
            <a:off x="79253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indent="0" algn="l">
              <a:lnSpc>
                <a:spcPct val="100000"/>
              </a:lnSpc>
              <a:spcBef>
                <a:spcPts val="1000"/>
              </a:spcBef>
              <a:spcAft>
                <a:spcPts val="0"/>
              </a:spcAft>
              <a:buNone/>
              <a:defRPr sz="2400" b="0" i="0">
                <a:solidFill>
                  <a:schemeClr val="tx1"/>
                </a:solidFill>
                <a:latin typeface="Oracle Sans Tab"/>
                <a:ea typeface="Oracle Sans Tab"/>
                <a:cs typeface="Oracle Sans Tab"/>
              </a:defRPr>
            </a:lvl1pPr>
          </a:lstStyle>
          <a:p xmlns:a="http://schemas.openxmlformats.org/drawingml/2006/main">
            <a:pPr marL="0" indent="0" algn="l">
              <a:lnSpc>
                <a:spcPct val="90000"/>
              </a:lnSpc>
              <a:spcBef>
                <a:spcPts val="1000"/>
              </a:spcBef>
              <a:spcAft>
                <a:spcPts val="0"/>
              </a:spcAft>
              <a:buNone/>
            </a:pPr>
            <a:r>
              <a:t>Subhead goes here on one line.</a:t>
            </a:r>
          </a:p>
        </p:txBody>
      </p:sp>
      <p:sp>
        <p:nvSpPr>
          <p:cNvPr id="8" name="Text Field">
            <a:extLst xmlns:a="http://schemas.openxmlformats.org/drawingml/2006/main">
              <a:ext uri="{FF2B5EF4-FFF2-40B4-BE49-F238E27FC236}">
                <a16:creationId xmlns:a16="http://schemas.microsoft.com/office/drawing/2014/main" id="{20484561-BBEE-F46D-7F67-EB225BA5D346}"/>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a:buNone/>
            </a:pPr>
            <a:r>
              <a:t>Name</a:t>
            </a:r>
          </a:p>
        </p:txBody>
      </p:sp>
      <p:sp>
        <p:nvSpPr>
          <p:cNvPr id="9" name="Text Field 2">
            <a:extLst xmlns:a="http://schemas.openxmlformats.org/drawingml/2006/main">
              <a:ext uri="{FF2B5EF4-FFF2-40B4-BE49-F238E27FC236}">
                <a16:creationId xmlns:a16="http://schemas.microsoft.com/office/drawing/2014/main" id="{5A2D3ACC-958E-B38F-BE81-FBB225FDED02}"/>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a:buNone/>
            </a:pPr>
            <a:r>
              <a:t>Presenter’s Title</a:t>
            </a:r>
          </a:p>
          <a:p xmlns:a="http://schemas.openxmlformats.org/drawingml/2006/main">
            <a:pPr>
              <a:buNone/>
            </a:pPr>
            <a:r>
              <a:t>Organization, Division or Business Unit</a:t>
            </a:r>
          </a:p>
          <a:p xmlns:a="http://schemas.openxmlformats.org/drawingml/2006/main">
            <a:pPr>
              <a:buNone/>
            </a:pPr>
            <a:r>
              <a:t>Month 00, 2026</a:t>
            </a:r>
          </a:p>
        </p:txBody>
      </p:sp>
      <p:sp>
        <p:nvSpPr>
          <p:cNvPr id="5" name="Slide Number Placeholder 4">
            <a:extLst xmlns:a="http://schemas.openxmlformats.org/drawingml/2006/main">
              <a:ext uri="{FF2B5EF4-FFF2-40B4-BE49-F238E27FC236}">
                <a16:creationId xmlns:a16="http://schemas.microsoft.com/office/drawing/2014/main" id="{E1DF1B72-C1BE-74C1-FB93-E6FBEBCD12EB}"/>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642B772F-C699-22CD-0BF9-575EC2076553}"/>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739DA1F-4B89-6385-9E78-4753D4109198}"/>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11" name="Accent mark">
            <a:extLst xmlns:a="http://schemas.openxmlformats.org/drawingml/2006/main">
              <a:ext uri="{FF2B5EF4-FFF2-40B4-BE49-F238E27FC236}">
                <a16:creationId xmlns:a16="http://schemas.microsoft.com/office/drawing/2014/main" id="{F974F57F-EE1C-2E13-9B52-D64DDE2DF988}"/>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13.xml><?xml version="1.0" encoding="utf-8"?>
<p:sldLayout xmlns:p="http://schemas.openxmlformats.org/presentationml/2006/main" preserve="1" userDrawn="1">
  <p:cSld name="Title/Cover_10">
    <p:bg>
      <p:bgPr>
        <a:blipFill xmlns:a="http://schemas.openxmlformats.org/drawingml/2006/main" rotWithShape="1">
          <a:blip xmlns:r="http://schemas.openxmlformats.org/officeDocument/2006/relationships" r:embed="R564ee65a43974c59">
            <a:lum/>
          </a:blip>
          <a:srcRect l="0" t="0" r="0" b="0"/>
          <a:stretch>
            <a:fillRect l="0" t="0" r="0" b="0"/>
          </a:stretch>
        </a:blipFill>
      </p:bgPr>
    </p:bg>
    <p:spTree>
      <p:nvGrpSpPr>
        <p:cNvPr id="1" name=""/>
        <p:cNvGrpSpPr/>
        <p:nvPr/>
      </p:nvGrpSpPr>
      <p:grpSpPr>
        <a:xfrm xmlns:a="http://schemas.openxmlformats.org/drawingml/2006/main"/>
      </p:grpSpPr>
      <p:sp>
        <p:nvSpPr>
          <p:cNvPr id="24" name="Title">
            <a:extLst xmlns:a="http://schemas.openxmlformats.org/drawingml/2006/main">
              <a:ext uri="{FF2B5EF4-FFF2-40B4-BE49-F238E27FC236}">
                <a16:creationId xmlns:a16="http://schemas.microsoft.com/office/drawing/2014/main" id="{461BB5F1-8825-7944-96EB-8445317513F5}"/>
              </a:ext>
            </a:extLst>
          </p:cNvPr>
          <p:cNvSpPr>
            <a:spLocks xmlns:a="http://schemas.openxmlformats.org/drawingml/2006/main" noGrp="1"/>
          </p:cNvSpPr>
          <p:nvPr>
            <p:ph type="ctrTitle" idx="0" hasCustomPrompt="1"/>
          </p:nvPr>
        </p:nvSpPr>
        <p:spPr>
          <a:xfrm xmlns:a="http://schemas.openxmlformats.org/drawingml/2006/main">
            <a:off x="792470" y="2148840"/>
            <a:ext cx="621792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a:latin typeface="+mn-lt"/>
                <a:ea typeface="+mn-lt"/>
                <a:cs typeface="+mn-lt"/>
              </a:defRPr>
            </a:lvl1pPr>
          </a:lstStyle>
          <a:p xmlns:a="http://schemas.openxmlformats.org/drawingml/2006/main">
            <a:pPr>
              <a:lnSpc>
                <a:spcPct val="100000"/>
              </a:lnSpc>
              <a:buNone/>
            </a:pPr>
            <a:r>
              <a:t>Developer Title</a:t>
            </a:r>
            <a:br/>
            <a:r>
              <a:t>Oracle Sans Tab</a:t>
            </a:r>
          </a:p>
        </p:txBody>
      </p:sp>
      <p:sp>
        <p:nvSpPr>
          <p:cNvPr id="25" name="Subhead">
            <a:extLst xmlns:a="http://schemas.openxmlformats.org/drawingml/2006/main">
              <a:ext uri="{FF2B5EF4-FFF2-40B4-BE49-F238E27FC236}">
                <a16:creationId xmlns:a16="http://schemas.microsoft.com/office/drawing/2014/main" id="{DE85AE1C-733D-7244-A6DA-C3ADBC76ED0C}"/>
              </a:ext>
            </a:extLst>
          </p:cNvPr>
          <p:cNvSpPr>
            <a:spLocks xmlns:a="http://schemas.openxmlformats.org/drawingml/2006/main" noGrp="1"/>
          </p:cNvSpPr>
          <p:nvPr>
            <p:ph type="body" idx="33" hasCustomPrompt="1"/>
          </p:nvPr>
        </p:nvSpPr>
        <p:spPr>
          <a:xfrm xmlns:a="http://schemas.openxmlformats.org/drawingml/2006/main">
            <a:off x="792470" y="3519553"/>
            <a:ext cx="621792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indent="0" algn="l">
              <a:lnSpc>
                <a:spcPct val="100000"/>
              </a:lnSpc>
              <a:spcBef>
                <a:spcPts val="1000"/>
              </a:spcBef>
              <a:spcAft>
                <a:spcPts val="0"/>
              </a:spcAft>
              <a:buNone/>
              <a:defRPr sz="2400" b="0">
                <a:solidFill>
                  <a:schemeClr val="tx1"/>
                </a:solidFill>
              </a:defRPr>
            </a:lvl1pPr>
          </a:lstStyle>
          <a:p xmlns:a="http://schemas.openxmlformats.org/drawingml/2006/main">
            <a:pPr marL="0" indent="0" algn="l">
              <a:lnSpc>
                <a:spcPct val="90000"/>
              </a:lnSpc>
              <a:spcBef>
                <a:spcPts val="1000"/>
              </a:spcBef>
              <a:spcAft>
                <a:spcPts val="0"/>
              </a:spcAft>
              <a:buNone/>
            </a:pPr>
            <a:r>
              <a:t>Subhead goes here on one line.</a:t>
            </a:r>
          </a:p>
        </p:txBody>
      </p:sp>
      <p:sp>
        <p:nvSpPr>
          <p:cNvPr id="11" name="Text Field">
            <a:extLst xmlns:a="http://schemas.openxmlformats.org/drawingml/2006/main">
              <a:ext uri="{FF2B5EF4-FFF2-40B4-BE49-F238E27FC236}">
                <a16:creationId xmlns:a16="http://schemas.microsoft.com/office/drawing/2014/main" id="{5096A149-B6C9-A04E-A2B0-54CCFAA42526}"/>
              </a:ext>
            </a:extLst>
          </p:cNvPr>
          <p:cNvSpPr>
            <a:spLocks xmlns:a="http://schemas.openxmlformats.org/drawingml/2006/main" noGrp="1"/>
          </p:cNvSpPr>
          <p:nvPr>
            <p:ph type="body" idx="35" hasCustomPrompt="1"/>
          </p:nvPr>
        </p:nvSpPr>
        <p:spPr>
          <a:xfrm xmlns:a="http://schemas.openxmlformats.org/drawingml/2006/main">
            <a:off x="792470"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a:buNone/>
            </a:pPr>
            <a:r>
              <a:t>Name</a:t>
            </a:r>
          </a:p>
        </p:txBody>
      </p:sp>
      <p:sp>
        <p:nvSpPr>
          <p:cNvPr id="10" name="Text Field 2">
            <a:extLst xmlns:a="http://schemas.openxmlformats.org/drawingml/2006/main">
              <a:ext uri="{FF2B5EF4-FFF2-40B4-BE49-F238E27FC236}">
                <a16:creationId xmlns:a16="http://schemas.microsoft.com/office/drawing/2014/main" id="{A57492F9-1AD2-9346-9BB6-C0CF36DEF5ED}"/>
              </a:ext>
            </a:extLst>
          </p:cNvPr>
          <p:cNvSpPr>
            <a:spLocks xmlns:a="http://schemas.openxmlformats.org/drawingml/2006/main" noGrp="1"/>
          </p:cNvSpPr>
          <p:nvPr>
            <p:ph type="body" idx="34" hasCustomPrompt="1"/>
          </p:nvPr>
        </p:nvSpPr>
        <p:spPr>
          <a:xfrm xmlns:a="http://schemas.openxmlformats.org/drawingml/2006/main">
            <a:off x="792470"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a:buNone/>
            </a:pPr>
            <a:r>
              <a:t>Presenter’s Title</a:t>
            </a:r>
          </a:p>
          <a:p xmlns:a="http://schemas.openxmlformats.org/drawingml/2006/main">
            <a:pPr>
              <a:buNone/>
            </a:pPr>
            <a:r>
              <a:t>Organization, Division or Business Unit</a:t>
            </a:r>
          </a:p>
          <a:p xmlns:a="http://schemas.openxmlformats.org/drawingml/2006/main">
            <a:pPr>
              <a:buNone/>
            </a:pPr>
            <a:r>
              <a:t>Month 00, 2026</a:t>
            </a:r>
          </a:p>
        </p:txBody>
      </p:sp>
      <p:sp>
        <p:nvSpPr>
          <p:cNvPr id="5" name="Slide Number Placeholder 4">
            <a:extLst xmlns:a="http://schemas.openxmlformats.org/drawingml/2006/main">
              <a:ext uri="{FF2B5EF4-FFF2-40B4-BE49-F238E27FC236}">
                <a16:creationId xmlns:a16="http://schemas.microsoft.com/office/drawing/2014/main" id="{3DCCBFFD-1208-DC98-6F83-AD17B21EFDE4}"/>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9C95C387-C6B6-B09D-D9C1-A530A566B205}"/>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81CE87F9-CC9A-B7B1-715A-1FC35C2906A5}"/>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834756B5-7E88-686B-81C7-9145FA6393AA}"/>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14.xml><?xml version="1.0" encoding="utf-8"?>
<p:sldLayout xmlns:p="http://schemas.openxmlformats.org/presentationml/2006/main" preserve="1" userDrawn="1">
  <p:cSld name="Section-full-image">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Gradient overlay">
            <a:extLst xmlns:a="http://schemas.openxmlformats.org/drawingml/2006/main">
              <a:ext uri="{FF2B5EF4-FFF2-40B4-BE49-F238E27FC236}">
                <a16:creationId xmlns:a16="http://schemas.microsoft.com/office/drawing/2014/main" id="{02A90784-90AA-1B27-460D-B876463465E4}"/>
              </a:ext>
            </a:extLst>
          </p:cNvPr>
          <p:cNvSpPr>
            <a:spLocks xmlns:a="http://schemas.openxmlformats.org/drawingml/2006/main" noGrp="1"/>
          </p:cNvSpPr>
          <p:nvPr/>
        </p:nvSpPr>
        <p:spPr>
          <a:xfrm xmlns:a="http://schemas.openxmlformats.org/drawingml/2006/main">
            <a:off x="0" y="0"/>
            <a:ext cx="7467585" cy="6858000"/>
          </a:xfrm>
          <a:prstGeom xmlns:a="http://schemas.openxmlformats.org/drawingml/2006/main" prst="rect">
            <a:avLst/>
          </a:prstGeom>
          <a:gradFill xmlns:a="http://schemas.openxmlformats.org/drawingml/2006/main">
            <a:gsLst>
              <a:gs pos="69000">
                <a:schemeClr val="bg2">
                  <a:alpha val="65000"/>
                </a:schemeClr>
              </a:gs>
              <a:gs pos="0">
                <a:schemeClr val="bg2"/>
              </a:gs>
              <a:gs pos="100000">
                <a:schemeClr val="bg2">
                  <a:alpha val="0"/>
                </a:schemeClr>
              </a:gs>
            </a:gsLst>
            <a:lin ang="0" scaled="0"/>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itle 5">
            <a:extLst xmlns:a="http://schemas.openxmlformats.org/drawingml/2006/main">
              <a:ext uri="{FF2B5EF4-FFF2-40B4-BE49-F238E27FC236}">
                <a16:creationId xmlns:a16="http://schemas.microsoft.com/office/drawing/2014/main" id="{2A8370DC-7E17-3B48-B968-7FBF1A513E5D}"/>
              </a:ext>
            </a:extLst>
          </p:cNvPr>
          <p:cNvSpPr>
            <a:spLocks xmlns:a="http://schemas.openxmlformats.org/drawingml/2006/main" noGrp="1"/>
          </p:cNvSpPr>
          <p:nvPr>
            <p:ph type="title" idx="0" hasCustomPrompt="1"/>
          </p:nvPr>
        </p:nvSpPr>
        <p:spPr>
          <a:xfrm xmlns:a="http://schemas.openxmlformats.org/drawingml/2006/main">
            <a:off x="768871" y="2337132"/>
            <a:ext cx="621792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solidFill>
                  <a:schemeClr val="tx1"/>
                </a:solidFill>
                <a:latin typeface="Oracle Sans Tab"/>
                <a:ea typeface="Oracle Sans Tab"/>
                <a:cs typeface="Oracle Sans Tab"/>
              </a:defRPr>
            </a:lvl1pPr>
          </a:lstStyle>
          <a:p xmlns:a="http://schemas.openxmlformats.org/drawingml/2006/main">
            <a:pPr>
              <a:lnSpc>
                <a:spcPct val="100000"/>
              </a:lnSpc>
              <a:buNone/>
            </a:pPr>
            <a:r>
              <a:t>Cross-pillar, Industries, and General Divider Title</a:t>
            </a:r>
          </a:p>
        </p:txBody>
      </p:sp>
      <p:sp>
        <p:nvSpPr>
          <p:cNvPr id="11" name="Slide Number Placeholder 7">
            <a:extLst xmlns:a="http://schemas.openxmlformats.org/drawingml/2006/main">
              <a:ext uri="{FF2B5EF4-FFF2-40B4-BE49-F238E27FC236}">
                <a16:creationId xmlns:a16="http://schemas.microsoft.com/office/drawing/2014/main" id="{F080221B-C8EC-00E9-AA2D-F8C154AA3CA5}"/>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13" name="Footer Placeholder 4">
            <a:extLst xmlns:a="http://schemas.openxmlformats.org/drawingml/2006/main">
              <a:ext uri="{FF2B5EF4-FFF2-40B4-BE49-F238E27FC236}">
                <a16:creationId xmlns:a16="http://schemas.microsoft.com/office/drawing/2014/main" id="{6C539CEF-A482-43F9-5E0C-FBA849CD6ADB}"/>
              </a:ext>
            </a:extLst>
          </p:cNvPr>
          <p:cNvSpPr>
            <a:spLocks xmlns:a="http://schemas.openxmlformats.org/drawingml/2006/main" noGrp="1"/>
          </p:cNvSpPr>
          <p:nvPr>
            <p:ph type="ftr" idx="11"/>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15" name="Date Placeholder 2">
            <a:extLst xmlns:a="http://schemas.openxmlformats.org/drawingml/2006/main">
              <a:ext uri="{FF2B5EF4-FFF2-40B4-BE49-F238E27FC236}">
                <a16:creationId xmlns:a16="http://schemas.microsoft.com/office/drawing/2014/main" id="{F9083701-4310-37DF-B760-F9C5578E1E79}"/>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4" name="Subhead">
            <a:extLst xmlns:a="http://schemas.openxmlformats.org/drawingml/2006/main">
              <a:ext uri="{FF2B5EF4-FFF2-40B4-BE49-F238E27FC236}">
                <a16:creationId xmlns:a16="http://schemas.microsoft.com/office/drawing/2014/main" id="{AC267B18-559A-5001-F10C-C0FCF070F435}"/>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indent="0" algn="l">
              <a:lnSpc>
                <a:spcPct val="100000"/>
              </a:lnSpc>
              <a:spcBef>
                <a:spcPts val="600"/>
              </a:spcBef>
              <a:spcAft>
                <a:spcPts val="0"/>
              </a:spcAft>
              <a:buNone/>
              <a:defRPr sz="2000" b="0">
                <a:solidFill>
                  <a:schemeClr val="tx1"/>
                </a:solidFill>
              </a:defRPr>
            </a:lvl1pPr>
          </a:lstStyle>
          <a:p xmlns:a="http://schemas.openxmlformats.org/drawingml/2006/main">
            <a:pPr marL="0" indent="0" algn="l">
              <a:lnSpc>
                <a:spcPct val="90000"/>
              </a:lnSpc>
              <a:spcBef>
                <a:spcPts val="1000"/>
              </a:spcBef>
              <a:spcAft>
                <a:spcPts val="0"/>
              </a:spcAft>
              <a:buNone/>
            </a:pPr>
            <a:r>
              <a:t>Subhead goes here.</a:t>
            </a:r>
          </a:p>
        </p:txBody>
      </p:sp>
    </p:spTree>
  </p:cSld>
</p:sldLayout>
</file>

<file path=ppt/slideLayouts/slideLayout15.xml><?xml version="1.0" encoding="utf-8"?>
<p:sldLayout xmlns:p="http://schemas.openxmlformats.org/presentationml/2006/main" preserve="1" userDrawn="1">
  <p:cSld name="Light - Divider_Image">
    <p:bg>
      <p:bgRef idx="1001">
        <a:schemeClr xmlns:a="http://schemas.openxmlformats.org/drawingml/2006/main" val="bg2"/>
      </p:bgRef>
    </p:bg>
    <p:spTree>
      <p:nvGrpSpPr>
        <p:cNvPr id="1" name=""/>
        <p:cNvGrpSpPr/>
        <p:nvPr/>
      </p:nvGrpSpPr>
      <p:grpSpPr>
        <a:xfrm xmlns:a="http://schemas.openxmlformats.org/drawingml/2006/main"/>
      </p:grpSpPr>
      <p:sp>
        <p:nvSpPr>
          <p:cNvPr id="7" name="Title 5">
            <a:extLst xmlns:a="http://schemas.openxmlformats.org/drawingml/2006/main">
              <a:ext uri="{FF2B5EF4-FFF2-40B4-BE49-F238E27FC236}">
                <a16:creationId xmlns:a16="http://schemas.microsoft.com/office/drawing/2014/main" id="{DE8EE698-DD9E-FCA6-2E7D-4B8B85A548EA}"/>
              </a:ext>
            </a:extLst>
          </p:cNvPr>
          <p:cNvSpPr>
            <a:spLocks xmlns:a="http://schemas.openxmlformats.org/drawingml/2006/main" noGrp="1"/>
          </p:cNvSpPr>
          <p:nvPr>
            <p:ph type="title" idx="0" hasCustomPrompt="1"/>
          </p:nvPr>
        </p:nvSpPr>
        <p:spPr>
          <a:xfrm xmlns:a="http://schemas.openxmlformats.org/drawingml/2006/main">
            <a:off x="768871" y="2337132"/>
            <a:ext cx="43213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a:lnSpc>
                <a:spcPct val="100000"/>
              </a:lnSpc>
              <a:buNone/>
            </a:pPr>
            <a:r>
              <a:t>General divider with image</a:t>
            </a:r>
          </a:p>
        </p:txBody>
      </p:sp>
      <p:sp>
        <p:nvSpPr>
          <p:cNvPr id="16" name="Picture Placeholder 15">
            <a:extLst xmlns:a="http://schemas.openxmlformats.org/drawingml/2006/main">
              <a:ext uri="{FF2B5EF4-FFF2-40B4-BE49-F238E27FC236}">
                <a16:creationId xmlns:a16="http://schemas.microsoft.com/office/drawing/2014/main" id="{7A66C82B-D6A6-34D6-659C-66E009B70507}"/>
              </a:ext>
            </a:extLst>
          </p:cNvPr>
          <p:cNvSpPr>
            <a:spLocks xmlns:a="http://schemas.openxmlformats.org/drawingml/2006/main" noGrp="1"/>
          </p:cNvSpPr>
          <p:nvPr>
            <p:ph type="pic" idx="34" hasCustomPrompt="1"/>
          </p:nvPr>
        </p:nvSpPr>
        <p:spPr>
          <a:xfrm xmlns:a="http://schemas.openxmlformats.org/drawingml/2006/main">
            <a:off x="6096000" y="0"/>
            <a:ext cx="6096000" cy="6858000"/>
          </a:xfrm>
          <a:custGeom xmlns:a="http://schemas.openxmlformats.org/drawingml/2006/main">
            <a:rect l="l" t="t" r="r" b="b"/>
            <a:pathLst>
              <a:path w="6096000" h="6858000">
                <a:moveTo>
                  <a:pt x="0" y="0"/>
                </a:moveTo>
                <a:lnTo>
                  <a:pt x="6096000" y="0"/>
                </a:lnTo>
                <a:lnTo>
                  <a:pt x="6096000" y="6858000"/>
                </a:lnTo>
                <a:lnTo>
                  <a:pt x="5699731" y="6858000"/>
                </a:lnTo>
                <a:lnTo>
                  <a:pt x="5699731" y="6464808"/>
                </a:lnTo>
                <a:lnTo>
                  <a:pt x="5306539" y="6464808"/>
                </a:lnTo>
                <a:lnTo>
                  <a:pt x="5306539" y="6858000"/>
                </a:lnTo>
                <a:lnTo>
                  <a:pt x="0" y="6858000"/>
                </a:lnTo>
                <a:close/>
              </a:path>
            </a:pathLst>
          </a:custGeom>
          <a:solidFill xmlns:a="http://schemas.openxmlformats.org/drawingml/2006/main">
            <a:srgbClr val="AEA8A2"/>
          </a:solidFill>
        </p:spPr>
        <p:txBody>
          <a:bodyPr xmlns:a="http://schemas.openxmlformats.org/drawingml/2006/main" wrap="square" lIns="72000" tIns="72000" rIns="0">
            <a:noAutofit/>
          </a:bodyPr>
          <a:lstStyle xmlns:a="http://schemas.openxmlformats.org/drawingml/2006/main">
            <a:lvl1pPr algn="ctr">
              <a:buNone/>
              <a:defRPr sz="1400" b="0" i="0">
                <a:solidFill>
                  <a:srgbClr val="2A2F2F"/>
                </a:solidFill>
                <a:latin typeface="Oracle Sans Tab"/>
                <a:ea typeface="Oracle Sans Tab"/>
                <a:cs typeface="Oracle Sans Tab"/>
              </a:defRPr>
            </a:lvl1pPr>
          </a:lstStyle>
          <a:p xmlns:a="http://schemas.openxmlformats.org/drawingml/2006/main">
            <a:r>
              <a:t>Click to add photo or illustration</a:t>
            </a:r>
          </a:p>
        </p:txBody>
      </p:sp>
      <p:sp>
        <p:nvSpPr>
          <p:cNvPr id="8" name="Slide Number Placeholder 7">
            <a:extLst xmlns:a="http://schemas.openxmlformats.org/drawingml/2006/main">
              <a:ext uri="{FF2B5EF4-FFF2-40B4-BE49-F238E27FC236}">
                <a16:creationId xmlns:a16="http://schemas.microsoft.com/office/drawing/2014/main" id="{AC119101-EC6A-4B95-9940-BAB31432AD02}"/>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6077CD67-74FC-43EC-912B-8B74B34E5B81}"/>
              </a:ext>
            </a:extLst>
          </p:cNvPr>
          <p:cNvSpPr>
            <a:spLocks xmlns:a="http://schemas.openxmlformats.org/drawingml/2006/main" noGrp="1"/>
          </p:cNvSpPr>
          <p:nvPr>
            <p:ph type="ftr" idx="11"/>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F89127AD-303E-4148-925B-F8D854942DC9}"/>
              </a:ext>
            </a:extLst>
          </p:cNvPr>
          <p:cNvSpPr>
            <a:spLocks xmlns:a="http://schemas.openxmlformats.org/drawingml/2006/main" noGrp="1"/>
          </p:cNvSpPr>
          <p:nvPr>
            <p:ph type="dt" idx="10"/>
          </p:nvPr>
        </p:nvSpPr>
        <p:spPr>
          <a:xfrm xmlns:a="http://schemas.openxmlformats.org/drawingml/2006/main">
            <a:off x="6873138" y="6997377"/>
            <a:ext cx="2743200" cy="363500"/>
          </a:xfrm>
        </p:spPr>
        <p:txBody>
          <a:bodyPr xmlns:a="http://schemas.openxmlformats.org/drawingml/2006/main"/>
          <a:lstStyle xmlns:a="http://schemas.openxmlformats.org/drawingml/2006/main"/>
          <a:p xmlns:a="http://schemas.openxmlformats.org/drawingml/2006/main">
            <a:r>
              <a:t>[Date]</a:t>
            </a:r>
          </a:p>
        </p:txBody>
      </p:sp>
      <p:sp>
        <p:nvSpPr>
          <p:cNvPr id="17" name="Rectangle 16">
            <a:extLst xmlns:a="http://schemas.openxmlformats.org/drawingml/2006/main">
              <a:ext uri="{FF2B5EF4-FFF2-40B4-BE49-F238E27FC236}">
                <a16:creationId xmlns:a16="http://schemas.microsoft.com/office/drawing/2014/main" id="{4C4BAD36-D319-E820-410D-209A9A879A6E}"/>
              </a:ext>
            </a:extLst>
          </p:cNvPr>
          <p:cNvSpPr>
            <a:spLocks xmlns:a="http://schemas.openxmlformats.org/drawingml/2006/main" noGrp="1"/>
          </p:cNvSpPr>
          <p:nvPr/>
        </p:nvSpPr>
        <p:spPr>
          <a:xfrm xmlns:a="http://schemas.openxmlformats.org/drawingml/2006/main">
            <a:off x="11399462" y="6450195"/>
            <a:ext cx="411480" cy="411480"/>
          </a:xfrm>
          <a:prstGeom xmlns:a="http://schemas.openxmlformats.org/drawingml/2006/main" prst="rect">
            <a:avLst/>
          </a:prstGeom>
          <a:solidFill xmlns:a="http://schemas.openxmlformats.org/drawingml/2006/main">
            <a:srgbClr val="B74237"/>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21" name="OTag"/>
          <p:cNvPicPr>
            <a:picLocks xmlns:a="http://schemas.openxmlformats.org/drawingml/2006/main" noChangeAspect="1"/>
          </p:cNvPicPr>
          <p:nvPr/>
        </p:nvPicPr>
        <p:blipFill>
          <a:blip xmlns:r="http://schemas.openxmlformats.org/officeDocument/2006/relationships" xmlns:a="http://schemas.openxmlformats.org/drawingml/2006/main" r:embed="Rb77075c0e4704da2"/>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9" name="Accent mark">
            <a:extLst xmlns:a="http://schemas.openxmlformats.org/drawingml/2006/main">
              <a:ext uri="{FF2B5EF4-FFF2-40B4-BE49-F238E27FC236}">
                <a16:creationId xmlns:a16="http://schemas.microsoft.com/office/drawing/2014/main" id="{EF7E4D86-EF60-0FEC-3E94-F74C96841A9C}"/>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 name="Subhead">
            <a:extLst xmlns:a="http://schemas.openxmlformats.org/drawingml/2006/main">
              <a:ext uri="{FF2B5EF4-FFF2-40B4-BE49-F238E27FC236}">
                <a16:creationId xmlns:a16="http://schemas.microsoft.com/office/drawing/2014/main" id="{A763B6F6-4DFA-26D0-D8A9-4B0B1409391D}"/>
              </a:ext>
            </a:extLst>
          </p:cNvPr>
          <p:cNvSpPr>
            <a:spLocks xmlns:a="http://schemas.openxmlformats.org/drawingml/2006/main" noGrp="1"/>
          </p:cNvSpPr>
          <p:nvPr>
            <p:ph type="body" idx="33" hasCustomPrompt="1"/>
          </p:nvPr>
        </p:nvSpPr>
        <p:spPr>
          <a:xfrm xmlns:a="http://schemas.openxmlformats.org/drawingml/2006/main">
            <a:off x="776689" y="4135193"/>
            <a:ext cx="438912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indent="0" algn="l">
              <a:lnSpc>
                <a:spcPct val="100000"/>
              </a:lnSpc>
              <a:spcBef>
                <a:spcPts val="600"/>
              </a:spcBef>
              <a:spcAft>
                <a:spcPts val="0"/>
              </a:spcAft>
              <a:buNone/>
              <a:defRPr sz="2000" b="0">
                <a:solidFill>
                  <a:schemeClr val="tx1"/>
                </a:solidFill>
              </a:defRPr>
            </a:lvl1pPr>
          </a:lstStyle>
          <a:p xmlns:a="http://schemas.openxmlformats.org/drawingml/2006/main">
            <a:pPr marL="0" indent="0" algn="l">
              <a:lnSpc>
                <a:spcPct val="90000"/>
              </a:lnSpc>
              <a:spcBef>
                <a:spcPts val="1000"/>
              </a:spcBef>
              <a:spcAft>
                <a:spcPts val="0"/>
              </a:spcAft>
              <a:buNone/>
            </a:pPr>
            <a:r>
              <a:t>Subhead goes here.</a:t>
            </a:r>
          </a:p>
        </p:txBody>
      </p:sp>
    </p:spTree>
  </p:cSld>
</p:sldLayout>
</file>

<file path=ppt/slideLayouts/slideLayout16.xml><?xml version="1.0" encoding="utf-8"?>
<p:sldLayout xmlns:p="http://schemas.openxmlformats.org/presentationml/2006/main" preserve="1" userDrawn="1">
  <p:cSld name="Dark- Divider_Image">
    <p:bg>
      <p:bgRef idx="1001">
        <a:schemeClr xmlns:a="http://schemas.openxmlformats.org/drawingml/2006/main" val="bg2"/>
      </p:bgRef>
    </p:bg>
    <p:spTree>
      <p:nvGrpSpPr>
        <p:cNvPr id="1" name=""/>
        <p:cNvGrpSpPr/>
        <p:nvPr/>
      </p:nvGrpSpPr>
      <p:grpSpPr>
        <a:xfrm xmlns:a="http://schemas.openxmlformats.org/drawingml/2006/main"/>
      </p:grpSpPr>
      <p:sp>
        <p:nvSpPr>
          <p:cNvPr id="16" name="Picture Placeholder 15">
            <a:extLst xmlns:a="http://schemas.openxmlformats.org/drawingml/2006/main">
              <a:ext uri="{FF2B5EF4-FFF2-40B4-BE49-F238E27FC236}">
                <a16:creationId xmlns:a16="http://schemas.microsoft.com/office/drawing/2014/main" id="{7A66C82B-D6A6-34D6-659C-66E009B70507}"/>
              </a:ext>
            </a:extLst>
          </p:cNvPr>
          <p:cNvSpPr>
            <a:spLocks xmlns:a="http://schemas.openxmlformats.org/drawingml/2006/main" noGrp="1"/>
          </p:cNvSpPr>
          <p:nvPr>
            <p:ph type="pic" idx="34" hasCustomPrompt="1"/>
          </p:nvPr>
        </p:nvSpPr>
        <p:spPr>
          <a:xfrm xmlns:a="http://schemas.openxmlformats.org/drawingml/2006/main">
            <a:off x="6096000" y="0"/>
            <a:ext cx="6099048" cy="6858000"/>
          </a:xfrm>
          <a:custGeom xmlns:a="http://schemas.openxmlformats.org/drawingml/2006/main">
            <a:rect l="l" t="t" r="r" b="b"/>
            <a:pathLst>
              <a:path w="6096000" h="6858000">
                <a:moveTo>
                  <a:pt x="0" y="0"/>
                </a:moveTo>
                <a:lnTo>
                  <a:pt x="6096000" y="0"/>
                </a:lnTo>
                <a:lnTo>
                  <a:pt x="6096000" y="6858000"/>
                </a:lnTo>
                <a:lnTo>
                  <a:pt x="5699731" y="6858000"/>
                </a:lnTo>
                <a:lnTo>
                  <a:pt x="5699731" y="6464808"/>
                </a:lnTo>
                <a:lnTo>
                  <a:pt x="5306539" y="6464808"/>
                </a:lnTo>
                <a:lnTo>
                  <a:pt x="5306539" y="6858000"/>
                </a:lnTo>
                <a:lnTo>
                  <a:pt x="0" y="6858000"/>
                </a:lnTo>
                <a:close/>
              </a:path>
            </a:pathLst>
          </a:custGeom>
          <a:solidFill xmlns:a="http://schemas.openxmlformats.org/drawingml/2006/main">
            <a:srgbClr val="AEA8A2"/>
          </a:solidFill>
        </p:spPr>
        <p:txBody>
          <a:bodyPr xmlns:a="http://schemas.openxmlformats.org/drawingml/2006/main" wrap="square" lIns="72000" tIns="72000" rIns="0">
            <a:noAutofit/>
          </a:bodyPr>
          <a:lstStyle xmlns:a="http://schemas.openxmlformats.org/drawingml/2006/main">
            <a:lvl1pPr algn="ctr">
              <a:buNone/>
              <a:defRPr sz="1400" b="0" i="0">
                <a:solidFill>
                  <a:srgbClr val="2A2F2F"/>
                </a:solidFill>
                <a:latin typeface="Oracle Sans Tab"/>
                <a:ea typeface="Oracle Sans Tab"/>
                <a:cs typeface="Oracle Sans Tab"/>
              </a:defRPr>
            </a:lvl1pPr>
          </a:lstStyle>
          <a:p xmlns:a="http://schemas.openxmlformats.org/drawingml/2006/main">
            <a:r>
              <a:t>Click to add photo or illustration</a:t>
            </a:r>
          </a:p>
        </p:txBody>
      </p:sp>
      <p:sp>
        <p:nvSpPr>
          <p:cNvPr id="7" name="Title 5">
            <a:extLst xmlns:a="http://schemas.openxmlformats.org/drawingml/2006/main">
              <a:ext uri="{FF2B5EF4-FFF2-40B4-BE49-F238E27FC236}">
                <a16:creationId xmlns:a16="http://schemas.microsoft.com/office/drawing/2014/main" id="{DE8EE698-DD9E-FCA6-2E7D-4B8B85A548EA}"/>
              </a:ext>
            </a:extLst>
          </p:cNvPr>
          <p:cNvSpPr>
            <a:spLocks xmlns:a="http://schemas.openxmlformats.org/drawingml/2006/main" noGrp="1"/>
          </p:cNvSpPr>
          <p:nvPr>
            <p:ph type="title" idx="0" hasCustomPrompt="1"/>
          </p:nvPr>
        </p:nvSpPr>
        <p:spPr>
          <a:xfrm xmlns:a="http://schemas.openxmlformats.org/drawingml/2006/main">
            <a:off x="768871" y="2337132"/>
            <a:ext cx="438912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95000"/>
              </a:lnSpc>
              <a:buNone/>
              <a:defRPr sz="4000" b="1" i="0">
                <a:latin typeface="Oracle Sans Tab"/>
                <a:ea typeface="Oracle Sans Tab"/>
                <a:cs typeface="Oracle Sans Tab"/>
              </a:defRPr>
            </a:lvl1pPr>
          </a:lstStyle>
          <a:p xmlns:a="http://schemas.openxmlformats.org/drawingml/2006/main">
            <a:pPr>
              <a:lnSpc>
                <a:spcPct val="100000"/>
              </a:lnSpc>
              <a:buNone/>
            </a:pPr>
            <a:r>
              <a:t>General divider with image</a:t>
            </a:r>
          </a:p>
        </p:txBody>
      </p:sp>
      <p:sp>
        <p:nvSpPr>
          <p:cNvPr id="8" name="Slide Number Placeholder 7">
            <a:extLst xmlns:a="http://schemas.openxmlformats.org/drawingml/2006/main">
              <a:ext uri="{FF2B5EF4-FFF2-40B4-BE49-F238E27FC236}">
                <a16:creationId xmlns:a16="http://schemas.microsoft.com/office/drawing/2014/main" id="{AC119101-EC6A-4B95-9940-BAB31432AD02}"/>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6077CD67-74FC-43EC-912B-8B74B34E5B81}"/>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F89127AD-303E-4148-925B-F8D854942DC9}"/>
              </a:ext>
            </a:extLst>
          </p:cNvPr>
          <p:cNvSpPr>
            <a:spLocks xmlns:a="http://schemas.openxmlformats.org/drawingml/2006/main" noGrp="1"/>
          </p:cNvSpPr>
          <p:nvPr>
            <p:ph type="dt" idx="10"/>
          </p:nvPr>
        </p:nvSpPr>
        <p:spPr>
          <a:xfrm xmlns:a="http://schemas.openxmlformats.org/drawingml/2006/main">
            <a:off x="6873138" y="6905938"/>
            <a:ext cx="2743200" cy="363500"/>
          </a:xfrm>
        </p:spPr>
        <p:txBody>
          <a:bodyPr xmlns:a="http://schemas.openxmlformats.org/drawingml/2006/main"/>
          <a:lstStyle xmlns:a="http://schemas.openxmlformats.org/drawingml/2006/main"/>
          <a:p xmlns:a="http://schemas.openxmlformats.org/drawingml/2006/main">
            <a:r>
              <a:t>[Date]</a:t>
            </a:r>
          </a:p>
        </p:txBody>
      </p:sp>
      <p:sp>
        <p:nvSpPr>
          <p:cNvPr id="17" name="Rectangle 16">
            <a:extLst xmlns:a="http://schemas.openxmlformats.org/drawingml/2006/main">
              <a:ext uri="{FF2B5EF4-FFF2-40B4-BE49-F238E27FC236}">
                <a16:creationId xmlns:a16="http://schemas.microsoft.com/office/drawing/2014/main" id="{4C4BAD36-D319-E820-410D-209A9A879A6E}"/>
              </a:ext>
            </a:extLst>
          </p:cNvPr>
          <p:cNvSpPr>
            <a:spLocks xmlns:a="http://schemas.openxmlformats.org/drawingml/2006/main" noGrp="1"/>
          </p:cNvSpPr>
          <p:nvPr/>
        </p:nvSpPr>
        <p:spPr>
          <a:xfrm xmlns:a="http://schemas.openxmlformats.org/drawingml/2006/main">
            <a:off x="11399462" y="6450195"/>
            <a:ext cx="411480" cy="411480"/>
          </a:xfrm>
          <a:prstGeom xmlns:a="http://schemas.openxmlformats.org/drawingml/2006/main" prst="rect">
            <a:avLst/>
          </a:prstGeom>
          <a:solidFill xmlns:a="http://schemas.openxmlformats.org/drawingml/2006/main">
            <a:srgbClr val="B74237"/>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22" name="OTag"/>
          <p:cNvPicPr>
            <a:picLocks xmlns:a="http://schemas.openxmlformats.org/drawingml/2006/main" noChangeAspect="1"/>
          </p:cNvPicPr>
          <p:nvPr/>
        </p:nvPicPr>
        <p:blipFill>
          <a:blip xmlns:r="http://schemas.openxmlformats.org/officeDocument/2006/relationships" xmlns:a="http://schemas.openxmlformats.org/drawingml/2006/main" r:embed="R1086eb936b4747c0"/>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D8947E02-814A-79D0-C68B-4A7749394CC0}"/>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Subhead">
            <a:extLst xmlns:a="http://schemas.openxmlformats.org/drawingml/2006/main">
              <a:ext uri="{FF2B5EF4-FFF2-40B4-BE49-F238E27FC236}">
                <a16:creationId xmlns:a16="http://schemas.microsoft.com/office/drawing/2014/main" id="{C91DD99A-805D-7654-58A3-D6532DB17964}"/>
              </a:ext>
            </a:extLst>
          </p:cNvPr>
          <p:cNvSpPr>
            <a:spLocks xmlns:a="http://schemas.openxmlformats.org/drawingml/2006/main" noGrp="1"/>
          </p:cNvSpPr>
          <p:nvPr>
            <p:ph type="body" idx="33" hasCustomPrompt="1"/>
          </p:nvPr>
        </p:nvSpPr>
        <p:spPr>
          <a:xfrm xmlns:a="http://schemas.openxmlformats.org/drawingml/2006/main">
            <a:off x="776689" y="4135193"/>
            <a:ext cx="438912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indent="0" algn="l">
              <a:lnSpc>
                <a:spcPct val="100000"/>
              </a:lnSpc>
              <a:spcBef>
                <a:spcPts val="600"/>
              </a:spcBef>
              <a:spcAft>
                <a:spcPts val="0"/>
              </a:spcAft>
              <a:buNone/>
              <a:defRPr sz="2000" b="0">
                <a:solidFill>
                  <a:schemeClr val="tx1"/>
                </a:solidFill>
              </a:defRPr>
            </a:lvl1pPr>
          </a:lstStyle>
          <a:p xmlns:a="http://schemas.openxmlformats.org/drawingml/2006/main">
            <a:pPr marL="0" indent="0" algn="l">
              <a:lnSpc>
                <a:spcPct val="90000"/>
              </a:lnSpc>
              <a:spcBef>
                <a:spcPts val="1000"/>
              </a:spcBef>
              <a:spcAft>
                <a:spcPts val="0"/>
              </a:spcAft>
              <a:buNone/>
            </a:pPr>
            <a:r>
              <a:t>Subhead goes here.</a:t>
            </a:r>
          </a:p>
        </p:txBody>
      </p:sp>
    </p:spTree>
  </p:cSld>
</p:sldLayout>
</file>

<file path=ppt/slideLayouts/slideLayout17.xml><?xml version="1.0" encoding="utf-8"?>
<p:sldLayout xmlns:p="http://schemas.openxmlformats.org/presentationml/2006/main" preserve="1" userDrawn="1">
  <p:cSld name="Light - Divider">
    <p:bg>
      <p:bgPr>
        <a:blipFill xmlns:a="http://schemas.openxmlformats.org/drawingml/2006/main" rotWithShape="1">
          <a:blip xmlns:r="http://schemas.openxmlformats.org/officeDocument/2006/relationships" r:embed="Ra5d419af7b81463a">
            <a:lum/>
          </a:blip>
          <a:srcRect l="0" t="0" r="0" b="0"/>
          <a:stretch>
            <a:fillRect l="0" t="0" r="0" b="0"/>
          </a:stretch>
        </a:blipFill>
      </p:bgPr>
    </p:bg>
    <p:spTree>
      <p:nvGrpSpPr>
        <p:cNvPr id="1" name=""/>
        <p:cNvGrpSpPr/>
        <p:nvPr/>
      </p:nvGrpSpPr>
      <p:grpSpPr>
        <a:xfrm xmlns:a="http://schemas.openxmlformats.org/drawingml/2006/main"/>
      </p:grpSpPr>
      <p:sp>
        <p:nvSpPr>
          <p:cNvPr id="4" name="Title 5">
            <a:extLst xmlns:a="http://schemas.openxmlformats.org/drawingml/2006/main">
              <a:ext uri="{FF2B5EF4-FFF2-40B4-BE49-F238E27FC236}">
                <a16:creationId xmlns:a16="http://schemas.microsoft.com/office/drawing/2014/main" id="{1789F089-C8C8-AD9E-8C9E-E12DE8E679BF}"/>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a:lnSpc>
                <a:spcPct val="100000"/>
              </a:lnSpc>
              <a:buNone/>
            </a:pPr>
            <a:r>
              <a:t>Cross-pillar, Industries, and General Divider Title</a:t>
            </a:r>
          </a:p>
        </p:txBody>
      </p:sp>
      <p:sp>
        <p:nvSpPr>
          <p:cNvPr id="10" name="Subhead">
            <a:extLst xmlns:a="http://schemas.openxmlformats.org/drawingml/2006/main">
              <a:ext uri="{FF2B5EF4-FFF2-40B4-BE49-F238E27FC236}">
                <a16:creationId xmlns:a16="http://schemas.microsoft.com/office/drawing/2014/main" id="{7698EDA6-BDA7-E689-E9CF-BD4E37893702}"/>
              </a:ext>
            </a:extLst>
          </p:cNvPr>
          <p:cNvSpPr>
            <a:spLocks xmlns:a="http://schemas.openxmlformats.org/drawingml/2006/main" noGrp="1"/>
          </p:cNvSpPr>
          <p:nvPr>
            <p:ph type="body" idx="33" hasCustomPrompt="1"/>
          </p:nvPr>
        </p:nvSpPr>
        <p:spPr>
          <a:xfrm xmlns:a="http://schemas.openxmlformats.org/drawingml/2006/main">
            <a:off x="776689" y="4135193"/>
            <a:ext cx="621792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indent="0" algn="l">
              <a:lnSpc>
                <a:spcPct val="100000"/>
              </a:lnSpc>
              <a:spcBef>
                <a:spcPts val="600"/>
              </a:spcBef>
              <a:spcAft>
                <a:spcPts val="0"/>
              </a:spcAft>
              <a:buNone/>
              <a:defRPr sz="2000" b="0">
                <a:solidFill>
                  <a:schemeClr val="tx1"/>
                </a:solidFill>
              </a:defRPr>
            </a:lvl1pPr>
          </a:lstStyle>
          <a:p xmlns:a="http://schemas.openxmlformats.org/drawingml/2006/main">
            <a:pPr marL="0" indent="0" algn="l">
              <a:lnSpc>
                <a:spcPct val="90000"/>
              </a:lnSpc>
              <a:spcBef>
                <a:spcPts val="1000"/>
              </a:spcBef>
              <a:spcAft>
                <a:spcPts val="0"/>
              </a:spcAft>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AC119101-EC6A-4B95-9940-BAB31432AD02}"/>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6077CD67-74FC-43EC-912B-8B74B34E5B81}"/>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F89127AD-303E-4148-925B-F8D854942DC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93FBA7AF-1061-9E4C-9196-2D8F59748DFB}"/>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18.xml><?xml version="1.0" encoding="utf-8"?>
<p:sldLayout xmlns:p="http://schemas.openxmlformats.org/presentationml/2006/main" preserve="1" userDrawn="1">
  <p:cSld name="Dark - Divider">
    <p:bg>
      <p:bgPr>
        <a:blipFill xmlns:a="http://schemas.openxmlformats.org/drawingml/2006/main" rotWithShape="1">
          <a:blip xmlns:r="http://schemas.openxmlformats.org/officeDocument/2006/relationships" r:embed="R163ff69f1f744c25">
            <a:lum/>
          </a:blip>
          <a:srcRect l="0" t="0" r="0" b="0"/>
          <a:stretch>
            <a:fillRect l="0" t="0" r="0" b="0"/>
          </a:stretch>
        </a:blipFill>
      </p:bgPr>
    </p:bg>
    <p:spTree>
      <p:nvGrpSpPr>
        <p:cNvPr id="1" name=""/>
        <p:cNvGrpSpPr/>
        <p:nvPr/>
      </p:nvGrpSpPr>
      <p:grpSpPr>
        <a:xfrm xmlns:a="http://schemas.openxmlformats.org/drawingml/2006/main"/>
      </p:grpSpPr>
      <p:sp>
        <p:nvSpPr>
          <p:cNvPr id="4" name="Title 5">
            <a:extLst xmlns:a="http://schemas.openxmlformats.org/drawingml/2006/main">
              <a:ext uri="{FF2B5EF4-FFF2-40B4-BE49-F238E27FC236}">
                <a16:creationId xmlns:a16="http://schemas.microsoft.com/office/drawing/2014/main" id="{1232B6FB-CB36-8E10-0171-4DD434FB37AC}"/>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a:lnSpc>
                <a:spcPct val="100000"/>
              </a:lnSpc>
              <a:buNone/>
            </a:pPr>
            <a:r>
              <a:t>Cross-pillar, Industries, and General Divider Title</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indent="0" algn="l">
              <a:lnSpc>
                <a:spcPct val="100000"/>
              </a:lnSpc>
              <a:spcBef>
                <a:spcPts val="600"/>
              </a:spcBef>
              <a:spcAft>
                <a:spcPts val="0"/>
              </a:spcAft>
              <a:buNone/>
              <a:defRPr sz="2000" b="0">
                <a:solidFill>
                  <a:schemeClr val="tx1"/>
                </a:solidFill>
              </a:defRPr>
            </a:lvl1pPr>
          </a:lstStyle>
          <a:p xmlns:a="http://schemas.openxmlformats.org/drawingml/2006/main">
            <a:pPr marL="0" indent="0" algn="l">
              <a:lnSpc>
                <a:spcPct val="90000"/>
              </a:lnSpc>
              <a:spcBef>
                <a:spcPts val="1000"/>
              </a:spcBef>
              <a:spcAft>
                <a:spcPts val="0"/>
              </a:spcAft>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82"/>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4000"/>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6"/>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FCC5560E-F594-D1CD-5CDD-54514D4DAED9}"/>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19.xml><?xml version="1.0" encoding="utf-8"?>
<p:sldLayout xmlns:p="http://schemas.openxmlformats.org/presentationml/2006/main" preserve="1" userDrawn="1">
  <p:cSld name="Light - Divider - 2">
    <p:bg>
      <p:bgPr>
        <a:blipFill xmlns:a="http://schemas.openxmlformats.org/drawingml/2006/main" rotWithShape="1">
          <a:blip xmlns:r="http://schemas.openxmlformats.org/officeDocument/2006/relationships" r:embed="R024f062d0c074892">
            <a:lum/>
          </a:blip>
          <a:srcRect l="0" t="0" r="0" b="0"/>
          <a:stretch>
            <a:fillRect l="0" t="0" r="0" b="0"/>
          </a:stretch>
        </a:blipFill>
      </p:bgPr>
    </p:bg>
    <p:spTree>
      <p:nvGrpSpPr>
        <p:cNvPr id="1" name=""/>
        <p:cNvGrpSpPr/>
        <p:nvPr/>
      </p:nvGrpSpPr>
      <p:grpSpPr>
        <a:xfrm xmlns:a="http://schemas.openxmlformats.org/drawingml/2006/main"/>
      </p:grpSpPr>
      <p:sp>
        <p:nvSpPr>
          <p:cNvPr id="4" name="Title 5">
            <a:extLst xmlns:a="http://schemas.openxmlformats.org/drawingml/2006/main">
              <a:ext uri="{FF2B5EF4-FFF2-40B4-BE49-F238E27FC236}">
                <a16:creationId xmlns:a16="http://schemas.microsoft.com/office/drawing/2014/main" id="{1789F089-C8C8-AD9E-8C9E-E12DE8E679BF}"/>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a:lnSpc>
                <a:spcPct val="100000"/>
              </a:lnSpc>
              <a:buNone/>
            </a:pPr>
            <a:r>
              <a:t>Cross-pillar, Industries, and General Divider Title</a:t>
            </a:r>
          </a:p>
        </p:txBody>
      </p:sp>
      <p:sp>
        <p:nvSpPr>
          <p:cNvPr id="10" name="Subhead">
            <a:extLst xmlns:a="http://schemas.openxmlformats.org/drawingml/2006/main">
              <a:ext uri="{FF2B5EF4-FFF2-40B4-BE49-F238E27FC236}">
                <a16:creationId xmlns:a16="http://schemas.microsoft.com/office/drawing/2014/main" id="{7698EDA6-BDA7-E689-E9CF-BD4E37893702}"/>
              </a:ext>
            </a:extLst>
          </p:cNvPr>
          <p:cNvSpPr>
            <a:spLocks xmlns:a="http://schemas.openxmlformats.org/drawingml/2006/main" noGrp="1"/>
          </p:cNvSpPr>
          <p:nvPr>
            <p:ph type="body" idx="33" hasCustomPrompt="1"/>
          </p:nvPr>
        </p:nvSpPr>
        <p:spPr>
          <a:xfrm xmlns:a="http://schemas.openxmlformats.org/drawingml/2006/main">
            <a:off x="776689" y="4135193"/>
            <a:ext cx="621792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indent="0" algn="l">
              <a:lnSpc>
                <a:spcPct val="100000"/>
              </a:lnSpc>
              <a:spcBef>
                <a:spcPts val="600"/>
              </a:spcBef>
              <a:spcAft>
                <a:spcPts val="0"/>
              </a:spcAft>
              <a:buNone/>
              <a:defRPr sz="2000" b="0">
                <a:solidFill>
                  <a:schemeClr val="tx1"/>
                </a:solidFill>
              </a:defRPr>
            </a:lvl1pPr>
          </a:lstStyle>
          <a:p xmlns:a="http://schemas.openxmlformats.org/drawingml/2006/main">
            <a:pPr marL="0" indent="0" algn="l">
              <a:lnSpc>
                <a:spcPct val="90000"/>
              </a:lnSpc>
              <a:spcBef>
                <a:spcPts val="1000"/>
              </a:spcBef>
              <a:spcAft>
                <a:spcPts val="0"/>
              </a:spcAft>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AC119101-EC6A-4B95-9940-BAB31432AD02}"/>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6077CD67-74FC-43EC-912B-8B74B34E5B81}"/>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F89127AD-303E-4148-925B-F8D854942DC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93FBA7AF-1061-9E4C-9196-2D8F59748DFB}"/>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20.xml><?xml version="1.0" encoding="utf-8"?>
<p:sldLayout xmlns:p="http://schemas.openxmlformats.org/presentationml/2006/main" preserve="1" userDrawn="1">
  <p:cSld name="Dark - Divider - 2">
    <p:bg>
      <p:bgPr>
        <a:blipFill xmlns:a="http://schemas.openxmlformats.org/drawingml/2006/main" rotWithShape="1">
          <a:blip xmlns:r="http://schemas.openxmlformats.org/officeDocument/2006/relationships" r:embed="R1bab75785d7d47bd">
            <a:lum/>
          </a:blip>
          <a:srcRect l="0" t="0" r="0" b="0"/>
          <a:stretch>
            <a:fillRect l="0" t="0" r="0" b="0"/>
          </a:stretch>
        </a:blipFill>
      </p:bgPr>
    </p:bg>
    <p:spTree>
      <p:nvGrpSpPr>
        <p:cNvPr id="1" name=""/>
        <p:cNvGrpSpPr/>
        <p:nvPr/>
      </p:nvGrpSpPr>
      <p:grpSpPr>
        <a:xfrm xmlns:a="http://schemas.openxmlformats.org/drawingml/2006/main"/>
      </p:grpSpPr>
      <p:sp>
        <p:nvSpPr>
          <p:cNvPr id="4" name="Title 5">
            <a:extLst xmlns:a="http://schemas.openxmlformats.org/drawingml/2006/main">
              <a:ext uri="{FF2B5EF4-FFF2-40B4-BE49-F238E27FC236}">
                <a16:creationId xmlns:a16="http://schemas.microsoft.com/office/drawing/2014/main" id="{1232B6FB-CB36-8E10-0171-4DD434FB37AC}"/>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a:lnSpc>
                <a:spcPct val="100000"/>
              </a:lnSpc>
              <a:buNone/>
            </a:pPr>
            <a:r>
              <a:t>Cross-pillar, Industries, and General Divider Title</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indent="0" algn="l">
              <a:lnSpc>
                <a:spcPct val="100000"/>
              </a:lnSpc>
              <a:spcBef>
                <a:spcPts val="600"/>
              </a:spcBef>
              <a:spcAft>
                <a:spcPts val="0"/>
              </a:spcAft>
              <a:buNone/>
              <a:defRPr sz="2000" b="0">
                <a:solidFill>
                  <a:schemeClr val="tx1"/>
                </a:solidFill>
              </a:defRPr>
            </a:lvl1pPr>
          </a:lstStyle>
          <a:p xmlns:a="http://schemas.openxmlformats.org/drawingml/2006/main">
            <a:pPr marL="0" indent="0" algn="l">
              <a:lnSpc>
                <a:spcPct val="90000"/>
              </a:lnSpc>
              <a:spcBef>
                <a:spcPts val="1000"/>
              </a:spcBef>
              <a:spcAft>
                <a:spcPts val="0"/>
              </a:spcAft>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82"/>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4000"/>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6"/>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FCC5560E-F594-D1CD-5CDD-54514D4DAED9}"/>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21.xml><?xml version="1.0" encoding="utf-8"?>
<p:sldLayout xmlns:p="http://schemas.openxmlformats.org/presentationml/2006/main" preserve="1" userDrawn="1">
  <p:cSld name="Divider_3">
    <p:bg>
      <p:bgPr>
        <a:blipFill xmlns:a="http://schemas.openxmlformats.org/drawingml/2006/main" rotWithShape="1">
          <a:blip xmlns:r="http://schemas.openxmlformats.org/officeDocument/2006/relationships" r:embed="Rf172ca26c560427d">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a:lnSpc>
                <a:spcPct val="100000"/>
              </a:lnSpc>
              <a:buNone/>
            </a:pPr>
            <a:r>
              <a:t>Health &amp; Life Sciences </a:t>
            </a:r>
            <a:br/>
            <a:r>
              <a:t>section title</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indent="0" algn="l">
              <a:lnSpc>
                <a:spcPct val="100000"/>
              </a:lnSpc>
              <a:spcBef>
                <a:spcPts val="600"/>
              </a:spcBef>
              <a:spcAft>
                <a:spcPts val="0"/>
              </a:spcAft>
              <a:buNone/>
              <a:defRPr sz="2000" b="0">
                <a:solidFill>
                  <a:schemeClr val="tx1"/>
                </a:solidFill>
              </a:defRPr>
            </a:lvl1pPr>
          </a:lstStyle>
          <a:p xmlns:a="http://schemas.openxmlformats.org/drawingml/2006/main">
            <a:pPr marL="0" indent="0" algn="l">
              <a:lnSpc>
                <a:spcPct val="90000"/>
              </a:lnSpc>
              <a:spcBef>
                <a:spcPts val="1000"/>
              </a:spcBef>
              <a:spcAft>
                <a:spcPts val="0"/>
              </a:spcAft>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B4CEE7C3-7EA8-C568-7AA2-03C7BCB4D729}"/>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22.xml><?xml version="1.0" encoding="utf-8"?>
<p:sldLayout xmlns:p="http://schemas.openxmlformats.org/presentationml/2006/main" preserve="1" userDrawn="1">
  <p:cSld name="Divider_4">
    <p:bg>
      <p:bgPr>
        <a:blipFill xmlns:a="http://schemas.openxmlformats.org/drawingml/2006/main" rotWithShape="1">
          <a:blip xmlns:r="http://schemas.openxmlformats.org/officeDocument/2006/relationships" r:embed="R1d7c2b3a11a748dc">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a:lnSpc>
                <a:spcPct val="100000"/>
              </a:lnSpc>
              <a:buNone/>
            </a:pPr>
            <a:r>
              <a:t>Fusion Suite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indent="0" algn="l">
              <a:lnSpc>
                <a:spcPct val="100000"/>
              </a:lnSpc>
              <a:spcBef>
                <a:spcPts val="600"/>
              </a:spcBef>
              <a:spcAft>
                <a:spcPts val="0"/>
              </a:spcAft>
              <a:buNone/>
              <a:defRPr sz="2000" b="0">
                <a:solidFill>
                  <a:schemeClr val="tx1"/>
                </a:solidFill>
              </a:defRPr>
            </a:lvl1pPr>
          </a:lstStyle>
          <a:p xmlns:a="http://schemas.openxmlformats.org/drawingml/2006/main">
            <a:pPr marL="0" indent="0" algn="l">
              <a:lnSpc>
                <a:spcPct val="90000"/>
              </a:lnSpc>
              <a:spcBef>
                <a:spcPts val="1000"/>
              </a:spcBef>
              <a:spcAft>
                <a:spcPts val="0"/>
              </a:spcAft>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C6A04EFB-5851-0CBD-D5AD-B20EA6137C7E}"/>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23.xml><?xml version="1.0" encoding="utf-8"?>
<p:sldLayout xmlns:p="http://schemas.openxmlformats.org/presentationml/2006/main" preserve="1" userDrawn="1">
  <p:cSld name="Divider_5">
    <p:bg>
      <p:bgPr>
        <a:blipFill xmlns:a="http://schemas.openxmlformats.org/drawingml/2006/main" rotWithShape="1">
          <a:blip xmlns:r="http://schemas.openxmlformats.org/officeDocument/2006/relationships" r:embed="R34e5a99f7b3f4794">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95000"/>
              </a:lnSpc>
              <a:buNone/>
              <a:defRPr sz="4000" b="1" i="0">
                <a:latin typeface="Oracle Sans Tab"/>
                <a:ea typeface="Oracle Sans Tab"/>
                <a:cs typeface="Oracle Sans Tab"/>
              </a:defRPr>
            </a:lvl1pPr>
          </a:lstStyle>
          <a:p xmlns:a="http://schemas.openxmlformats.org/drawingml/2006/main">
            <a:pPr>
              <a:lnSpc>
                <a:spcPct val="100000"/>
              </a:lnSpc>
              <a:buNone/>
            </a:pPr>
            <a:r>
              <a:t>SCM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indent="0" algn="l">
              <a:lnSpc>
                <a:spcPct val="100000"/>
              </a:lnSpc>
              <a:spcBef>
                <a:spcPts val="600"/>
              </a:spcBef>
              <a:spcAft>
                <a:spcPts val="0"/>
              </a:spcAft>
              <a:buNone/>
              <a:defRPr sz="2000" b="0">
                <a:solidFill>
                  <a:schemeClr val="tx1"/>
                </a:solidFill>
              </a:defRPr>
            </a:lvl1pPr>
          </a:lstStyle>
          <a:p xmlns:a="http://schemas.openxmlformats.org/drawingml/2006/main">
            <a:pPr marL="0" indent="0" algn="l">
              <a:lnSpc>
                <a:spcPct val="90000"/>
              </a:lnSpc>
              <a:spcBef>
                <a:spcPts val="1000"/>
              </a:spcBef>
              <a:spcAft>
                <a:spcPts val="0"/>
              </a:spcAft>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61CB4AAC-156D-8F42-3B43-592451DF558D}"/>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24.xml><?xml version="1.0" encoding="utf-8"?>
<p:sldLayout xmlns:p="http://schemas.openxmlformats.org/presentationml/2006/main" preserve="1" userDrawn="1">
  <p:cSld name="Divider_6">
    <p:bg>
      <p:bgPr>
        <a:blipFill xmlns:a="http://schemas.openxmlformats.org/drawingml/2006/main" rotWithShape="1">
          <a:blip xmlns:r="http://schemas.openxmlformats.org/officeDocument/2006/relationships" r:embed="R7a2796fafb0b42ee">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95000"/>
              </a:lnSpc>
              <a:buNone/>
              <a:defRPr sz="4000" b="1" i="0">
                <a:latin typeface="Oracle Sans Tab"/>
                <a:ea typeface="Oracle Sans Tab"/>
                <a:cs typeface="Oracle Sans Tab"/>
              </a:defRPr>
            </a:lvl1pPr>
          </a:lstStyle>
          <a:p xmlns:a="http://schemas.openxmlformats.org/drawingml/2006/main">
            <a:pPr>
              <a:lnSpc>
                <a:spcPct val="100000"/>
              </a:lnSpc>
              <a:buNone/>
            </a:pPr>
            <a:r>
              <a:t>ERP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indent="0" algn="l">
              <a:lnSpc>
                <a:spcPct val="100000"/>
              </a:lnSpc>
              <a:spcBef>
                <a:spcPts val="600"/>
              </a:spcBef>
              <a:spcAft>
                <a:spcPts val="0"/>
              </a:spcAft>
              <a:buNone/>
              <a:defRPr sz="2000" b="0">
                <a:solidFill>
                  <a:schemeClr val="tx1"/>
                </a:solidFill>
              </a:defRPr>
            </a:lvl1pPr>
          </a:lstStyle>
          <a:p xmlns:a="http://schemas.openxmlformats.org/drawingml/2006/main">
            <a:pPr marL="0" indent="0" algn="l">
              <a:lnSpc>
                <a:spcPct val="90000"/>
              </a:lnSpc>
              <a:spcBef>
                <a:spcPts val="1000"/>
              </a:spcBef>
              <a:spcAft>
                <a:spcPts val="0"/>
              </a:spcAft>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82"/>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4000"/>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6"/>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BADA839C-E71A-1637-3B8E-ADCB8BC4BE79}"/>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25.xml><?xml version="1.0" encoding="utf-8"?>
<p:sldLayout xmlns:p="http://schemas.openxmlformats.org/presentationml/2006/main" preserve="1" userDrawn="1">
  <p:cSld name="Divider_7">
    <p:bg>
      <p:bgPr>
        <a:blipFill xmlns:a="http://schemas.openxmlformats.org/drawingml/2006/main" rotWithShape="1">
          <a:blip xmlns:r="http://schemas.openxmlformats.org/officeDocument/2006/relationships" r:embed="Rd7da5b2c91c24714">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a:lnSpc>
                <a:spcPct val="100000"/>
              </a:lnSpc>
              <a:buNone/>
            </a:pPr>
            <a:r>
              <a:t>HCM Section </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indent="0" algn="l">
              <a:lnSpc>
                <a:spcPct val="100000"/>
              </a:lnSpc>
              <a:spcBef>
                <a:spcPts val="600"/>
              </a:spcBef>
              <a:spcAft>
                <a:spcPts val="0"/>
              </a:spcAft>
              <a:buNone/>
              <a:defRPr sz="2000" b="0">
                <a:solidFill>
                  <a:schemeClr val="tx1"/>
                </a:solidFill>
              </a:defRPr>
            </a:lvl1pPr>
          </a:lstStyle>
          <a:p xmlns:a="http://schemas.openxmlformats.org/drawingml/2006/main">
            <a:pPr marL="0" indent="0" algn="l">
              <a:lnSpc>
                <a:spcPct val="90000"/>
              </a:lnSpc>
              <a:spcBef>
                <a:spcPts val="1000"/>
              </a:spcBef>
              <a:spcAft>
                <a:spcPts val="0"/>
              </a:spcAft>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82"/>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4000"/>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6"/>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AD2D13D9-5F9B-66C0-EF23-46B9931F9314}"/>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26.xml><?xml version="1.0" encoding="utf-8"?>
<p:sldLayout xmlns:p="http://schemas.openxmlformats.org/presentationml/2006/main" preserve="1" userDrawn="1">
  <p:cSld name="Divider_8">
    <p:bg>
      <p:bgPr>
        <a:blipFill xmlns:a="http://schemas.openxmlformats.org/drawingml/2006/main" rotWithShape="1">
          <a:blip xmlns:r="http://schemas.openxmlformats.org/officeDocument/2006/relationships" r:embed="R15bc28544d8d4b2b">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a:lnSpc>
                <a:spcPct val="100000"/>
              </a:lnSpc>
              <a:buNone/>
            </a:pPr>
            <a:r>
              <a:t>CX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indent="0" algn="l">
              <a:lnSpc>
                <a:spcPct val="100000"/>
              </a:lnSpc>
              <a:spcBef>
                <a:spcPts val="600"/>
              </a:spcBef>
              <a:spcAft>
                <a:spcPts val="0"/>
              </a:spcAft>
              <a:buNone/>
              <a:defRPr sz="2000" b="0">
                <a:solidFill>
                  <a:schemeClr val="tx1"/>
                </a:solidFill>
              </a:defRPr>
            </a:lvl1pPr>
          </a:lstStyle>
          <a:p xmlns:a="http://schemas.openxmlformats.org/drawingml/2006/main">
            <a:pPr marL="0" indent="0" algn="l">
              <a:lnSpc>
                <a:spcPct val="90000"/>
              </a:lnSpc>
              <a:spcBef>
                <a:spcPts val="1000"/>
              </a:spcBef>
              <a:spcAft>
                <a:spcPts val="0"/>
              </a:spcAft>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9FE68091-5CE6-8692-5C8A-45B15B0580ED}"/>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27.xml><?xml version="1.0" encoding="utf-8"?>
<p:sldLayout xmlns:p="http://schemas.openxmlformats.org/presentationml/2006/main" preserve="1" userDrawn="1">
  <p:cSld name="Divider_9">
    <p:bg>
      <p:bgPr>
        <a:blipFill xmlns:a="http://schemas.openxmlformats.org/drawingml/2006/main" rotWithShape="1">
          <a:blip xmlns:r="http://schemas.openxmlformats.org/officeDocument/2006/relationships" r:embed="R7744d6a2ceb047fe">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a:lnSpc>
                <a:spcPct val="100000"/>
              </a:lnSpc>
              <a:buNone/>
            </a:pPr>
            <a:r>
              <a:t>OCI and database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indent="0" algn="l">
              <a:lnSpc>
                <a:spcPct val="100000"/>
              </a:lnSpc>
              <a:spcBef>
                <a:spcPts val="600"/>
              </a:spcBef>
              <a:spcAft>
                <a:spcPts val="0"/>
              </a:spcAft>
              <a:buNone/>
              <a:defRPr sz="2000" b="0">
                <a:solidFill>
                  <a:schemeClr val="tx1"/>
                </a:solidFill>
              </a:defRPr>
            </a:lvl1pPr>
          </a:lstStyle>
          <a:p xmlns:a="http://schemas.openxmlformats.org/drawingml/2006/main">
            <a:pPr marL="0" indent="0" algn="l">
              <a:lnSpc>
                <a:spcPct val="90000"/>
              </a:lnSpc>
              <a:spcBef>
                <a:spcPts val="1000"/>
              </a:spcBef>
              <a:spcAft>
                <a:spcPts val="0"/>
              </a:spcAft>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4364F74D-D1B7-957A-69E2-40ADCE3043EE}"/>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28.xml><?xml version="1.0" encoding="utf-8"?>
<p:sldLayout xmlns:p="http://schemas.openxmlformats.org/presentationml/2006/main" preserve="1" userDrawn="1">
  <p:cSld name="Divider_10">
    <p:bg>
      <p:bgPr>
        <a:blipFill xmlns:a="http://schemas.openxmlformats.org/drawingml/2006/main" rotWithShape="1">
          <a:blip xmlns:r="http://schemas.openxmlformats.org/officeDocument/2006/relationships" r:embed="R42854125781244f7">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a:lnSpc>
                <a:spcPct val="100000"/>
              </a:lnSpc>
              <a:buNone/>
            </a:pPr>
            <a:r>
              <a:t>Dev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indent="0" algn="l">
              <a:lnSpc>
                <a:spcPct val="100000"/>
              </a:lnSpc>
              <a:spcBef>
                <a:spcPts val="600"/>
              </a:spcBef>
              <a:spcAft>
                <a:spcPts val="0"/>
              </a:spcAft>
              <a:buNone/>
              <a:defRPr sz="2000" b="0">
                <a:solidFill>
                  <a:schemeClr val="tx1"/>
                </a:solidFill>
              </a:defRPr>
            </a:lvl1pPr>
          </a:lstStyle>
          <a:p xmlns:a="http://schemas.openxmlformats.org/drawingml/2006/main">
            <a:pPr marL="0" indent="0" algn="l">
              <a:lnSpc>
                <a:spcPct val="90000"/>
              </a:lnSpc>
              <a:spcBef>
                <a:spcPts val="1000"/>
              </a:spcBef>
              <a:spcAft>
                <a:spcPts val="0"/>
              </a:spcAft>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C6A04EFB-5851-0CBD-D5AD-B20EA6137C7E}"/>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29.xml><?xml version="1.0" encoding="utf-8"?>
<p:sldLayout xmlns:p="http://schemas.openxmlformats.org/presentationml/2006/main" preserve="1" userDrawn="1">
  <p:cSld name="Dark - Impact Statement">
    <p:bg>
      <p:bgPr>
        <a:blipFill xmlns:a="http://schemas.openxmlformats.org/drawingml/2006/main" rotWithShape="1">
          <a:blip xmlns:r="http://schemas.openxmlformats.org/officeDocument/2006/relationships" r:embed="Rf651a008232547b5">
            <a:lum/>
          </a:blip>
          <a:srcRect l="0" t="0" r="0" b="0"/>
          <a:stretch>
            <a:fillRect l="0" t="0" r="0" b="0"/>
          </a:stretch>
        </a:blipFill>
      </p:bgPr>
    </p:bg>
    <p:spTree>
      <p:nvGrpSpPr>
        <p:cNvPr id="1" name=""/>
        <p:cNvGrpSpPr/>
        <p:nvPr/>
      </p:nvGrpSpPr>
      <p:grpSpPr>
        <a:xfrm xmlns:a="http://schemas.openxmlformats.org/drawingml/2006/main"/>
      </p:grpSpPr>
      <p:sp>
        <p:nvSpPr>
          <p:cNvPr id="13" name="Title 12">
            <a:extLst xmlns:a="http://schemas.openxmlformats.org/drawingml/2006/main">
              <a:ext uri="{FF2B5EF4-FFF2-40B4-BE49-F238E27FC236}">
                <a16:creationId xmlns:a16="http://schemas.microsoft.com/office/drawing/2014/main" id="{B4B5BB6C-77A2-4299-98DB-F23A8BBC354D}"/>
              </a:ext>
            </a:extLst>
          </p:cNvPr>
          <p:cNvSpPr>
            <a:spLocks xmlns:a="http://schemas.openxmlformats.org/drawingml/2006/main" noGrp="1"/>
          </p:cNvSpPr>
          <p:nvPr>
            <p:ph type="title" idx="0" hasCustomPrompt="1"/>
          </p:nvPr>
        </p:nvSpPr>
        <p:spPr>
          <a:xfrm xmlns:a="http://schemas.openxmlformats.org/drawingml/2006/main">
            <a:off x="768875" y="3017520"/>
            <a:ext cx="8686800" cy="822960"/>
          </a:xfrm>
        </p:spPr>
        <p:txBody>
          <a:bodyPr xmlns:a="http://schemas.openxmlformats.org/drawingml/2006/main" anchor="ctr"/>
          <a:lstStyle xmlns:a="http://schemas.openxmlformats.org/drawingml/2006/main">
            <a:lvl1pPr>
              <a:lnSpc>
                <a:spcPct val="100000"/>
              </a:lnSpc>
              <a:buNone/>
              <a:defRPr sz="3600" b="1" i="0">
                <a:latin typeface="Oracle Sans Tab"/>
                <a:ea typeface="Oracle Sans Tab"/>
                <a:cs typeface="Oracle Sans Tab"/>
              </a:defRPr>
            </a:lvl1pPr>
          </a:lstStyle>
          <a:p xmlns:a="http://schemas.openxmlformats.org/drawingml/2006/main">
            <a:r>
              <a:t>Title</a:t>
            </a:r>
          </a:p>
        </p:txBody>
      </p:sp>
      <p:pic>
        <p:nvPicPr>
          <p:cNvPr id="14" name="OTag"/>
          <p:cNvPicPr>
            <a:picLocks xmlns:a="http://schemas.openxmlformats.org/drawingml/2006/main" noChangeAspect="1"/>
          </p:cNvPicPr>
          <p:nvPr/>
        </p:nvPicPr>
        <p:blipFill>
          <a:blip xmlns:r="http://schemas.openxmlformats.org/officeDocument/2006/relationships" xmlns:a="http://schemas.openxmlformats.org/drawingml/2006/main" r:embed="R57f04893383f4a55"/>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6" name="Date Placeholder 5">
            <a:extLst xmlns:a="http://schemas.openxmlformats.org/drawingml/2006/main">
              <a:ext uri="{FF2B5EF4-FFF2-40B4-BE49-F238E27FC236}">
                <a16:creationId xmlns:a16="http://schemas.microsoft.com/office/drawing/2014/main" id="{1C75E825-1755-C85C-9F73-52540B5AF40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8" name="Footer Placeholder 7">
            <a:extLst xmlns:a="http://schemas.openxmlformats.org/drawingml/2006/main">
              <a:ext uri="{FF2B5EF4-FFF2-40B4-BE49-F238E27FC236}">
                <a16:creationId xmlns:a16="http://schemas.microsoft.com/office/drawing/2014/main" id="{F25DEF61-35F4-51A6-8D78-4A4D7BF2846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9" name="Slide Number Placeholder 8">
            <a:extLst xmlns:a="http://schemas.openxmlformats.org/drawingml/2006/main">
              <a:ext uri="{FF2B5EF4-FFF2-40B4-BE49-F238E27FC236}">
                <a16:creationId xmlns:a16="http://schemas.microsoft.com/office/drawing/2014/main" id="{E0144950-1DA0-4423-9F0C-53EA2D4BD94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Tree>
  </p:cSld>
</p:sldLayout>
</file>

<file path=ppt/slideLayouts/slideLayout30.xml><?xml version="1.0" encoding="utf-8"?>
<p:sldLayout xmlns:p="http://schemas.openxmlformats.org/presentationml/2006/main" preserve="1" userDrawn="1">
  <p:cSld name="Light - Impact Statement">
    <p:bg>
      <p:bgPr>
        <a:blipFill xmlns:a="http://schemas.openxmlformats.org/drawingml/2006/main" rotWithShape="1">
          <a:blip xmlns:r="http://schemas.openxmlformats.org/officeDocument/2006/relationships" r:embed="R33c26c46ad2e4780">
            <a:lum/>
          </a:blip>
          <a:srcRect l="0" t="0" r="0" b="0"/>
          <a:stretch>
            <a:fillRect l="0" t="0" r="0" b="0"/>
          </a:stretch>
        </a:blipFill>
      </p:bgPr>
    </p:bg>
    <p:spTree>
      <p:nvGrpSpPr>
        <p:cNvPr id="1" name=""/>
        <p:cNvGrpSpPr/>
        <p:nvPr/>
      </p:nvGrpSpPr>
      <p:grpSpPr>
        <a:xfrm xmlns:a="http://schemas.openxmlformats.org/drawingml/2006/main"/>
      </p:grpSpPr>
      <p:sp>
        <p:nvSpPr>
          <p:cNvPr id="13" name="Title 12">
            <a:extLst xmlns:a="http://schemas.openxmlformats.org/drawingml/2006/main">
              <a:ext uri="{FF2B5EF4-FFF2-40B4-BE49-F238E27FC236}">
                <a16:creationId xmlns:a16="http://schemas.microsoft.com/office/drawing/2014/main" id="{B4B5BB6C-77A2-4299-98DB-F23A8BBC354D}"/>
              </a:ext>
            </a:extLst>
          </p:cNvPr>
          <p:cNvSpPr>
            <a:spLocks xmlns:a="http://schemas.openxmlformats.org/drawingml/2006/main" noGrp="1"/>
          </p:cNvSpPr>
          <p:nvPr>
            <p:ph type="title" idx="0" hasCustomPrompt="1"/>
          </p:nvPr>
        </p:nvSpPr>
        <p:spPr>
          <a:xfrm xmlns:a="http://schemas.openxmlformats.org/drawingml/2006/main">
            <a:off x="768875" y="3017520"/>
            <a:ext cx="8686800" cy="822960"/>
          </a:xfrm>
        </p:spPr>
        <p:txBody>
          <a:bodyPr xmlns:a="http://schemas.openxmlformats.org/drawingml/2006/main" anchor="ctr"/>
          <a:lstStyle xmlns:a="http://schemas.openxmlformats.org/drawingml/2006/main">
            <a:lvl1pPr>
              <a:lnSpc>
                <a:spcPct val="100000"/>
              </a:lnSpc>
              <a:buNone/>
              <a:defRPr sz="3600" b="1" i="0">
                <a:latin typeface="Oracle Sans Tab"/>
                <a:ea typeface="Oracle Sans Tab"/>
                <a:cs typeface="Oracle Sans Tab"/>
              </a:defRPr>
            </a:lvl1pPr>
          </a:lstStyle>
          <a:p xmlns:a="http://schemas.openxmlformats.org/drawingml/2006/main">
            <a:r>
              <a:t>Title</a:t>
            </a:r>
          </a:p>
        </p:txBody>
      </p:sp>
      <p:pic>
        <p:nvPicPr>
          <p:cNvPr id="14" name="OTag"/>
          <p:cNvPicPr>
            <a:picLocks xmlns:a="http://schemas.openxmlformats.org/drawingml/2006/main" noChangeAspect="1"/>
          </p:cNvPicPr>
          <p:nvPr/>
        </p:nvPicPr>
        <p:blipFill>
          <a:blip xmlns:r="http://schemas.openxmlformats.org/officeDocument/2006/relationships" xmlns:a="http://schemas.openxmlformats.org/drawingml/2006/main" r:embed="R95775d565672453e"/>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3" name="Date Placeholder 2">
            <a:extLst xmlns:a="http://schemas.openxmlformats.org/drawingml/2006/main">
              <a:ext uri="{FF2B5EF4-FFF2-40B4-BE49-F238E27FC236}">
                <a16:creationId xmlns:a16="http://schemas.microsoft.com/office/drawing/2014/main" id="{31F5A6D6-D610-841C-9A6B-81C3E68A8FD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8" name="Footer Placeholder 7">
            <a:extLst xmlns:a="http://schemas.openxmlformats.org/drawingml/2006/main">
              <a:ext uri="{FF2B5EF4-FFF2-40B4-BE49-F238E27FC236}">
                <a16:creationId xmlns:a16="http://schemas.microsoft.com/office/drawing/2014/main" id="{4E0CD33F-6317-093A-85AB-D6D4CEC9246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9" name="Slide Number Placeholder 8">
            <a:extLst xmlns:a="http://schemas.openxmlformats.org/drawingml/2006/main">
              <a:ext uri="{FF2B5EF4-FFF2-40B4-BE49-F238E27FC236}">
                <a16:creationId xmlns:a16="http://schemas.microsoft.com/office/drawing/2014/main" id="{20743594-3814-B7CF-E650-23C8F9C6429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Tree>
  </p:cSld>
</p:sldLayout>
</file>

<file path=ppt/slideLayouts/slideLayout31.xml><?xml version="1.0" encoding="utf-8"?>
<p:sldLayout xmlns:p="http://schemas.openxmlformats.org/presentationml/2006/main" preserve="1" userDrawn="1">
  <p:cSld name="Dark - Quote with Data Texture Background">
    <p:bg>
      <p:bgPr>
        <a:solidFill xmlns:a="http://schemas.openxmlformats.org/drawingml/2006/main">
          <a:schemeClr val="bg2"/>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2B525FB2-1105-4B12-B35F-60F4BFB07A2F}"/>
              </a:ext>
            </a:extLst>
          </p:cNvPr>
          <p:cNvSpPr>
            <a:spLocks xmlns:a="http://schemas.openxmlformats.org/drawingml/2006/main" noGrp="1"/>
          </p:cNvSpPr>
          <p:nvPr>
            <p:ph type="title" idx="0" hasCustomPrompt="1"/>
          </p:nvPr>
        </p:nvSpPr>
        <p:spPr>
          <a:xfrm xmlns:a="http://schemas.openxmlformats.org/drawingml/2006/main">
            <a:off x="585926" y="1828800"/>
            <a:ext cx="8232149" cy="2026447"/>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marL="184150" indent="-184150">
              <a:lnSpc>
                <a:spcPct val="100000"/>
              </a:lnSpc>
              <a:buNone/>
              <a:defRPr sz="3200" b="0" i="0">
                <a:solidFill>
                  <a:schemeClr val="tx1"/>
                </a:solidFill>
                <a:latin typeface="+mj-lt"/>
                <a:ea typeface="+mj-lt"/>
                <a:cs typeface="+mj-lt"/>
              </a:defRPr>
            </a:lvl1pPr>
          </a:lstStyle>
          <a:p xmlns:a="http://schemas.openxmlformats.org/drawingml/2006/main">
            <a:pPr>
              <a:buNone/>
            </a:pPr>
            <a:r>
              <a:t>“Click to type customer or</a:t>
            </a:r>
            <a:br/>
            <a:r>
              <a:t>partner quote surrounded</a:t>
            </a:r>
            <a:br/>
            <a:r>
              <a:t>by quotation marks.”</a:t>
            </a:r>
          </a:p>
        </p:txBody>
      </p:sp>
      <p:sp>
        <p:nvSpPr>
          <p:cNvPr id="13" name="Text Field">
            <a:extLst xmlns:a="http://schemas.openxmlformats.org/drawingml/2006/main">
              <a:ext uri="{FF2B5EF4-FFF2-40B4-BE49-F238E27FC236}">
                <a16:creationId xmlns:a16="http://schemas.microsoft.com/office/drawing/2014/main" id="{B09058E5-A74E-C340-89D0-4D15C2F3B8D0}"/>
              </a:ext>
            </a:extLst>
          </p:cNvPr>
          <p:cNvSpPr>
            <a:spLocks xmlns:a="http://schemas.openxmlformats.org/drawingml/2006/main" noGrp="1"/>
          </p:cNvSpPr>
          <p:nvPr>
            <p:ph type="body" idx="37" hasCustomPrompt="1"/>
          </p:nvPr>
        </p:nvSpPr>
        <p:spPr>
          <a:xfrm xmlns:a="http://schemas.openxmlformats.org/drawingml/2006/main">
            <a:off x="761999" y="4540249"/>
            <a:ext cx="5333999"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solidFill>
                  <a:schemeClr val="tx1"/>
                </a:solidFill>
              </a:defRPr>
            </a:lvl1pPr>
          </a:lstStyle>
          <a:p xmlns:a="http://schemas.openxmlformats.org/drawingml/2006/main">
            <a:pPr>
              <a:buNone/>
            </a:pPr>
            <a:r>
              <a:t>Name of person quoted</a:t>
            </a:r>
          </a:p>
        </p:txBody>
      </p:sp>
      <p:sp>
        <p:nvSpPr>
          <p:cNvPr id="12" name="Text Field 2">
            <a:extLst xmlns:a="http://schemas.openxmlformats.org/drawingml/2006/main">
              <a:ext uri="{FF2B5EF4-FFF2-40B4-BE49-F238E27FC236}">
                <a16:creationId xmlns:a16="http://schemas.microsoft.com/office/drawing/2014/main" id="{36C31D35-A48A-6B46-A3DB-FDB99CCA72F4}"/>
              </a:ext>
            </a:extLst>
          </p:cNvPr>
          <p:cNvSpPr>
            <a:spLocks xmlns:a="http://schemas.openxmlformats.org/drawingml/2006/main" noGrp="1"/>
          </p:cNvSpPr>
          <p:nvPr>
            <p:ph type="body" idx="36" hasCustomPrompt="1"/>
          </p:nvPr>
        </p:nvSpPr>
        <p:spPr>
          <a:xfrm xmlns:a="http://schemas.openxmlformats.org/drawingml/2006/main">
            <a:off x="761999" y="4877842"/>
            <a:ext cx="5333999" cy="89518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a:solidFill>
                  <a:schemeClr val="tx1"/>
                </a:solidFill>
              </a:defRPr>
            </a:lvl1pPr>
          </a:lstStyle>
          <a:p xmlns:a="http://schemas.openxmlformats.org/drawingml/2006/main">
            <a:pPr>
              <a:buNone/>
            </a:pPr>
            <a:r>
              <a:t>Additional information if needed</a:t>
            </a:r>
          </a:p>
        </p:txBody>
      </p:sp>
      <p:sp>
        <p:nvSpPr>
          <p:cNvPr id="3" name="Content Placeholder 2">
            <a:extLst xmlns:a="http://schemas.openxmlformats.org/drawingml/2006/main">
              <a:ext uri="{FF2B5EF4-FFF2-40B4-BE49-F238E27FC236}">
                <a16:creationId xmlns:a16="http://schemas.microsoft.com/office/drawing/2014/main" id="{37E74DE0-55D3-42EA-9474-DC8A5193EF88}"/>
              </a:ext>
            </a:extLst>
          </p:cNvPr>
          <p:cNvSpPr>
            <a:spLocks xmlns:a="http://schemas.openxmlformats.org/drawingml/2006/main" noGrp="1"/>
          </p:cNvSpPr>
          <p:nvPr>
            <p:ph idx="45" hasCustomPrompt="1"/>
          </p:nvPr>
        </p:nvSpPr>
        <p:spPr>
          <a:xfrm xmlns:a="http://schemas.openxmlformats.org/drawingml/2006/main">
            <a:off x="701099" y="1143798"/>
            <a:ext cx="2447584" cy="673743"/>
          </a:xfrm>
        </p:spPr>
        <p:txBody>
          <a:bodyPr xmlns:a="http://schemas.openxmlformats.org/drawingml/2006/main"/>
          <a:lstStyle xmlns:a="http://schemas.openxmlformats.org/drawingml/2006/main">
            <a:lvl1pPr>
              <a:buNone/>
              <a:defRPr>
                <a:solidFill>
                  <a:schemeClr val="tx1"/>
                </a:solidFill>
              </a:defRPr>
            </a:lvl1pPr>
            <a:lvl5pPr marL="731520" indent="0">
              <a:buNone/>
              <a:defRPr/>
            </a:lvl5pPr>
          </a:lstStyle>
          <a:p xmlns:a="http://schemas.openxmlformats.org/drawingml/2006/main">
            <a:pPr>
              <a:buNone/>
            </a:pPr>
            <a:r>
              <a:t>Click to add logo</a:t>
            </a:r>
          </a:p>
        </p:txBody>
      </p:sp>
      <p:sp>
        <p:nvSpPr>
          <p:cNvPr id="5" name="Accent mark">
            <a:extLst xmlns:a="http://schemas.openxmlformats.org/drawingml/2006/main">
              <a:ext uri="{FF2B5EF4-FFF2-40B4-BE49-F238E27FC236}">
                <a16:creationId xmlns:a16="http://schemas.microsoft.com/office/drawing/2014/main" id="{E30FF1A2-459E-3E06-ED1E-7EEEFE917498}"/>
              </a:ext>
            </a:extLst>
          </p:cNvPr>
          <p:cNvSpPr>
            <a:spLocks xmlns:a="http://schemas.openxmlformats.org/drawingml/2006/main" noGrp="1"/>
          </p:cNvSpPr>
          <p:nvPr/>
        </p:nvSpPr>
        <p:spPr>
          <a:xfrm xmlns:a="http://schemas.openxmlformats.org/drawingml/2006/main">
            <a:off x="762000" y="4142224"/>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19" name="Graphic 5"/>
          <p:cNvPicPr>
            <a:picLocks xmlns:a="http://schemas.openxmlformats.org/drawingml/2006/main" noChangeAspect="1"/>
          </p:cNvPicPr>
          <p:nvPr/>
        </p:nvPicPr>
        <p:blipFill>
          <a:blip xmlns:r="http://schemas.openxmlformats.org/officeDocument/2006/relationships" xmlns:a="http://schemas.openxmlformats.org/drawingml/2006/main" r:embed="Rf12ba9752d784dbd">
            <a:extLst>
              <a:ext uri="{96DAC541-7B7A-43D3-8B79-37D633B846F1}">
                <asvg:svgBlip xmlns:asvg="http://schemas.microsoft.com/office/drawing/2016/SVG/main" r:embed="Rada6dbd3d8244a3a"/>
              </a:ext>
            </a:extLst>
          </a:blip>
          <a:srcRect xmlns:a="http://schemas.openxmlformats.org/drawingml/2006/main" l="5687" t="0" r="0" b="27270"/>
          <a:stretch xmlns:a="http://schemas.openxmlformats.org/drawingml/2006/main"/>
        </p:blipFill>
        <p:spPr>
          <a:xfrm xmlns:a="http://schemas.openxmlformats.org/drawingml/2006/main">
            <a:off x="4188201" y="1"/>
            <a:ext cx="8003799" cy="4114800"/>
          </a:xfrm>
          <a:prstGeom xmlns:a="http://schemas.openxmlformats.org/drawingml/2006/main" prst="rect">
            <a:avLst/>
          </a:prstGeom>
        </p:spPr>
      </p:pic>
      <p:sp>
        <p:nvSpPr>
          <p:cNvPr id="2" name="Slide Number Placeholder 5">
            <a:extLst xmlns:a="http://schemas.openxmlformats.org/drawingml/2006/main">
              <a:ext uri="{FF2B5EF4-FFF2-40B4-BE49-F238E27FC236}">
                <a16:creationId xmlns:a16="http://schemas.microsoft.com/office/drawing/2014/main" id="{D92ED729-B6BB-5F04-D6BE-2AA16AEB2063}"/>
              </a:ext>
            </a:extLst>
          </p:cNvPr>
          <p:cNvSpPr>
            <a:spLocks xmlns:a="http://schemas.openxmlformats.org/drawingml/2006/main" noGrp="1"/>
          </p:cNvSpPr>
          <p:nvPr/>
        </p:nvSpPr>
        <p:spPr>
          <a:xfrm xmlns:a="http://schemas.openxmlformats.org/drawingml/2006/main">
            <a:off x="762000" y="6423660"/>
            <a:ext cx="365760" cy="36576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marL="0" algn="l">
              <a:buNone/>
              <a:defRPr sz="800">
                <a:solidFill>
                  <a:srgbClr val="514C47"/>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a:lstStyle>
          <a:p xmlns:a="http://schemas.openxmlformats.org/drawingml/2006/main">
            <a:fld id="{345D60D9-5372-5F40-9443-0F9AE5BDC3C8}" type="slidenum">
              <a:rPr>
                <a:solidFill>
                  <a:srgbClr val="AEA8A2"/>
                </a:solidFill>
              </a:rPr>
              <a:t>‹#›</a:t>
            </a:fld>
          </a:p>
        </p:txBody>
      </p:sp>
      <p:sp>
        <p:nvSpPr>
          <p:cNvPr id="8" name="Date Placeholder 7">
            <a:extLst xmlns:a="http://schemas.openxmlformats.org/drawingml/2006/main">
              <a:ext uri="{FF2B5EF4-FFF2-40B4-BE49-F238E27FC236}">
                <a16:creationId xmlns:a16="http://schemas.microsoft.com/office/drawing/2014/main" id="{E0F21C53-88D5-7649-CEA0-E8DBFD02E7C0}"/>
              </a:ext>
            </a:extLst>
          </p:cNvPr>
          <p:cNvSpPr>
            <a:spLocks xmlns:a="http://schemas.openxmlformats.org/drawingml/2006/main" noGrp="1"/>
          </p:cNvSpPr>
          <p:nvPr>
            <p:ph type="dt" idx="46"/>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9" name="Footer Placeholder 8">
            <a:extLst xmlns:a="http://schemas.openxmlformats.org/drawingml/2006/main">
              <a:ext uri="{FF2B5EF4-FFF2-40B4-BE49-F238E27FC236}">
                <a16:creationId xmlns:a16="http://schemas.microsoft.com/office/drawing/2014/main" id="{F868F188-91AB-2423-07D7-B95B068AB50F}"/>
              </a:ext>
            </a:extLst>
          </p:cNvPr>
          <p:cNvSpPr>
            <a:spLocks xmlns:a="http://schemas.openxmlformats.org/drawingml/2006/main" noGrp="1"/>
          </p:cNvSpPr>
          <p:nvPr>
            <p:ph type="ftr" idx="47"/>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1" name="Slide Number Placeholder 10">
            <a:extLst xmlns:a="http://schemas.openxmlformats.org/drawingml/2006/main">
              <a:ext uri="{FF2B5EF4-FFF2-40B4-BE49-F238E27FC236}">
                <a16:creationId xmlns:a16="http://schemas.microsoft.com/office/drawing/2014/main" id="{B32706A8-5892-88CD-5CFD-3D54681F7291}"/>
              </a:ext>
            </a:extLst>
          </p:cNvPr>
          <p:cNvSpPr>
            <a:spLocks xmlns:a="http://schemas.openxmlformats.org/drawingml/2006/main" noGrp="1"/>
          </p:cNvSpPr>
          <p:nvPr>
            <p:ph type="sldNum" idx="48"/>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Tree>
  </p:cSld>
</p:sldLayout>
</file>

<file path=ppt/slideLayouts/slideLayout32.xml><?xml version="1.0" encoding="utf-8"?>
<p:sldLayout xmlns:p="http://schemas.openxmlformats.org/presentationml/2006/main" preserve="1" userDrawn="1">
  <p:cSld name="Light - Quote with Data Texture Background">
    <p:bg>
      <p:bgRef idx="1001">
        <a:schemeClr xmlns:a="http://schemas.openxmlformats.org/drawingml/2006/main" val="bg2"/>
      </p:bgRef>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2B525FB2-1105-4B12-B35F-60F4BFB07A2F}"/>
              </a:ext>
            </a:extLst>
          </p:cNvPr>
          <p:cNvSpPr>
            <a:spLocks xmlns:a="http://schemas.openxmlformats.org/drawingml/2006/main" noGrp="1"/>
          </p:cNvSpPr>
          <p:nvPr>
            <p:ph type="title" idx="0" hasCustomPrompt="1"/>
          </p:nvPr>
        </p:nvSpPr>
        <p:spPr>
          <a:xfrm xmlns:a="http://schemas.openxmlformats.org/drawingml/2006/main">
            <a:off x="585926" y="1828800"/>
            <a:ext cx="8232149" cy="2026447"/>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marL="184150" indent="-184150">
              <a:lnSpc>
                <a:spcPct val="100000"/>
              </a:lnSpc>
              <a:buNone/>
              <a:defRPr sz="3200" b="0" i="0">
                <a:latin typeface="+mj-lt"/>
                <a:ea typeface="+mj-lt"/>
                <a:cs typeface="+mj-lt"/>
              </a:defRPr>
            </a:lvl1pPr>
          </a:lstStyle>
          <a:p xmlns:a="http://schemas.openxmlformats.org/drawingml/2006/main">
            <a:pPr>
              <a:buNone/>
            </a:pPr>
            <a:r>
              <a:t>“Click to type customer or</a:t>
            </a:r>
            <a:br/>
            <a:r>
              <a:t>partner quote surrounded</a:t>
            </a:r>
            <a:br/>
            <a:r>
              <a:t>by quotation marks.”</a:t>
            </a:r>
          </a:p>
        </p:txBody>
      </p:sp>
      <p:sp>
        <p:nvSpPr>
          <p:cNvPr id="13" name="Text Field">
            <a:extLst xmlns:a="http://schemas.openxmlformats.org/drawingml/2006/main">
              <a:ext uri="{FF2B5EF4-FFF2-40B4-BE49-F238E27FC236}">
                <a16:creationId xmlns:a16="http://schemas.microsoft.com/office/drawing/2014/main" id="{B09058E5-A74E-C340-89D0-4D15C2F3B8D0}"/>
              </a:ext>
            </a:extLst>
          </p:cNvPr>
          <p:cNvSpPr>
            <a:spLocks xmlns:a="http://schemas.openxmlformats.org/drawingml/2006/main" noGrp="1"/>
          </p:cNvSpPr>
          <p:nvPr>
            <p:ph type="body" idx="37" hasCustomPrompt="1"/>
          </p:nvPr>
        </p:nvSpPr>
        <p:spPr>
          <a:xfrm xmlns:a="http://schemas.openxmlformats.org/drawingml/2006/main">
            <a:off x="761999" y="4540249"/>
            <a:ext cx="5333999"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a:buNone/>
            </a:pPr>
            <a:r>
              <a:t>Name of person quoted</a:t>
            </a:r>
          </a:p>
        </p:txBody>
      </p:sp>
      <p:sp>
        <p:nvSpPr>
          <p:cNvPr id="12" name="Text Field 2">
            <a:extLst xmlns:a="http://schemas.openxmlformats.org/drawingml/2006/main">
              <a:ext uri="{FF2B5EF4-FFF2-40B4-BE49-F238E27FC236}">
                <a16:creationId xmlns:a16="http://schemas.microsoft.com/office/drawing/2014/main" id="{36C31D35-A48A-6B46-A3DB-FDB99CCA72F4}"/>
              </a:ext>
            </a:extLst>
          </p:cNvPr>
          <p:cNvSpPr>
            <a:spLocks xmlns:a="http://schemas.openxmlformats.org/drawingml/2006/main" noGrp="1"/>
          </p:cNvSpPr>
          <p:nvPr>
            <p:ph type="body" idx="36" hasCustomPrompt="1"/>
          </p:nvPr>
        </p:nvSpPr>
        <p:spPr>
          <a:xfrm xmlns:a="http://schemas.openxmlformats.org/drawingml/2006/main">
            <a:off x="761999" y="4877842"/>
            <a:ext cx="5333999" cy="89518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a:buNone/>
            </a:pPr>
            <a:r>
              <a:t>Additional information if needed</a:t>
            </a:r>
          </a:p>
        </p:txBody>
      </p:sp>
      <p:sp>
        <p:nvSpPr>
          <p:cNvPr id="2" name="Content Placeholder 2">
            <a:extLst xmlns:a="http://schemas.openxmlformats.org/drawingml/2006/main">
              <a:ext uri="{FF2B5EF4-FFF2-40B4-BE49-F238E27FC236}">
                <a16:creationId xmlns:a16="http://schemas.microsoft.com/office/drawing/2014/main" id="{768D3CF0-D6A4-3493-A61E-C80959981BE3}"/>
              </a:ext>
            </a:extLst>
          </p:cNvPr>
          <p:cNvSpPr>
            <a:spLocks xmlns:a="http://schemas.openxmlformats.org/drawingml/2006/main" noGrp="1"/>
          </p:cNvSpPr>
          <p:nvPr>
            <p:ph idx="45" hasCustomPrompt="1"/>
          </p:nvPr>
        </p:nvSpPr>
        <p:spPr>
          <a:xfrm xmlns:a="http://schemas.openxmlformats.org/drawingml/2006/main">
            <a:off x="701099" y="1143798"/>
            <a:ext cx="2447584" cy="673743"/>
          </a:xfrm>
        </p:spPr>
        <p:txBody>
          <a:bodyPr xmlns:a="http://schemas.openxmlformats.org/drawingml/2006/main"/>
          <a:lstStyle xmlns:a="http://schemas.openxmlformats.org/drawingml/2006/main">
            <a:lvl1pPr>
              <a:buNone/>
              <a:defRPr>
                <a:solidFill>
                  <a:schemeClr val="tx1"/>
                </a:solidFill>
              </a:defRPr>
            </a:lvl1pPr>
            <a:lvl5pPr marL="731520" indent="0">
              <a:buNone/>
              <a:defRPr/>
            </a:lvl5pPr>
          </a:lstStyle>
          <a:p xmlns:a="http://schemas.openxmlformats.org/drawingml/2006/main">
            <a:pPr>
              <a:buNone/>
            </a:pPr>
            <a:r>
              <a:t>Click to add logo</a:t>
            </a:r>
          </a:p>
        </p:txBody>
      </p:sp>
      <p:sp>
        <p:nvSpPr>
          <p:cNvPr id="3" name="Accent mark">
            <a:extLst xmlns:a="http://schemas.openxmlformats.org/drawingml/2006/main">
              <a:ext uri="{FF2B5EF4-FFF2-40B4-BE49-F238E27FC236}">
                <a16:creationId xmlns:a16="http://schemas.microsoft.com/office/drawing/2014/main" id="{9CBADFAD-5852-9F31-3F6B-B4A294448DE2}"/>
              </a:ext>
            </a:extLst>
          </p:cNvPr>
          <p:cNvSpPr>
            <a:spLocks xmlns:a="http://schemas.openxmlformats.org/drawingml/2006/main" noGrp="1"/>
          </p:cNvSpPr>
          <p:nvPr/>
        </p:nvSpPr>
        <p:spPr>
          <a:xfrm xmlns:a="http://schemas.openxmlformats.org/drawingml/2006/main">
            <a:off x="762000" y="4142224"/>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19" name="Graphic 6"/>
          <p:cNvPicPr>
            <a:picLocks xmlns:a="http://schemas.openxmlformats.org/drawingml/2006/main" noChangeAspect="1"/>
          </p:cNvPicPr>
          <p:nvPr/>
        </p:nvPicPr>
        <p:blipFill>
          <a:blip xmlns:r="http://schemas.openxmlformats.org/officeDocument/2006/relationships" xmlns:a="http://schemas.openxmlformats.org/drawingml/2006/main" r:embed="R5f17030e4df54dc5">
            <a:extLst>
              <a:ext uri="{96DAC541-7B7A-43D3-8B79-37D633B846F1}">
                <asvg:svgBlip xmlns:asvg="http://schemas.microsoft.com/office/drawing/2016/SVG/main" r:embed="Ra404cebaa96d4a9d"/>
              </a:ext>
            </a:extLst>
          </a:blip>
          <a:srcRect xmlns:a="http://schemas.openxmlformats.org/drawingml/2006/main" l="5687" t="0" r="0" b="27270"/>
          <a:stretch xmlns:a="http://schemas.openxmlformats.org/drawingml/2006/main"/>
        </p:blipFill>
        <p:spPr>
          <a:xfrm xmlns:a="http://schemas.openxmlformats.org/drawingml/2006/main">
            <a:off x="4188201" y="0"/>
            <a:ext cx="8003799" cy="4114800"/>
          </a:xfrm>
          <a:prstGeom xmlns:a="http://schemas.openxmlformats.org/drawingml/2006/main" prst="rect">
            <a:avLst/>
          </a:prstGeom>
        </p:spPr>
      </p:pic>
      <p:sp>
        <p:nvSpPr>
          <p:cNvPr id="4" name="Date Placeholder 3">
            <a:extLst xmlns:a="http://schemas.openxmlformats.org/drawingml/2006/main">
              <a:ext uri="{FF2B5EF4-FFF2-40B4-BE49-F238E27FC236}">
                <a16:creationId xmlns:a16="http://schemas.microsoft.com/office/drawing/2014/main" id="{3F5E1FD4-FF3D-53E2-B568-4096CAC1B9DC}"/>
              </a:ext>
            </a:extLst>
          </p:cNvPr>
          <p:cNvSpPr>
            <a:spLocks xmlns:a="http://schemas.openxmlformats.org/drawingml/2006/main" noGrp="1"/>
          </p:cNvSpPr>
          <p:nvPr>
            <p:ph type="dt" idx="46"/>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5" name="Footer Placeholder 4">
            <a:extLst xmlns:a="http://schemas.openxmlformats.org/drawingml/2006/main">
              <a:ext uri="{FF2B5EF4-FFF2-40B4-BE49-F238E27FC236}">
                <a16:creationId xmlns:a16="http://schemas.microsoft.com/office/drawing/2014/main" id="{BBCA8205-86B8-B975-0254-A7323DE64A72}"/>
              </a:ext>
            </a:extLst>
          </p:cNvPr>
          <p:cNvSpPr>
            <a:spLocks xmlns:a="http://schemas.openxmlformats.org/drawingml/2006/main" noGrp="1"/>
          </p:cNvSpPr>
          <p:nvPr>
            <p:ph type="ftr" idx="47"/>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10" name="Slide Number Placeholder 9">
            <a:extLst xmlns:a="http://schemas.openxmlformats.org/drawingml/2006/main">
              <a:ext uri="{FF2B5EF4-FFF2-40B4-BE49-F238E27FC236}">
                <a16:creationId xmlns:a16="http://schemas.microsoft.com/office/drawing/2014/main" id="{99568EA0-EDF7-FD13-065F-C2A6ACEFCE3C}"/>
              </a:ext>
            </a:extLst>
          </p:cNvPr>
          <p:cNvSpPr>
            <a:spLocks xmlns:a="http://schemas.openxmlformats.org/drawingml/2006/main" noGrp="1"/>
          </p:cNvSpPr>
          <p:nvPr>
            <p:ph type="sldNum" idx="48"/>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Tree>
  </p:cSld>
</p:sldLayout>
</file>

<file path=ppt/slideLayouts/slideLayout33.xml><?xml version="1.0" encoding="utf-8"?>
<p:sldLayout xmlns:p="http://schemas.openxmlformats.org/presentationml/2006/main" preserve="1" userDrawn="1">
  <p:cSld name="Dark - Quote, Picture, and logo">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Quote">
            <a:extLst xmlns:a="http://schemas.openxmlformats.org/drawingml/2006/main">
              <a:ext uri="{FF2B5EF4-FFF2-40B4-BE49-F238E27FC236}">
                <a16:creationId xmlns:a16="http://schemas.microsoft.com/office/drawing/2014/main" id="{A13E52A3-3B72-407D-BD94-ADB27B9FCE9C}"/>
              </a:ext>
            </a:extLst>
          </p:cNvPr>
          <p:cNvSpPr>
            <a:spLocks xmlns:a="http://schemas.openxmlformats.org/drawingml/2006/main" noGrp="1"/>
          </p:cNvSpPr>
          <p:nvPr>
            <p:ph type="title" idx="0" hasCustomPrompt="1"/>
          </p:nvPr>
        </p:nvSpPr>
        <p:spPr>
          <a:xfrm xmlns:a="http://schemas.openxmlformats.org/drawingml/2006/main">
            <a:off x="5677787" y="2896192"/>
            <a:ext cx="6020298" cy="1384995"/>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spAutoFit/>
          </a:bodyPr>
          <a:lstStyle xmlns:a="http://schemas.openxmlformats.org/drawingml/2006/main">
            <a:lvl1pPr marL="179388" indent="-179388">
              <a:lnSpc>
                <a:spcPct val="100000"/>
              </a:lnSpc>
              <a:buNone/>
              <a:defRPr sz="3000" b="0" i="0">
                <a:latin typeface="+mj-lt"/>
                <a:ea typeface="+mj-lt"/>
                <a:cs typeface="+mj-lt"/>
              </a:defRPr>
            </a:lvl1pPr>
          </a:lstStyle>
          <a:p xmlns:a="http://schemas.openxmlformats.org/drawingml/2006/main">
            <a:pPr>
              <a:buNone/>
            </a:pPr>
            <a:r>
              <a:t>“Click to type customer or</a:t>
            </a:r>
            <a:br/>
            <a:r>
              <a:t>partner quote surrounded</a:t>
            </a:r>
            <a:br/>
            <a:r>
              <a:t>by quotation marks.”</a:t>
            </a:r>
          </a:p>
        </p:txBody>
      </p:sp>
      <p:sp>
        <p:nvSpPr>
          <p:cNvPr id="13" name="Text Field">
            <a:extLst xmlns:a="http://schemas.openxmlformats.org/drawingml/2006/main">
              <a:ext uri="{FF2B5EF4-FFF2-40B4-BE49-F238E27FC236}">
                <a16:creationId xmlns:a16="http://schemas.microsoft.com/office/drawing/2014/main" id="{04A571F4-71E4-264A-BBD5-0475995E681B}"/>
              </a:ext>
            </a:extLst>
          </p:cNvPr>
          <p:cNvSpPr>
            <a:spLocks xmlns:a="http://schemas.openxmlformats.org/drawingml/2006/main" noGrp="1"/>
          </p:cNvSpPr>
          <p:nvPr>
            <p:ph type="body" idx="37" hasCustomPrompt="1"/>
          </p:nvPr>
        </p:nvSpPr>
        <p:spPr>
          <a:xfrm xmlns:a="http://schemas.openxmlformats.org/drawingml/2006/main">
            <a:off x="5832887" y="4911127"/>
            <a:ext cx="5853145"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a:buNone/>
            </a:pPr>
            <a:r>
              <a:t>Name of person quoted</a:t>
            </a:r>
          </a:p>
        </p:txBody>
      </p:sp>
      <p:sp>
        <p:nvSpPr>
          <p:cNvPr id="11" name="Text Field 2">
            <a:extLst xmlns:a="http://schemas.openxmlformats.org/drawingml/2006/main">
              <a:ext uri="{FF2B5EF4-FFF2-40B4-BE49-F238E27FC236}">
                <a16:creationId xmlns:a16="http://schemas.microsoft.com/office/drawing/2014/main" id="{CBFB97F9-F988-C34C-8B6D-BB4A4D881736}"/>
              </a:ext>
            </a:extLst>
          </p:cNvPr>
          <p:cNvSpPr>
            <a:spLocks xmlns:a="http://schemas.openxmlformats.org/drawingml/2006/main" noGrp="1"/>
          </p:cNvSpPr>
          <p:nvPr>
            <p:ph type="body" idx="36" hasCustomPrompt="1"/>
          </p:nvPr>
        </p:nvSpPr>
        <p:spPr>
          <a:xfrm xmlns:a="http://schemas.openxmlformats.org/drawingml/2006/main">
            <a:off x="5832887" y="5248720"/>
            <a:ext cx="5853145" cy="786385"/>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a:buNone/>
            </a:pPr>
            <a:r>
              <a:t>Additional information if needed</a:t>
            </a:r>
          </a:p>
        </p:txBody>
      </p:sp>
      <p:sp>
        <p:nvSpPr>
          <p:cNvPr id="9" name="Picture Placeholder 5">
            <a:extLst xmlns:a="http://schemas.openxmlformats.org/drawingml/2006/main">
              <a:ext uri="{FF2B5EF4-FFF2-40B4-BE49-F238E27FC236}">
                <a16:creationId xmlns:a16="http://schemas.microsoft.com/office/drawing/2014/main" id="{DFB04560-5A82-4303-F4F4-247222B350E0}"/>
              </a:ext>
            </a:extLst>
          </p:cNvPr>
          <p:cNvSpPr>
            <a:spLocks xmlns:a="http://schemas.openxmlformats.org/drawingml/2006/main" noGrp="1"/>
          </p:cNvSpPr>
          <p:nvPr>
            <p:ph type="pic" idx="47"/>
          </p:nvPr>
        </p:nvSpPr>
        <p:spPr>
          <a:xfrm xmlns:a="http://schemas.openxmlformats.org/drawingml/2006/main">
            <a:off x="0" y="0"/>
            <a:ext cx="4937092" cy="6292035"/>
          </a:xfrm>
          <a:custGeom xmlns:a="http://schemas.openxmlformats.org/drawingml/2006/main">
            <a:rect l="l" t="t" r="r" b="b"/>
            <a:pathLst>
              <a:path w="5080914" h="6532447">
                <a:moveTo>
                  <a:pt x="0" y="1407"/>
                </a:moveTo>
                <a:lnTo>
                  <a:pt x="4696533" y="0"/>
                </a:lnTo>
                <a:cubicBezTo>
                  <a:pt x="4708006" y="10399"/>
                  <a:pt x="4936935" y="897707"/>
                  <a:pt x="4948408" y="908106"/>
                </a:cubicBezTo>
                <a:cubicBezTo>
                  <a:pt x="5350615" y="2656261"/>
                  <a:pt x="4767068" y="4404725"/>
                  <a:pt x="4136401" y="5338574"/>
                </a:cubicBezTo>
                <a:cubicBezTo>
                  <a:pt x="3505734" y="6272423"/>
                  <a:pt x="2343265" y="6627230"/>
                  <a:pt x="1164403" y="6511200"/>
                </a:cubicBezTo>
                <a:cubicBezTo>
                  <a:pt x="714399" y="6511200"/>
                  <a:pt x="418960" y="6305039"/>
                  <a:pt x="385570" y="6306887"/>
                </a:cubicBezTo>
                <a:lnTo>
                  <a:pt x="0" y="6116283"/>
                </a:lnTo>
                <a:lnTo>
                  <a:pt x="0" y="1407"/>
                </a:lnTo>
                <a:close/>
              </a:path>
            </a:pathLst>
          </a:cu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t>Click icon to add picture</a:t>
            </a:r>
          </a:p>
        </p:txBody>
      </p:sp>
      <p:sp>
        <p:nvSpPr>
          <p:cNvPr id="8" name="Slide Number Placeholder 7">
            <a:extLst xmlns:a="http://schemas.openxmlformats.org/drawingml/2006/main">
              <a:ext uri="{FF2B5EF4-FFF2-40B4-BE49-F238E27FC236}">
                <a16:creationId xmlns:a16="http://schemas.microsoft.com/office/drawing/2014/main" id="{FA2E22D8-777D-4A4E-8190-9C7E9654A636}"/>
              </a:ext>
            </a:extLst>
          </p:cNvPr>
          <p:cNvSpPr>
            <a:spLocks xmlns:a="http://schemas.openxmlformats.org/drawingml/2006/main" noGrp="1"/>
          </p:cNvSpPr>
          <p:nvPr>
            <p:ph type="sldNum" idx="45"/>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0F175504-AA80-48D0-ABE0-C3B4B0480FBA}"/>
              </a:ext>
            </a:extLst>
          </p:cNvPr>
          <p:cNvSpPr>
            <a:spLocks xmlns:a="http://schemas.openxmlformats.org/drawingml/2006/main" noGrp="1"/>
          </p:cNvSpPr>
          <p:nvPr>
            <p:ph type="ftr" idx="44"/>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4" name="Date Placeholder 3">
            <a:extLst xmlns:a="http://schemas.openxmlformats.org/drawingml/2006/main">
              <a:ext uri="{FF2B5EF4-FFF2-40B4-BE49-F238E27FC236}">
                <a16:creationId xmlns:a16="http://schemas.microsoft.com/office/drawing/2014/main" id="{F3C7CAF2-5875-4790-8762-15A8CDD16E08}"/>
              </a:ext>
            </a:extLst>
          </p:cNvPr>
          <p:cNvSpPr>
            <a:spLocks xmlns:a="http://schemas.openxmlformats.org/drawingml/2006/main" noGrp="1"/>
          </p:cNvSpPr>
          <p:nvPr>
            <p:ph type="dt" idx="43"/>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2" name="Content Placeholder 2">
            <a:extLst xmlns:a="http://schemas.openxmlformats.org/drawingml/2006/main">
              <a:ext uri="{FF2B5EF4-FFF2-40B4-BE49-F238E27FC236}">
                <a16:creationId xmlns:a16="http://schemas.microsoft.com/office/drawing/2014/main" id="{97B60F2A-F2ED-70AD-4768-5B8EF9B56420}"/>
              </a:ext>
            </a:extLst>
          </p:cNvPr>
          <p:cNvSpPr>
            <a:spLocks xmlns:a="http://schemas.openxmlformats.org/drawingml/2006/main" noGrp="1"/>
          </p:cNvSpPr>
          <p:nvPr>
            <p:ph idx="48" hasCustomPrompt="1"/>
          </p:nvPr>
        </p:nvSpPr>
        <p:spPr>
          <a:xfrm xmlns:a="http://schemas.openxmlformats.org/drawingml/2006/main">
            <a:off x="5828788" y="1560624"/>
            <a:ext cx="2447584" cy="673743"/>
          </a:xfrm>
        </p:spPr>
        <p:txBody>
          <a:bodyPr xmlns:a="http://schemas.openxmlformats.org/drawingml/2006/main"/>
          <a:lstStyle xmlns:a="http://schemas.openxmlformats.org/drawingml/2006/main">
            <a:lvl5pPr marL="731520" indent="0">
              <a:buNone/>
              <a:defRPr/>
            </a:lvl5pPr>
          </a:lstStyle>
          <a:p xmlns:a="http://schemas.openxmlformats.org/drawingml/2006/main">
            <a:pPr>
              <a:buNone/>
            </a:pPr>
            <a:r>
              <a:t>Click to add logo</a:t>
            </a:r>
          </a:p>
        </p:txBody>
      </p:sp>
      <p:sp>
        <p:nvSpPr>
          <p:cNvPr id="7" name="Accent mark">
            <a:extLst xmlns:a="http://schemas.openxmlformats.org/drawingml/2006/main">
              <a:ext uri="{FF2B5EF4-FFF2-40B4-BE49-F238E27FC236}">
                <a16:creationId xmlns:a16="http://schemas.microsoft.com/office/drawing/2014/main" id="{2F96B613-1543-0150-F389-FFE2D5FA5019}"/>
              </a:ext>
            </a:extLst>
          </p:cNvPr>
          <p:cNvSpPr>
            <a:spLocks xmlns:a="http://schemas.openxmlformats.org/drawingml/2006/main" noGrp="1"/>
          </p:cNvSpPr>
          <p:nvPr/>
        </p:nvSpPr>
        <p:spPr>
          <a:xfrm xmlns:a="http://schemas.openxmlformats.org/drawingml/2006/main">
            <a:off x="5828788" y="4599419"/>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21" name="Graphic 5"/>
          <p:cNvPicPr>
            <a:picLocks xmlns:a="http://schemas.openxmlformats.org/drawingml/2006/main" noChangeAspect="1"/>
          </p:cNvPicPr>
          <p:nvPr/>
        </p:nvPicPr>
        <p:blipFill>
          <a:blip xmlns:r="http://schemas.openxmlformats.org/officeDocument/2006/relationships" xmlns:a="http://schemas.openxmlformats.org/drawingml/2006/main" r:embed="R14b9834933f14358">
            <a:extLst>
              <a:ext uri="{96DAC541-7B7A-43D3-8B79-37D633B846F1}">
                <asvg:svgBlip xmlns:asvg="http://schemas.microsoft.com/office/drawing/2016/SVG/main" r:embed="Rbd1beec93e524f97"/>
              </a:ext>
            </a:extLst>
          </a:blip>
          <a:srcRect xmlns:a="http://schemas.openxmlformats.org/drawingml/2006/main" l="5687" t="0" r="0" b="27270"/>
          <a:stretch xmlns:a="http://schemas.openxmlformats.org/drawingml/2006/main"/>
        </p:blipFill>
        <p:spPr>
          <a:xfrm xmlns:a="http://schemas.openxmlformats.org/drawingml/2006/main">
            <a:off x="5877887" y="1"/>
            <a:ext cx="6314112" cy="3246122"/>
          </a:xfrm>
          <a:prstGeom xmlns:a="http://schemas.openxmlformats.org/drawingml/2006/main" prst="rect">
            <a:avLst/>
          </a:prstGeom>
        </p:spPr>
      </p:pic>
    </p:spTree>
  </p:cSld>
</p:sldLayout>
</file>

<file path=ppt/slideLayouts/slideLayout34.xml><?xml version="1.0" encoding="utf-8"?>
<p:sldLayout xmlns:p="http://schemas.openxmlformats.org/presentationml/2006/main" preserve="1" userDrawn="1">
  <p:cSld name="Light - Quote, Picture, and logo">
    <p:bg>
      <p:bgPr>
        <a:solidFill xmlns:a="http://schemas.openxmlformats.org/drawingml/2006/main">
          <a:schemeClr val="bg2"/>
        </a:solidFill>
      </p:bgPr>
    </p:bg>
    <p:spTree>
      <p:nvGrpSpPr>
        <p:cNvPr id="1" name=""/>
        <p:cNvGrpSpPr/>
        <p:nvPr/>
      </p:nvGrpSpPr>
      <p:grpSpPr>
        <a:xfrm xmlns:a="http://schemas.openxmlformats.org/drawingml/2006/main"/>
      </p:grpSpPr>
      <p:pic>
        <p:nvPicPr>
          <p:cNvPr id="1" name="Graphic 5"/>
          <p:cNvPicPr>
            <a:picLocks xmlns:a="http://schemas.openxmlformats.org/drawingml/2006/main" noChangeAspect="1"/>
          </p:cNvPicPr>
          <p:nvPr/>
        </p:nvPicPr>
        <p:blipFill>
          <a:blip xmlns:r="http://schemas.openxmlformats.org/officeDocument/2006/relationships" xmlns:a="http://schemas.openxmlformats.org/drawingml/2006/main" r:embed="Rc7ac5903e2ec4e32">
            <a:extLst>
              <a:ext uri="{96DAC541-7B7A-43D3-8B79-37D633B846F1}">
                <asvg:svgBlip xmlns:asvg="http://schemas.microsoft.com/office/drawing/2016/SVG/main" r:embed="R2d40843e6bd44651"/>
              </a:ext>
            </a:extLst>
          </a:blip>
          <a:srcRect xmlns:a="http://schemas.openxmlformats.org/drawingml/2006/main" l="5687" t="0" r="0" b="27270"/>
          <a:stretch xmlns:a="http://schemas.openxmlformats.org/drawingml/2006/main"/>
        </p:blipFill>
        <p:spPr>
          <a:xfrm xmlns:a="http://schemas.openxmlformats.org/drawingml/2006/main">
            <a:off x="5877887" y="1"/>
            <a:ext cx="6314112" cy="3246122"/>
          </a:xfrm>
          <a:prstGeom xmlns:a="http://schemas.openxmlformats.org/drawingml/2006/main" prst="rect">
            <a:avLst/>
          </a:prstGeom>
        </p:spPr>
      </p:pic>
      <p:sp>
        <p:nvSpPr>
          <p:cNvPr id="12" name="Quote">
            <a:extLst xmlns:a="http://schemas.openxmlformats.org/drawingml/2006/main">
              <a:ext uri="{FF2B5EF4-FFF2-40B4-BE49-F238E27FC236}">
                <a16:creationId xmlns:a16="http://schemas.microsoft.com/office/drawing/2014/main" id="{B3A79ECA-28E8-A857-97F4-082EF2B1CAB8}"/>
              </a:ext>
            </a:extLst>
          </p:cNvPr>
          <p:cNvSpPr>
            <a:spLocks xmlns:a="http://schemas.openxmlformats.org/drawingml/2006/main" noGrp="1"/>
          </p:cNvSpPr>
          <p:nvPr>
            <p:ph type="title" idx="0" hasCustomPrompt="1"/>
          </p:nvPr>
        </p:nvSpPr>
        <p:spPr>
          <a:xfrm xmlns:a="http://schemas.openxmlformats.org/drawingml/2006/main">
            <a:off x="5677787" y="2896192"/>
            <a:ext cx="6020298" cy="1384995"/>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spAutoFit/>
          </a:bodyPr>
          <a:lstStyle xmlns:a="http://schemas.openxmlformats.org/drawingml/2006/main">
            <a:lvl1pPr marL="179388" indent="-179388">
              <a:lnSpc>
                <a:spcPct val="100000"/>
              </a:lnSpc>
              <a:buNone/>
              <a:defRPr sz="3000" b="0" i="0">
                <a:latin typeface="+mj-lt"/>
                <a:ea typeface="+mj-lt"/>
                <a:cs typeface="+mj-lt"/>
              </a:defRPr>
            </a:lvl1pPr>
          </a:lstStyle>
          <a:p xmlns:a="http://schemas.openxmlformats.org/drawingml/2006/main">
            <a:pPr>
              <a:buNone/>
            </a:pPr>
            <a:r>
              <a:t>“Click to type customer or</a:t>
            </a:r>
            <a:br/>
            <a:r>
              <a:t>partner quote surrounded</a:t>
            </a:r>
            <a:br/>
            <a:r>
              <a:t>by quotation marks.”</a:t>
            </a:r>
          </a:p>
        </p:txBody>
      </p:sp>
      <p:sp>
        <p:nvSpPr>
          <p:cNvPr id="13" name="Text Field">
            <a:extLst xmlns:a="http://schemas.openxmlformats.org/drawingml/2006/main">
              <a:ext uri="{FF2B5EF4-FFF2-40B4-BE49-F238E27FC236}">
                <a16:creationId xmlns:a16="http://schemas.microsoft.com/office/drawing/2014/main" id="{04A571F4-71E4-264A-BBD5-0475995E681B}"/>
              </a:ext>
            </a:extLst>
          </p:cNvPr>
          <p:cNvSpPr>
            <a:spLocks xmlns:a="http://schemas.openxmlformats.org/drawingml/2006/main" noGrp="1"/>
          </p:cNvSpPr>
          <p:nvPr>
            <p:ph type="body" idx="37" hasCustomPrompt="1"/>
          </p:nvPr>
        </p:nvSpPr>
        <p:spPr>
          <a:xfrm xmlns:a="http://schemas.openxmlformats.org/drawingml/2006/main">
            <a:off x="5828788" y="4911127"/>
            <a:ext cx="5864400"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a:buNone/>
            </a:pPr>
            <a:r>
              <a:t>Name of person quoted</a:t>
            </a:r>
          </a:p>
        </p:txBody>
      </p:sp>
      <p:sp>
        <p:nvSpPr>
          <p:cNvPr id="11" name="Text Field 2">
            <a:extLst xmlns:a="http://schemas.openxmlformats.org/drawingml/2006/main">
              <a:ext uri="{FF2B5EF4-FFF2-40B4-BE49-F238E27FC236}">
                <a16:creationId xmlns:a16="http://schemas.microsoft.com/office/drawing/2014/main" id="{CBFB97F9-F988-C34C-8B6D-BB4A4D881736}"/>
              </a:ext>
            </a:extLst>
          </p:cNvPr>
          <p:cNvSpPr>
            <a:spLocks xmlns:a="http://schemas.openxmlformats.org/drawingml/2006/main" noGrp="1"/>
          </p:cNvSpPr>
          <p:nvPr>
            <p:ph type="body" idx="36" hasCustomPrompt="1"/>
          </p:nvPr>
        </p:nvSpPr>
        <p:spPr>
          <a:xfrm xmlns:a="http://schemas.openxmlformats.org/drawingml/2006/main">
            <a:off x="5828788" y="5248720"/>
            <a:ext cx="5864400" cy="786385"/>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a:buNone/>
            </a:pPr>
            <a:r>
              <a:t>Additional information if needed</a:t>
            </a:r>
          </a:p>
        </p:txBody>
      </p:sp>
      <p:sp>
        <p:nvSpPr>
          <p:cNvPr id="2" name="Content Placeholder 2">
            <a:extLst xmlns:a="http://schemas.openxmlformats.org/drawingml/2006/main">
              <a:ext uri="{FF2B5EF4-FFF2-40B4-BE49-F238E27FC236}">
                <a16:creationId xmlns:a16="http://schemas.microsoft.com/office/drawing/2014/main" id="{B89773B8-8237-C7B1-9DF8-93B5D5BF7DEE}"/>
              </a:ext>
            </a:extLst>
          </p:cNvPr>
          <p:cNvSpPr>
            <a:spLocks xmlns:a="http://schemas.openxmlformats.org/drawingml/2006/main" noGrp="1"/>
          </p:cNvSpPr>
          <p:nvPr>
            <p:ph idx="48" hasCustomPrompt="1"/>
          </p:nvPr>
        </p:nvSpPr>
        <p:spPr>
          <a:xfrm xmlns:a="http://schemas.openxmlformats.org/drawingml/2006/main">
            <a:off x="5828788" y="1560624"/>
            <a:ext cx="2447584" cy="673743"/>
          </a:xfrm>
        </p:spPr>
        <p:txBody>
          <a:bodyPr xmlns:a="http://schemas.openxmlformats.org/drawingml/2006/main"/>
          <a:lstStyle xmlns:a="http://schemas.openxmlformats.org/drawingml/2006/main">
            <a:lvl5pPr marL="731520" indent="0">
              <a:buNone/>
              <a:defRPr/>
            </a:lvl5pPr>
          </a:lstStyle>
          <a:p xmlns:a="http://schemas.openxmlformats.org/drawingml/2006/main">
            <a:pPr>
              <a:buNone/>
            </a:pPr>
            <a:r>
              <a:t>Click to add logo</a:t>
            </a:r>
          </a:p>
        </p:txBody>
      </p:sp>
      <p:sp>
        <p:nvSpPr>
          <p:cNvPr id="5" name="Picture Placeholder 5">
            <a:extLst xmlns:a="http://schemas.openxmlformats.org/drawingml/2006/main">
              <a:ext uri="{FF2B5EF4-FFF2-40B4-BE49-F238E27FC236}">
                <a16:creationId xmlns:a16="http://schemas.microsoft.com/office/drawing/2014/main" id="{1F10E851-3567-F699-4B5F-02ABBB3355AC}"/>
              </a:ext>
            </a:extLst>
          </p:cNvPr>
          <p:cNvSpPr>
            <a:spLocks xmlns:a="http://schemas.openxmlformats.org/drawingml/2006/main" noGrp="1"/>
          </p:cNvSpPr>
          <p:nvPr>
            <p:ph type="pic" idx="47"/>
          </p:nvPr>
        </p:nvSpPr>
        <p:spPr>
          <a:xfrm xmlns:a="http://schemas.openxmlformats.org/drawingml/2006/main">
            <a:off x="0" y="0"/>
            <a:ext cx="4937092" cy="6292035"/>
          </a:xfrm>
          <a:custGeom xmlns:a="http://schemas.openxmlformats.org/drawingml/2006/main">
            <a:rect l="l" t="t" r="r" b="b"/>
            <a:pathLst>
              <a:path w="5080914" h="6532447">
                <a:moveTo>
                  <a:pt x="0" y="1407"/>
                </a:moveTo>
                <a:lnTo>
                  <a:pt x="4696533" y="0"/>
                </a:lnTo>
                <a:cubicBezTo>
                  <a:pt x="4708006" y="10399"/>
                  <a:pt x="4936935" y="897707"/>
                  <a:pt x="4948408" y="908106"/>
                </a:cubicBezTo>
                <a:cubicBezTo>
                  <a:pt x="5350615" y="2656261"/>
                  <a:pt x="4767068" y="4404725"/>
                  <a:pt x="4136401" y="5338574"/>
                </a:cubicBezTo>
                <a:cubicBezTo>
                  <a:pt x="3505734" y="6272423"/>
                  <a:pt x="2343265" y="6627230"/>
                  <a:pt x="1164403" y="6511200"/>
                </a:cubicBezTo>
                <a:cubicBezTo>
                  <a:pt x="714399" y="6511200"/>
                  <a:pt x="418960" y="6305039"/>
                  <a:pt x="385570" y="6306887"/>
                </a:cubicBezTo>
                <a:lnTo>
                  <a:pt x="0" y="6116283"/>
                </a:lnTo>
                <a:lnTo>
                  <a:pt x="0" y="1407"/>
                </a:lnTo>
                <a:close/>
              </a:path>
            </a:pathLst>
          </a:cu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t>Click icon to add picture</a:t>
            </a:r>
          </a:p>
        </p:txBody>
      </p:sp>
      <p:sp>
        <p:nvSpPr>
          <p:cNvPr id="3" name="Accent mark">
            <a:extLst xmlns:a="http://schemas.openxmlformats.org/drawingml/2006/main">
              <a:ext uri="{FF2B5EF4-FFF2-40B4-BE49-F238E27FC236}">
                <a16:creationId xmlns:a16="http://schemas.microsoft.com/office/drawing/2014/main" id="{F6E69B24-94C1-6ACB-ADE4-5BD87AD69DCA}"/>
              </a:ext>
            </a:extLst>
          </p:cNvPr>
          <p:cNvSpPr>
            <a:spLocks xmlns:a="http://schemas.openxmlformats.org/drawingml/2006/main" noGrp="1"/>
          </p:cNvSpPr>
          <p:nvPr/>
        </p:nvSpPr>
        <p:spPr>
          <a:xfrm xmlns:a="http://schemas.openxmlformats.org/drawingml/2006/main">
            <a:off x="5828788" y="4599419"/>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Date Placeholder 7">
            <a:extLst xmlns:a="http://schemas.openxmlformats.org/drawingml/2006/main">
              <a:ext uri="{FF2B5EF4-FFF2-40B4-BE49-F238E27FC236}">
                <a16:creationId xmlns:a16="http://schemas.microsoft.com/office/drawing/2014/main" id="{E01088D4-8589-CFE2-DDDF-BBC5CFC28661}"/>
              </a:ext>
            </a:extLst>
          </p:cNvPr>
          <p:cNvSpPr>
            <a:spLocks xmlns:a="http://schemas.openxmlformats.org/drawingml/2006/main" noGrp="1"/>
          </p:cNvSpPr>
          <p:nvPr>
            <p:ph type="dt" idx="49"/>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9" name="Footer Placeholder 8">
            <a:extLst xmlns:a="http://schemas.openxmlformats.org/drawingml/2006/main">
              <a:ext uri="{FF2B5EF4-FFF2-40B4-BE49-F238E27FC236}">
                <a16:creationId xmlns:a16="http://schemas.microsoft.com/office/drawing/2014/main" id="{91CA6475-2C2F-B8FE-B6AE-470DE60B70F2}"/>
              </a:ext>
            </a:extLst>
          </p:cNvPr>
          <p:cNvSpPr>
            <a:spLocks xmlns:a="http://schemas.openxmlformats.org/drawingml/2006/main" noGrp="1"/>
          </p:cNvSpPr>
          <p:nvPr>
            <p:ph type="ftr" idx="50"/>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10" name="Slide Number Placeholder 9">
            <a:extLst xmlns:a="http://schemas.openxmlformats.org/drawingml/2006/main">
              <a:ext uri="{FF2B5EF4-FFF2-40B4-BE49-F238E27FC236}">
                <a16:creationId xmlns:a16="http://schemas.microsoft.com/office/drawing/2014/main" id="{C3E606E5-1C6F-61EF-B999-8EFB52568806}"/>
              </a:ext>
            </a:extLst>
          </p:cNvPr>
          <p:cNvSpPr>
            <a:spLocks xmlns:a="http://schemas.openxmlformats.org/drawingml/2006/main" noGrp="1"/>
          </p:cNvSpPr>
          <p:nvPr>
            <p:ph type="sldNum" idx="51"/>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Tree>
  </p:cSld>
</p:sldLayout>
</file>

<file path=ppt/slideLayouts/slideLayout35.xml><?xml version="1.0" encoding="utf-8"?>
<p:sldLayout xmlns:p="http://schemas.openxmlformats.org/presentationml/2006/main" preserve="1" userDrawn="1">
  <p:cSld name="Dark - Single metric">
    <p:bg>
      <p:bgPr>
        <a:solidFill xmlns:a="http://schemas.openxmlformats.org/drawingml/2006/main">
          <a:schemeClr val="bg2"/>
        </a:solidFill>
      </p:bgPr>
    </p:bg>
    <p:spTree>
      <p:nvGrpSpPr>
        <p:cNvPr id="1" name=""/>
        <p:cNvGrpSpPr/>
        <p:nvPr/>
      </p:nvGrpSpPr>
      <p:grpSpPr>
        <a:xfrm xmlns:a="http://schemas.openxmlformats.org/drawingml/2006/main"/>
      </p:grpSpPr>
      <p:pic>
        <p:nvPicPr>
          <p:cNvPr id="1" name="Graphic 1"/>
          <p:cNvPicPr>
            <a:picLocks xmlns:a="http://schemas.openxmlformats.org/drawingml/2006/main" noChangeAspect="1"/>
          </p:cNvPicPr>
          <p:nvPr/>
        </p:nvPicPr>
        <p:blipFill>
          <a:blip xmlns:r="http://schemas.openxmlformats.org/officeDocument/2006/relationships" xmlns:a="http://schemas.openxmlformats.org/drawingml/2006/main" r:embed="R295f0ac701c9441f">
            <a:extLst>
              <a:ext uri="{96DAC541-7B7A-43D3-8B79-37D633B846F1}">
                <asvg:svgBlip xmlns:asvg="http://schemas.microsoft.com/office/drawing/2016/SVG/main" r:embed="R201dbc497ca84df5"/>
              </a:ext>
            </a:extLst>
          </a:blip>
          <a:stretch xmlns:a="http://schemas.openxmlformats.org/drawingml/2006/main">
            <a:fillRect l="0" t="0" r="0" b="0"/>
          </a:stretch>
        </p:blipFill>
        <p:spPr>
          <a:xfrm xmlns:a="http://schemas.openxmlformats.org/drawingml/2006/main">
            <a:off x="7139458" y="0"/>
            <a:ext cx="5052542" cy="4015900"/>
          </a:xfrm>
          <a:prstGeom xmlns:a="http://schemas.openxmlformats.org/drawingml/2006/main" prst="rect">
            <a:avLst/>
          </a:prstGeom>
        </p:spPr>
      </p:pic>
      <p:sp>
        <p:nvSpPr>
          <p:cNvPr id="3" name="Title 2">
            <a:extLst xmlns:a="http://schemas.openxmlformats.org/drawingml/2006/main">
              <a:ext uri="{FF2B5EF4-FFF2-40B4-BE49-F238E27FC236}">
                <a16:creationId xmlns:a16="http://schemas.microsoft.com/office/drawing/2014/main" id="{B099EEEE-62A5-DE0D-FD45-A3C465FD76A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9" name="Text Placeholder 4">
            <a:extLst xmlns:a="http://schemas.openxmlformats.org/drawingml/2006/main">
              <a:ext uri="{FF2B5EF4-FFF2-40B4-BE49-F238E27FC236}">
                <a16:creationId xmlns:a16="http://schemas.microsoft.com/office/drawing/2014/main" id="{52A6D6F1-EBC4-4335-819B-433720EB173D}"/>
              </a:ext>
            </a:extLst>
          </p:cNvPr>
          <p:cNvSpPr>
            <a:spLocks xmlns:a="http://schemas.openxmlformats.org/drawingml/2006/main" noGrp="1"/>
          </p:cNvSpPr>
          <p:nvPr>
            <p:ph type="body" idx="15" hasCustomPrompt="1"/>
          </p:nvPr>
        </p:nvSpPr>
        <p:spPr>
          <a:xfrm xmlns:a="http://schemas.openxmlformats.org/drawingml/2006/main">
            <a:off x="789734" y="1600200"/>
            <a:ext cx="5085287" cy="2415700"/>
          </a:xfrm>
        </p:spPr>
        <p:txBody>
          <a:bodyPr xmlns:a="http://schemas.openxmlformats.org/drawingml/2006/main" anchor="b"/>
          <a:lstStyle xmlns:a="http://schemas.openxmlformats.org/drawingml/2006/main">
            <a:lvl1pPr>
              <a:buNone/>
              <a:defRPr sz="8000" b="1">
                <a:solidFill>
                  <a:schemeClr val="tx1"/>
                </a:solidFill>
              </a:defRPr>
            </a:lvl1pPr>
          </a:lstStyle>
          <a:p xmlns:a="http://schemas.openxmlformats.org/drawingml/2006/main">
            <a:pPr>
              <a:buNone/>
            </a:pPr>
            <a:r>
              <a:t>00%</a:t>
            </a:r>
          </a:p>
        </p:txBody>
      </p:sp>
      <p:sp>
        <p:nvSpPr>
          <p:cNvPr id="4" name="Content">
            <a:extLst xmlns:a="http://schemas.openxmlformats.org/drawingml/2006/main">
              <a:ext uri="{FF2B5EF4-FFF2-40B4-BE49-F238E27FC236}">
                <a16:creationId xmlns:a16="http://schemas.microsoft.com/office/drawing/2014/main" id="{6FFB33C6-31EA-4D15-AC3F-377D699FA842}"/>
              </a:ext>
            </a:extLst>
          </p:cNvPr>
          <p:cNvSpPr>
            <a:spLocks xmlns:a="http://schemas.openxmlformats.org/drawingml/2006/main" noGrp="1"/>
          </p:cNvSpPr>
          <p:nvPr>
            <p:ph idx="14"/>
          </p:nvPr>
        </p:nvSpPr>
        <p:spPr>
          <a:xfrm xmlns:a="http://schemas.openxmlformats.org/drawingml/2006/main">
            <a:off x="841059" y="4649788"/>
            <a:ext cx="5072063" cy="1457325"/>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pic>
        <p:nvPicPr>
          <p:cNvPr id="11" name="OTag"/>
          <p:cNvPicPr>
            <a:picLocks xmlns:a="http://schemas.openxmlformats.org/drawingml/2006/main" noChangeAspect="1"/>
          </p:cNvPicPr>
          <p:nvPr/>
        </p:nvPicPr>
        <p:blipFill>
          <a:blip xmlns:r="http://schemas.openxmlformats.org/officeDocument/2006/relationships" xmlns:a="http://schemas.openxmlformats.org/drawingml/2006/main" r:embed="Rfa0ecfe920f34929"/>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7" name="Accent mark">
            <a:extLst xmlns:a="http://schemas.openxmlformats.org/drawingml/2006/main">
              <a:ext uri="{FF2B5EF4-FFF2-40B4-BE49-F238E27FC236}">
                <a16:creationId xmlns:a16="http://schemas.microsoft.com/office/drawing/2014/main" id="{F914C2C0-AA33-B6B2-67CF-DCC0E7C6D76B}"/>
              </a:ext>
            </a:extLst>
          </p:cNvPr>
          <p:cNvSpPr>
            <a:spLocks xmlns:a="http://schemas.openxmlformats.org/drawingml/2006/main" noGrp="1"/>
          </p:cNvSpPr>
          <p:nvPr/>
        </p:nvSpPr>
        <p:spPr>
          <a:xfrm xmlns:a="http://schemas.openxmlformats.org/drawingml/2006/main">
            <a:off x="805293" y="4325102"/>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Date Placeholder 5">
            <a:extLst xmlns:a="http://schemas.openxmlformats.org/drawingml/2006/main">
              <a:ext uri="{FF2B5EF4-FFF2-40B4-BE49-F238E27FC236}">
                <a16:creationId xmlns:a16="http://schemas.microsoft.com/office/drawing/2014/main" id="{15C25BB5-8E1B-EDD7-7DA5-3474FF4C18AE}"/>
              </a:ext>
            </a:extLst>
          </p:cNvPr>
          <p:cNvSpPr>
            <a:spLocks xmlns:a="http://schemas.openxmlformats.org/drawingml/2006/main" noGrp="1"/>
          </p:cNvSpPr>
          <p:nvPr>
            <p:ph type="dt" idx="16"/>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10" name="Footer Placeholder 9">
            <a:extLst xmlns:a="http://schemas.openxmlformats.org/drawingml/2006/main">
              <a:ext uri="{FF2B5EF4-FFF2-40B4-BE49-F238E27FC236}">
                <a16:creationId xmlns:a16="http://schemas.microsoft.com/office/drawing/2014/main" id="{0A1535D3-FA6B-0DD1-6740-2FE5A1ABECB0}"/>
              </a:ext>
            </a:extLst>
          </p:cNvPr>
          <p:cNvSpPr>
            <a:spLocks xmlns:a="http://schemas.openxmlformats.org/drawingml/2006/main" noGrp="1"/>
          </p:cNvSpPr>
          <p:nvPr>
            <p:ph type="ftr" idx="17"/>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1" name="Slide Number Placeholder 10">
            <a:extLst xmlns:a="http://schemas.openxmlformats.org/drawingml/2006/main">
              <a:ext uri="{FF2B5EF4-FFF2-40B4-BE49-F238E27FC236}">
                <a16:creationId xmlns:a16="http://schemas.microsoft.com/office/drawing/2014/main" id="{D610431F-0AB4-005E-75B8-327B3BDED9FF}"/>
              </a:ext>
            </a:extLst>
          </p:cNvPr>
          <p:cNvSpPr>
            <a:spLocks xmlns:a="http://schemas.openxmlformats.org/drawingml/2006/main" noGrp="1"/>
          </p:cNvSpPr>
          <p:nvPr>
            <p:ph type="sldNum" idx="18"/>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Tree>
  </p:cSld>
</p:sldLayout>
</file>

<file path=ppt/slideLayouts/slideLayout36.xml><?xml version="1.0" encoding="utf-8"?>
<p:sldLayout xmlns:p="http://schemas.openxmlformats.org/presentationml/2006/main" preserve="1" userDrawn="1">
  <p:cSld name="Light - Single metric">
    <p:bg>
      <p:bgRef idx="1001">
        <a:schemeClr xmlns:a="http://schemas.openxmlformats.org/drawingml/2006/main" val="bg2"/>
      </p:bgRef>
    </p:bg>
    <p:spTree>
      <p:nvGrpSpPr>
        <p:cNvPr id="1" name=""/>
        <p:cNvGrpSpPr/>
        <p:nvPr/>
      </p:nvGrpSpPr>
      <p:grpSpPr>
        <a:xfrm xmlns:a="http://schemas.openxmlformats.org/drawingml/2006/main"/>
      </p:grpSpPr>
      <p:sp>
        <p:nvSpPr>
          <p:cNvPr id="9" name="Title 8">
            <a:extLst xmlns:a="http://schemas.openxmlformats.org/drawingml/2006/main">
              <a:ext uri="{FF2B5EF4-FFF2-40B4-BE49-F238E27FC236}">
                <a16:creationId xmlns:a16="http://schemas.microsoft.com/office/drawing/2014/main" id="{3C834F4C-E96D-655B-5790-3D3144B54C1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5" name="Text Placeholder 4">
            <a:extLst xmlns:a="http://schemas.openxmlformats.org/drawingml/2006/main">
              <a:ext uri="{FF2B5EF4-FFF2-40B4-BE49-F238E27FC236}">
                <a16:creationId xmlns:a16="http://schemas.microsoft.com/office/drawing/2014/main" id="{9A83AB0E-EC5F-476F-B6A9-E6F9CE84E95A}"/>
              </a:ext>
            </a:extLst>
          </p:cNvPr>
          <p:cNvSpPr>
            <a:spLocks xmlns:a="http://schemas.openxmlformats.org/drawingml/2006/main" noGrp="1"/>
          </p:cNvSpPr>
          <p:nvPr>
            <p:ph type="body" idx="15" hasCustomPrompt="1"/>
          </p:nvPr>
        </p:nvSpPr>
        <p:spPr>
          <a:xfrm xmlns:a="http://schemas.openxmlformats.org/drawingml/2006/main">
            <a:off x="792538" y="1600200"/>
            <a:ext cx="5072063" cy="2415700"/>
          </a:xfrm>
        </p:spPr>
        <p:txBody>
          <a:bodyPr xmlns:a="http://schemas.openxmlformats.org/drawingml/2006/main" anchor="b"/>
          <a:lstStyle xmlns:a="http://schemas.openxmlformats.org/drawingml/2006/main">
            <a:lvl1pPr>
              <a:lnSpc>
                <a:spcPct val="100000"/>
              </a:lnSpc>
              <a:buNone/>
              <a:defRPr sz="8000" b="1">
                <a:solidFill>
                  <a:schemeClr val="tx1"/>
                </a:solidFill>
              </a:defRPr>
            </a:lvl1pPr>
          </a:lstStyle>
          <a:p xmlns:a="http://schemas.openxmlformats.org/drawingml/2006/main">
            <a:pPr>
              <a:buNone/>
            </a:pPr>
            <a:r>
              <a:t>00%</a:t>
            </a:r>
          </a:p>
        </p:txBody>
      </p:sp>
      <p:sp>
        <p:nvSpPr>
          <p:cNvPr id="4" name="Content">
            <a:extLst xmlns:a="http://schemas.openxmlformats.org/drawingml/2006/main">
              <a:ext uri="{FF2B5EF4-FFF2-40B4-BE49-F238E27FC236}">
                <a16:creationId xmlns:a16="http://schemas.microsoft.com/office/drawing/2014/main" id="{6FFB33C6-31EA-4D15-AC3F-377D699FA842}"/>
              </a:ext>
            </a:extLst>
          </p:cNvPr>
          <p:cNvSpPr>
            <a:spLocks xmlns:a="http://schemas.openxmlformats.org/drawingml/2006/main" noGrp="1"/>
          </p:cNvSpPr>
          <p:nvPr>
            <p:ph idx="14"/>
          </p:nvPr>
        </p:nvSpPr>
        <p:spPr>
          <a:xfrm xmlns:a="http://schemas.openxmlformats.org/drawingml/2006/main">
            <a:off x="792538" y="4649788"/>
            <a:ext cx="5072063" cy="1457325"/>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pic>
        <p:nvPicPr>
          <p:cNvPr id="12" name="Graphic 5"/>
          <p:cNvPicPr>
            <a:picLocks xmlns:a="http://schemas.openxmlformats.org/drawingml/2006/main" noChangeAspect="1"/>
          </p:cNvPicPr>
          <p:nvPr/>
        </p:nvPicPr>
        <p:blipFill>
          <a:blip xmlns:r="http://schemas.openxmlformats.org/officeDocument/2006/relationships" xmlns:a="http://schemas.openxmlformats.org/drawingml/2006/main" r:embed="R9b5121a58fd945fa">
            <a:extLst>
              <a:ext uri="{96DAC541-7B7A-43D3-8B79-37D633B846F1}">
                <asvg:svgBlip xmlns:asvg="http://schemas.microsoft.com/office/drawing/2016/SVG/main" r:embed="Raa6572c02ff544b7"/>
              </a:ext>
            </a:extLst>
          </a:blip>
          <a:stretch xmlns:a="http://schemas.openxmlformats.org/drawingml/2006/main">
            <a:fillRect l="0" t="0" r="0" b="0"/>
          </a:stretch>
        </p:blipFill>
        <p:spPr>
          <a:xfrm xmlns:a="http://schemas.openxmlformats.org/drawingml/2006/main">
            <a:off x="7139458" y="0"/>
            <a:ext cx="5052542" cy="4015900"/>
          </a:xfrm>
          <a:prstGeom xmlns:a="http://schemas.openxmlformats.org/drawingml/2006/main" prst="rect">
            <a:avLst/>
          </a:prstGeom>
        </p:spPr>
      </p:pic>
      <p:sp>
        <p:nvSpPr>
          <p:cNvPr id="10" name="Accent mark">
            <a:extLst xmlns:a="http://schemas.openxmlformats.org/drawingml/2006/main">
              <a:ext uri="{FF2B5EF4-FFF2-40B4-BE49-F238E27FC236}">
                <a16:creationId xmlns:a16="http://schemas.microsoft.com/office/drawing/2014/main" id="{92B14C41-985E-E73E-2DEF-63120221F3B5}"/>
              </a:ext>
            </a:extLst>
          </p:cNvPr>
          <p:cNvSpPr>
            <a:spLocks xmlns:a="http://schemas.openxmlformats.org/drawingml/2006/main" noGrp="1"/>
          </p:cNvSpPr>
          <p:nvPr/>
        </p:nvSpPr>
        <p:spPr>
          <a:xfrm xmlns:a="http://schemas.openxmlformats.org/drawingml/2006/main">
            <a:off x="805293" y="4325102"/>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 name="Date Placeholder 1">
            <a:extLst xmlns:a="http://schemas.openxmlformats.org/drawingml/2006/main">
              <a:ext uri="{FF2B5EF4-FFF2-40B4-BE49-F238E27FC236}">
                <a16:creationId xmlns:a16="http://schemas.microsoft.com/office/drawing/2014/main" id="{D040A92C-A0C9-376B-7A5E-0A2434ED84BD}"/>
              </a:ext>
            </a:extLst>
          </p:cNvPr>
          <p:cNvSpPr>
            <a:spLocks xmlns:a="http://schemas.openxmlformats.org/drawingml/2006/main" noGrp="1"/>
          </p:cNvSpPr>
          <p:nvPr>
            <p:ph type="dt" idx="16"/>
          </p:nvPr>
        </p:nvSpPr>
        <p:spPr/>
        <p:txBody>
          <a:bodyPr xmlns:a="http://schemas.openxmlformats.org/drawingml/2006/main"/>
          <a:lstStyle xmlns:a="http://schemas.openxmlformats.org/drawingml/2006/main"/>
          <a:p xmlns:a="http://schemas.openxmlformats.org/drawingml/2006/main">
            <a:r>
              <a:t>[Date]</a:t>
            </a:r>
          </a:p>
        </p:txBody>
      </p:sp>
      <p:sp>
        <p:nvSpPr>
          <p:cNvPr id="11" name="Footer Placeholder 10">
            <a:extLst xmlns:a="http://schemas.openxmlformats.org/drawingml/2006/main">
              <a:ext uri="{FF2B5EF4-FFF2-40B4-BE49-F238E27FC236}">
                <a16:creationId xmlns:a16="http://schemas.microsoft.com/office/drawing/2014/main" id="{DA6D8ECA-2DD4-0845-83BF-8CCDF96FFCC8}"/>
              </a:ext>
            </a:extLst>
          </p:cNvPr>
          <p:cNvSpPr>
            <a:spLocks xmlns:a="http://schemas.openxmlformats.org/drawingml/2006/main" noGrp="1"/>
          </p:cNvSpPr>
          <p:nvPr>
            <p:ph type="ftr" idx="17"/>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12" name="Slide Number Placeholder 11">
            <a:extLst xmlns:a="http://schemas.openxmlformats.org/drawingml/2006/main">
              <a:ext uri="{FF2B5EF4-FFF2-40B4-BE49-F238E27FC236}">
                <a16:creationId xmlns:a16="http://schemas.microsoft.com/office/drawing/2014/main" id="{050522C0-858A-F839-61AD-CCFC374C6BFA}"/>
              </a:ext>
            </a:extLst>
          </p:cNvPr>
          <p:cNvSpPr>
            <a:spLocks xmlns:a="http://schemas.openxmlformats.org/drawingml/2006/main" noGrp="1"/>
          </p:cNvSpPr>
          <p:nvPr>
            <p:ph type="sldNum" idx="18"/>
          </p:nvPr>
        </p:nvSpPr>
        <p:spPr/>
        <p:txBody>
          <a:bodyPr xmlns:a="http://schemas.openxmlformats.org/drawingml/2006/main"/>
          <a:lstStyle xmlns:a="http://schemas.openxmlformats.org/drawingml/2006/main"/>
          <a:p xmlns:a="http://schemas.openxmlformats.org/drawingml/2006/main">
            <a:fld id="{345D60D9-5372-5F40-9443-0F9AE5BDC3C8}" type="slidenum">
              <a:t>‹#›</a:t>
            </a:fld>
          </a:p>
        </p:txBody>
      </p:sp>
    </p:spTree>
  </p:cSld>
</p:sldLayout>
</file>

<file path=ppt/slideLayouts/slideLayout37.xml><?xml version="1.0" encoding="utf-8"?>
<p:sldLayout xmlns:p="http://schemas.openxmlformats.org/presentationml/2006/main" preserve="1" userDrawn="1">
  <p:cSld name="Dark - Thank You">
    <p:bg>
      <p:bgPr>
        <a:solidFill xmlns:a="http://schemas.openxmlformats.org/drawingml/2006/main">
          <a:schemeClr val="bg2"/>
        </a:solidFill>
      </p:bgPr>
    </p:bg>
    <p:spTree>
      <p:nvGrpSpPr>
        <p:cNvPr id="1" name=""/>
        <p:cNvGrpSpPr/>
        <p:nvPr/>
      </p:nvGrpSpPr>
      <p:grpSpPr>
        <a:xfrm xmlns:a="http://schemas.openxmlformats.org/drawingml/2006/main"/>
      </p:grpSpPr>
      <p:pic>
        <p:nvPicPr>
          <p:cNvPr id="1" name="Graphic 4"/>
          <p:cNvPicPr>
            <a:picLocks xmlns:a="http://schemas.openxmlformats.org/drawingml/2006/main" noChangeAspect="1"/>
          </p:cNvPicPr>
          <p:nvPr/>
        </p:nvPicPr>
        <p:blipFill>
          <a:blip xmlns:r="http://schemas.openxmlformats.org/officeDocument/2006/relationships" xmlns:a="http://schemas.openxmlformats.org/drawingml/2006/main" r:embed="R69b5661397024461">
            <a:extLst>
              <a:ext uri="{96DAC541-7B7A-43D3-8B79-37D633B846F1}">
                <asvg:svgBlip xmlns:asvg="http://schemas.microsoft.com/office/drawing/2016/SVG/main" r:embed="R0f96f0a045704241"/>
              </a:ext>
            </a:extLst>
          </a:blip>
          <a:stretch xmlns:a="http://schemas.openxmlformats.org/drawingml/2006/main">
            <a:fillRect l="0" t="0" r="0" b="0"/>
          </a:stretch>
        </p:blipFill>
        <p:spPr>
          <a:xfrm xmlns:a="http://schemas.openxmlformats.org/drawingml/2006/main">
            <a:off x="4419600" y="0"/>
            <a:ext cx="7772400" cy="5181600"/>
          </a:xfrm>
          <a:prstGeom xmlns:a="http://schemas.openxmlformats.org/drawingml/2006/main" prst="rect">
            <a:avLst/>
          </a:prstGeom>
        </p:spPr>
      </p:pic>
      <p:sp>
        <p:nvSpPr>
          <p:cNvPr id="3" name="Thank you">
            <a:extLst xmlns:a="http://schemas.openxmlformats.org/drawingml/2006/main">
              <a:ext uri="{FF2B5EF4-FFF2-40B4-BE49-F238E27FC236}">
                <a16:creationId xmlns:a16="http://schemas.microsoft.com/office/drawing/2014/main" id="{1F390879-C7C7-4224-97BB-1C165BFB5AA3}"/>
              </a:ext>
            </a:extLst>
          </p:cNvPr>
          <p:cNvSpPr>
            <a:spLocks xmlns:a="http://schemas.openxmlformats.org/drawingml/2006/main" noGrp="1"/>
          </p:cNvSpPr>
          <p:nvPr>
            <p:ph type="title" idx="0" hasCustomPrompt="1"/>
          </p:nvPr>
        </p:nvSpPr>
        <p:spPr>
          <a:xfrm xmlns:a="http://schemas.openxmlformats.org/drawingml/2006/main">
            <a:off x="768875" y="3483973"/>
            <a:ext cx="5029200" cy="822960"/>
          </a:xfrm>
          <a:prstGeom xmlns:a="http://schemas.openxmlformats.org/drawingml/2006/main" prst="rect">
            <a:avLst/>
          </a:prstGeom>
          <a:noFill xmlns:a="http://schemas.openxmlformats.org/drawingml/2006/main"/>
        </p:spPr>
        <p:txBody>
          <a:bodyPr xmlns:a="http://schemas.openxmlformats.org/drawingml/2006/main" vert="horz"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marL="0" indent="0">
              <a:lnSpc>
                <a:spcPct val="100000"/>
              </a:lnSpc>
              <a:spcBef>
                <a:spcPts val="0"/>
              </a:spcBef>
              <a:spcAft>
                <a:spcPts val="0"/>
              </a:spcAft>
              <a:buNone/>
            </a:pPr>
            <a:r>
              <a:t>Thank you</a:t>
            </a:r>
          </a:p>
        </p:txBody>
      </p:sp>
      <p:sp>
        <p:nvSpPr>
          <p:cNvPr id="11" name="Text Field">
            <a:extLst xmlns:a="http://schemas.openxmlformats.org/drawingml/2006/main">
              <a:ext uri="{FF2B5EF4-FFF2-40B4-BE49-F238E27FC236}">
                <a16:creationId xmlns:a16="http://schemas.microsoft.com/office/drawing/2014/main" id="{F273E805-B8FF-F84B-99E6-4636F8BD3EBF}"/>
              </a:ext>
            </a:extLst>
          </p:cNvPr>
          <p:cNvSpPr>
            <a:spLocks xmlns:a="http://schemas.openxmlformats.org/drawingml/2006/main" noGrp="1"/>
          </p:cNvSpPr>
          <p:nvPr>
            <p:ph type="body" idx="37"/>
          </p:nvPr>
        </p:nvSpPr>
        <p:spPr>
          <a:xfrm xmlns:a="http://schemas.openxmlformats.org/drawingml/2006/main">
            <a:off x="762000" y="4773585"/>
            <a:ext cx="5029200"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a:buNone/>
            </a:pPr>
            <a:r>
              <a:t>Click to edit Master text styles</a:t>
            </a:r>
          </a:p>
        </p:txBody>
      </p:sp>
      <p:sp>
        <p:nvSpPr>
          <p:cNvPr id="10" name="Text Field 2">
            <a:extLst xmlns:a="http://schemas.openxmlformats.org/drawingml/2006/main">
              <a:ext uri="{FF2B5EF4-FFF2-40B4-BE49-F238E27FC236}">
                <a16:creationId xmlns:a16="http://schemas.microsoft.com/office/drawing/2014/main" id="{283762D0-0D31-A347-AD9E-095398CD17C5}"/>
              </a:ext>
            </a:extLst>
          </p:cNvPr>
          <p:cNvSpPr>
            <a:spLocks xmlns:a="http://schemas.openxmlformats.org/drawingml/2006/main" noGrp="1"/>
          </p:cNvSpPr>
          <p:nvPr>
            <p:ph type="body" idx="36"/>
          </p:nvPr>
        </p:nvSpPr>
        <p:spPr>
          <a:xfrm xmlns:a="http://schemas.openxmlformats.org/drawingml/2006/main">
            <a:off x="762000" y="5111178"/>
            <a:ext cx="5029200" cy="89518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a:buNone/>
            </a:pPr>
            <a:r>
              <a:t>Click to edit Master text styles</a:t>
            </a:r>
          </a:p>
        </p:txBody>
      </p:sp>
      <p:pic>
        <p:nvPicPr>
          <p:cNvPr id="13" name="OTag"/>
          <p:cNvPicPr>
            <a:picLocks xmlns:a="http://schemas.openxmlformats.org/drawingml/2006/main" noChangeAspect="1"/>
          </p:cNvPicPr>
          <p:nvPr/>
        </p:nvPicPr>
        <p:blipFill>
          <a:blip xmlns:r="http://schemas.openxmlformats.org/officeDocument/2006/relationships" xmlns:a="http://schemas.openxmlformats.org/drawingml/2006/main" r:embed="R14be868db29743f7"/>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AED05725-671E-C225-6DF9-7BB572CF6458}"/>
              </a:ext>
            </a:extLst>
          </p:cNvPr>
          <p:cNvSpPr>
            <a:spLocks xmlns:a="http://schemas.openxmlformats.org/drawingml/2006/main" noGrp="1"/>
          </p:cNvSpPr>
          <p:nvPr/>
        </p:nvSpPr>
        <p:spPr>
          <a:xfrm xmlns:a="http://schemas.openxmlformats.org/drawingml/2006/main">
            <a:off x="792538" y="4502811"/>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Slide Number Placeholder 5">
            <a:extLst xmlns:a="http://schemas.openxmlformats.org/drawingml/2006/main">
              <a:ext uri="{FF2B5EF4-FFF2-40B4-BE49-F238E27FC236}">
                <a16:creationId xmlns:a16="http://schemas.microsoft.com/office/drawing/2014/main" id="{2A1785D5-56B1-DEF0-BA3B-01F667698630}"/>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7" name="Footer Placeholder 4">
            <a:extLst xmlns:a="http://schemas.openxmlformats.org/drawingml/2006/main">
              <a:ext uri="{FF2B5EF4-FFF2-40B4-BE49-F238E27FC236}">
                <a16:creationId xmlns:a16="http://schemas.microsoft.com/office/drawing/2014/main" id="{8421D3AC-547A-FA4A-F401-420B85189227}"/>
              </a:ext>
            </a:extLst>
          </p:cNvPr>
          <p:cNvSpPr>
            <a:spLocks xmlns:a="http://schemas.openxmlformats.org/drawingml/2006/main" noGrp="1"/>
          </p:cNvSpPr>
          <p:nvPr>
            <p:ph type="ftr" idx="39"/>
          </p:nvPr>
        </p:nvSpPr>
        <p:spPr>
          <a:xfrm xmlns:a="http://schemas.openxmlformats.org/drawingml/2006/main">
            <a:off x="1127758" y="6423978"/>
            <a:ext cx="8778240"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8" name="Date Placeholder 3">
            <a:extLst xmlns:a="http://schemas.openxmlformats.org/drawingml/2006/main">
              <a:ext uri="{FF2B5EF4-FFF2-40B4-BE49-F238E27FC236}">
                <a16:creationId xmlns:a16="http://schemas.microsoft.com/office/drawing/2014/main" id="{A4B13FC0-F54E-BB8C-3DE1-8D7172726F3E}"/>
              </a:ext>
            </a:extLst>
          </p:cNvPr>
          <p:cNvSpPr>
            <a:spLocks xmlns:a="http://schemas.openxmlformats.org/drawingml/2006/main" noGrp="1"/>
          </p:cNvSpPr>
          <p:nvPr>
            <p:ph type="dt" idx="38"/>
          </p:nvPr>
        </p:nvSpPr>
        <p:spPr>
          <a:xfrm xmlns:a="http://schemas.openxmlformats.org/drawingml/2006/main">
            <a:off x="9951618" y="6425604"/>
            <a:ext cx="109728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38.xml><?xml version="1.0" encoding="utf-8"?>
<p:sldLayout xmlns:p="http://schemas.openxmlformats.org/presentationml/2006/main" preserve="1" userDrawn="1">
  <p:cSld name="Light - Thank You">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Thank You">
            <a:extLst xmlns:a="http://schemas.openxmlformats.org/drawingml/2006/main">
              <a:ext uri="{FF2B5EF4-FFF2-40B4-BE49-F238E27FC236}">
                <a16:creationId xmlns:a16="http://schemas.microsoft.com/office/drawing/2014/main" id="{701BFB4F-AD1A-4B21-826E-A2F61F5D8AAB}"/>
              </a:ext>
            </a:extLst>
          </p:cNvPr>
          <p:cNvSpPr>
            <a:spLocks xmlns:a="http://schemas.openxmlformats.org/drawingml/2006/main" noGrp="1"/>
          </p:cNvSpPr>
          <p:nvPr>
            <p:ph type="title" idx="0" hasCustomPrompt="1"/>
          </p:nvPr>
        </p:nvSpPr>
        <p:spPr>
          <a:xfrm xmlns:a="http://schemas.openxmlformats.org/drawingml/2006/main">
            <a:off x="768875" y="3482230"/>
            <a:ext cx="5022325" cy="822960"/>
          </a:xfrm>
          <a:prstGeom xmlns:a="http://schemas.openxmlformats.org/drawingml/2006/main" prst="rect">
            <a:avLst/>
          </a:prstGeom>
          <a:noFill xmlns:a="http://schemas.openxmlformats.org/drawingml/2006/main"/>
        </p:spPr>
        <p:txBody>
          <a:bodyPr xmlns:a="http://schemas.openxmlformats.org/drawingml/2006/main" vert="horz"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marL="0" indent="0">
              <a:lnSpc>
                <a:spcPct val="100000"/>
              </a:lnSpc>
              <a:spcBef>
                <a:spcPts val="0"/>
              </a:spcBef>
              <a:spcAft>
                <a:spcPts val="0"/>
              </a:spcAft>
              <a:buNone/>
            </a:pPr>
            <a:r>
              <a:t>Thank you</a:t>
            </a:r>
          </a:p>
        </p:txBody>
      </p:sp>
      <p:sp>
        <p:nvSpPr>
          <p:cNvPr id="11" name="Text Field">
            <a:extLst xmlns:a="http://schemas.openxmlformats.org/drawingml/2006/main">
              <a:ext uri="{FF2B5EF4-FFF2-40B4-BE49-F238E27FC236}">
                <a16:creationId xmlns:a16="http://schemas.microsoft.com/office/drawing/2014/main" id="{F273E805-B8FF-F84B-99E6-4636F8BD3EBF}"/>
              </a:ext>
            </a:extLst>
          </p:cNvPr>
          <p:cNvSpPr>
            <a:spLocks xmlns:a="http://schemas.openxmlformats.org/drawingml/2006/main" noGrp="1"/>
          </p:cNvSpPr>
          <p:nvPr>
            <p:ph type="body" idx="37"/>
          </p:nvPr>
        </p:nvSpPr>
        <p:spPr>
          <a:xfrm xmlns:a="http://schemas.openxmlformats.org/drawingml/2006/main">
            <a:off x="762000" y="4773585"/>
            <a:ext cx="5029200"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a:buNone/>
            </a:pPr>
            <a:r>
              <a:t>Click to edit Master text styles</a:t>
            </a:r>
          </a:p>
        </p:txBody>
      </p:sp>
      <p:sp>
        <p:nvSpPr>
          <p:cNvPr id="10" name="Text Field 2">
            <a:extLst xmlns:a="http://schemas.openxmlformats.org/drawingml/2006/main">
              <a:ext uri="{FF2B5EF4-FFF2-40B4-BE49-F238E27FC236}">
                <a16:creationId xmlns:a16="http://schemas.microsoft.com/office/drawing/2014/main" id="{283762D0-0D31-A347-AD9E-095398CD17C5}"/>
              </a:ext>
            </a:extLst>
          </p:cNvPr>
          <p:cNvSpPr>
            <a:spLocks xmlns:a="http://schemas.openxmlformats.org/drawingml/2006/main" noGrp="1"/>
          </p:cNvSpPr>
          <p:nvPr>
            <p:ph type="body" idx="36"/>
          </p:nvPr>
        </p:nvSpPr>
        <p:spPr>
          <a:xfrm xmlns:a="http://schemas.openxmlformats.org/drawingml/2006/main">
            <a:off x="762000" y="5111178"/>
            <a:ext cx="5029200" cy="89518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a:buNone/>
            </a:pPr>
            <a:r>
              <a:t>Click to edit Master text styles</a:t>
            </a:r>
          </a:p>
        </p:txBody>
      </p:sp>
      <p:pic>
        <p:nvPicPr>
          <p:cNvPr id="13" name="OTag"/>
          <p:cNvPicPr>
            <a:picLocks xmlns:a="http://schemas.openxmlformats.org/drawingml/2006/main" noChangeAspect="1"/>
          </p:cNvPicPr>
          <p:nvPr/>
        </p:nvPicPr>
        <p:blipFill>
          <a:blip xmlns:r="http://schemas.openxmlformats.org/officeDocument/2006/relationships" xmlns:a="http://schemas.openxmlformats.org/drawingml/2006/main" r:embed="Rf4d9869feb4d4f8f"/>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33" name="Date Placeholder 32">
            <a:extLst xmlns:a="http://schemas.openxmlformats.org/drawingml/2006/main">
              <a:ext uri="{FF2B5EF4-FFF2-40B4-BE49-F238E27FC236}">
                <a16:creationId xmlns:a16="http://schemas.microsoft.com/office/drawing/2014/main" id="{C757BBF7-1C67-AA09-584F-7A752DCB4BC9}"/>
              </a:ext>
            </a:extLst>
          </p:cNvPr>
          <p:cNvSpPr>
            <a:spLocks xmlns:a="http://schemas.openxmlformats.org/drawingml/2006/main" noGrp="1"/>
          </p:cNvSpPr>
          <p:nvPr>
            <p:ph type="dt" idx="38"/>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34" name="Footer Placeholder 33">
            <a:extLst xmlns:a="http://schemas.openxmlformats.org/drawingml/2006/main">
              <a:ext uri="{FF2B5EF4-FFF2-40B4-BE49-F238E27FC236}">
                <a16:creationId xmlns:a16="http://schemas.microsoft.com/office/drawing/2014/main" id="{2B12D776-70C0-CC40-00F8-F8AB6108C9AA}"/>
              </a:ext>
            </a:extLst>
          </p:cNvPr>
          <p:cNvSpPr>
            <a:spLocks xmlns:a="http://schemas.openxmlformats.org/drawingml/2006/main" noGrp="1"/>
          </p:cNvSpPr>
          <p:nvPr>
            <p:ph type="ftr" idx="39"/>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35" name="Slide Number Placeholder 34">
            <a:extLst xmlns:a="http://schemas.openxmlformats.org/drawingml/2006/main">
              <a:ext uri="{FF2B5EF4-FFF2-40B4-BE49-F238E27FC236}">
                <a16:creationId xmlns:a16="http://schemas.microsoft.com/office/drawing/2014/main" id="{2021DDA7-EEBD-CE8D-1221-C07F76A0D39F}"/>
              </a:ext>
            </a:extLst>
          </p:cNvPr>
          <p:cNvSpPr>
            <a:spLocks xmlns:a="http://schemas.openxmlformats.org/drawingml/2006/main" noGrp="1"/>
          </p:cNvSpPr>
          <p:nvPr>
            <p:ph type="sldNum" idx="40"/>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pic>
        <p:nvPicPr>
          <p:cNvPr id="36" name="OTag"/>
          <p:cNvPicPr>
            <a:picLocks xmlns:a="http://schemas.openxmlformats.org/drawingml/2006/main" noChangeAspect="1"/>
          </p:cNvPicPr>
          <p:nvPr/>
        </p:nvPicPr>
        <p:blipFill>
          <a:blip xmlns:r="http://schemas.openxmlformats.org/officeDocument/2006/relationships" xmlns:a="http://schemas.openxmlformats.org/drawingml/2006/main" r:embed="Rf4d9869feb4d4f8f"/>
          <a:stretch xmlns:a="http://schemas.openxmlformats.org/drawingml/2006/main">
            <a:fillRect l="0" t="0" r="0" b="0"/>
          </a:stretch>
        </p:blipFill>
        <p:spPr>
          <a:xfrm xmlns:a="http://schemas.openxmlformats.org/drawingml/2006/main">
            <a:off x="11402373" y="6464808"/>
            <a:ext cx="393192" cy="393192"/>
          </a:xfrm>
          <a:prstGeom xmlns:a="http://schemas.openxmlformats.org/drawingml/2006/main" prst="rect">
            <a:avLst/>
          </a:prstGeom>
        </p:spPr>
      </p:pic>
      <p:pic>
        <p:nvPicPr>
          <p:cNvPr id="37" name="Graphic 3"/>
          <p:cNvPicPr>
            <a:picLocks xmlns:a="http://schemas.openxmlformats.org/drawingml/2006/main" noChangeAspect="1"/>
          </p:cNvPicPr>
          <p:nvPr/>
        </p:nvPicPr>
        <p:blipFill>
          <a:blip xmlns:r="http://schemas.openxmlformats.org/officeDocument/2006/relationships" xmlns:a="http://schemas.openxmlformats.org/drawingml/2006/main" r:embed="R11ad7bd90f1046da">
            <a:extLst>
              <a:ext uri="{96DAC541-7B7A-43D3-8B79-37D633B846F1}">
                <asvg:svgBlip xmlns:asvg="http://schemas.microsoft.com/office/drawing/2016/SVG/main" r:embed="R146f6465b42c4f60"/>
              </a:ext>
            </a:extLst>
          </a:blip>
          <a:stretch xmlns:a="http://schemas.openxmlformats.org/drawingml/2006/main">
            <a:fillRect l="0" t="0" r="0" b="0"/>
          </a:stretch>
        </p:blipFill>
        <p:spPr>
          <a:xfrm xmlns:a="http://schemas.openxmlformats.org/drawingml/2006/main">
            <a:off x="4419600" y="0"/>
            <a:ext cx="7772400" cy="5181600"/>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B0EC2F66-9907-2F15-B317-36B39B8BBE6F}"/>
              </a:ext>
            </a:extLst>
          </p:cNvPr>
          <p:cNvSpPr>
            <a:spLocks xmlns:a="http://schemas.openxmlformats.org/drawingml/2006/main" noGrp="1"/>
          </p:cNvSpPr>
          <p:nvPr/>
        </p:nvSpPr>
        <p:spPr>
          <a:xfrm xmlns:a="http://schemas.openxmlformats.org/drawingml/2006/main">
            <a:off x="792538" y="4502811"/>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39.xml><?xml version="1.0" encoding="utf-8"?>
<p:sldLayout xmlns:p="http://schemas.openxmlformats.org/presentationml/2006/main" preserve="1" userDrawn="1">
  <p:cSld name="Dark - Safe harbor_Pillar">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51E051E1-71EC-4D3F-847F-0BC7D691C8EC}"/>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Safe harbor statement</a:t>
            </a:r>
          </a:p>
        </p:txBody>
      </p:sp>
      <p:sp>
        <p:nvSpPr>
          <p:cNvPr id="8" name="TextBox 7">
            <a:extLst xmlns:a="http://schemas.openxmlformats.org/drawingml/2006/main">
              <a:ext uri="{FF2B5EF4-FFF2-40B4-BE49-F238E27FC236}">
                <a16:creationId xmlns:a16="http://schemas.microsoft.com/office/drawing/2014/main" id="{F2087D21-F78B-45C7-2C05-43C5D2F54367}"/>
              </a:ext>
            </a:extLst>
          </p:cNvPr>
          <p:cNvSpPr>
            <a:spLocks xmlns:a="http://schemas.openxmlformats.org/drawingml/2006/main" noGrp="1"/>
          </p:cNvSpPr>
          <p:nvPr/>
        </p:nvSpPr>
        <p:spPr>
          <a:xfrm xmlns:a="http://schemas.openxmlformats.org/drawingml/2006/main">
            <a:off x="762000" y="2344333"/>
            <a:ext cx="8854338" cy="170976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120"/>
              </a:lnSpc>
              <a:spcAft>
                <a:spcPts val="0"/>
              </a:spcAft>
              <a:buNone/>
            </a:pPr>
            <a:r>
              <a:rPr sz="1800" b="0" i="0">
                <a:solidFill>
                  <a:schemeClr val="tx1"/>
                </a:solidFill>
                <a:latin typeface="+mn-lt"/>
                <a:ea typeface="+mn-lt"/>
                <a:cs typeface="+mn-lt"/>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timing, and pricing of any features or functionality described for Oracle’s products may change and remains at the sole discretion of Oracle Corporation.</a:t>
            </a:r>
          </a:p>
        </p:txBody>
      </p:sp>
      <p:sp>
        <p:nvSpPr>
          <p:cNvPr id="2" name="Slide Number Placeholder 5">
            <a:extLst xmlns:a="http://schemas.openxmlformats.org/drawingml/2006/main">
              <a:ext uri="{FF2B5EF4-FFF2-40B4-BE49-F238E27FC236}">
                <a16:creationId xmlns:a16="http://schemas.microsoft.com/office/drawing/2014/main" id="{540641E3-ACAB-E839-02EF-7C57C307FABA}"/>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4" name="Footer Placeholder 4">
            <a:extLst xmlns:a="http://schemas.openxmlformats.org/drawingml/2006/main">
              <a:ext uri="{FF2B5EF4-FFF2-40B4-BE49-F238E27FC236}">
                <a16:creationId xmlns:a16="http://schemas.microsoft.com/office/drawing/2014/main" id="{BD409CAB-1191-6D39-1254-89464A0612E4}"/>
              </a:ext>
            </a:extLst>
          </p:cNvPr>
          <p:cNvSpPr>
            <a:spLocks xmlns:a="http://schemas.openxmlformats.org/drawingml/2006/main" noGrp="1"/>
          </p:cNvSpPr>
          <p:nvPr>
            <p:ph type="ftr" idx="39"/>
          </p:nvPr>
        </p:nvSpPr>
        <p:spPr>
          <a:xfrm xmlns:a="http://schemas.openxmlformats.org/drawingml/2006/main">
            <a:off x="1127758" y="6423978"/>
            <a:ext cx="8778240"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9" name="Date Placeholder 3">
            <a:extLst xmlns:a="http://schemas.openxmlformats.org/drawingml/2006/main">
              <a:ext uri="{FF2B5EF4-FFF2-40B4-BE49-F238E27FC236}">
                <a16:creationId xmlns:a16="http://schemas.microsoft.com/office/drawing/2014/main" id="{DC7047DB-AC61-D690-04AA-5A30B7A328DB}"/>
              </a:ext>
            </a:extLst>
          </p:cNvPr>
          <p:cNvSpPr>
            <a:spLocks xmlns:a="http://schemas.openxmlformats.org/drawingml/2006/main" noGrp="1"/>
          </p:cNvSpPr>
          <p:nvPr>
            <p:ph type="dt" idx="38"/>
          </p:nvPr>
        </p:nvSpPr>
        <p:spPr>
          <a:xfrm xmlns:a="http://schemas.openxmlformats.org/drawingml/2006/main">
            <a:off x="9951618" y="6425604"/>
            <a:ext cx="109728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40.xml><?xml version="1.0" encoding="utf-8"?>
<p:sldLayout xmlns:p="http://schemas.openxmlformats.org/presentationml/2006/main" preserve="1" userDrawn="1">
  <p:cSld name="Light - Safe harbor_Pillar">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51E051E1-71EC-4D3F-847F-0BC7D691C8EC}"/>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Safe harbor statement</a:t>
            </a:r>
          </a:p>
        </p:txBody>
      </p:sp>
      <p:sp>
        <p:nvSpPr>
          <p:cNvPr id="5" name="TextBox 4">
            <a:extLst xmlns:a="http://schemas.openxmlformats.org/drawingml/2006/main">
              <a:ext uri="{FF2B5EF4-FFF2-40B4-BE49-F238E27FC236}">
                <a16:creationId xmlns:a16="http://schemas.microsoft.com/office/drawing/2014/main" id="{CA4392FF-7C2C-D37B-DD7D-60C8C946E8C6}"/>
              </a:ext>
            </a:extLst>
          </p:cNvPr>
          <p:cNvSpPr>
            <a:spLocks xmlns:a="http://schemas.openxmlformats.org/drawingml/2006/main" noGrp="1"/>
          </p:cNvSpPr>
          <p:nvPr/>
        </p:nvSpPr>
        <p:spPr>
          <a:xfrm xmlns:a="http://schemas.openxmlformats.org/drawingml/2006/main">
            <a:off x="762000" y="2344333"/>
            <a:ext cx="8854338" cy="170976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120"/>
              </a:lnSpc>
              <a:spcAft>
                <a:spcPts val="0"/>
              </a:spcAft>
              <a:buNone/>
            </a:pPr>
            <a:r>
              <a:rPr sz="1800" b="0" i="0">
                <a:solidFill>
                  <a:schemeClr val="tx1"/>
                </a:solidFill>
                <a:latin typeface="+mn-lt"/>
                <a:ea typeface="+mn-lt"/>
                <a:cs typeface="+mn-lt"/>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timing, and pricing of any features or functionality described for Oracle’s products may change and remains at the sole discretion of Oracle Corporation.</a:t>
            </a:r>
          </a:p>
        </p:txBody>
      </p:sp>
      <p:sp>
        <p:nvSpPr>
          <p:cNvPr id="4" name="Date Placeholder 3">
            <a:extLst xmlns:a="http://schemas.openxmlformats.org/drawingml/2006/main">
              <a:ext uri="{FF2B5EF4-FFF2-40B4-BE49-F238E27FC236}">
                <a16:creationId xmlns:a16="http://schemas.microsoft.com/office/drawing/2014/main" id="{FCF6CFC0-B1A7-65DC-D50E-11CA6C5980B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[Date]</a:t>
            </a:r>
          </a:p>
        </p:txBody>
      </p:sp>
      <p:sp>
        <p:nvSpPr>
          <p:cNvPr id="6" name="Footer Placeholder 5">
            <a:extLst xmlns:a="http://schemas.openxmlformats.org/drawingml/2006/main">
              <a:ext uri="{FF2B5EF4-FFF2-40B4-BE49-F238E27FC236}">
                <a16:creationId xmlns:a16="http://schemas.microsoft.com/office/drawing/2014/main" id="{4C76ABC6-F319-24F4-BEE1-D506B2F9E4A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7" name="Slide Number Placeholder 6">
            <a:extLst xmlns:a="http://schemas.openxmlformats.org/drawingml/2006/main">
              <a:ext uri="{FF2B5EF4-FFF2-40B4-BE49-F238E27FC236}">
                <a16:creationId xmlns:a16="http://schemas.microsoft.com/office/drawing/2014/main" id="{8A82F60B-DD6F-FC5C-113A-1BAB731F379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345D60D9-5372-5F40-9443-0F9AE5BDC3C8}" type="slidenum">
              <a:t>‹#›</a:t>
            </a:fld>
          </a:p>
        </p:txBody>
      </p:sp>
    </p:spTree>
  </p:cSld>
</p:sldLayout>
</file>

<file path=ppt/slideLayouts/slideLayout41.xml><?xml version="1.0" encoding="utf-8"?>
<p:sldLayout xmlns:p="http://schemas.openxmlformats.org/presentationml/2006/main" preserve="1" userDrawn="1">
  <p:cSld name="Note on safe harbor/forward looking">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51E051E1-71EC-4D3F-847F-0BC7D691C8EC}"/>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Safe harbor/forward looking</a:t>
            </a:r>
          </a:p>
        </p:txBody>
      </p:sp>
      <p:sp>
        <p:nvSpPr>
          <p:cNvPr id="17" name="TextBox 16">
            <a:extLst xmlns:a="http://schemas.openxmlformats.org/drawingml/2006/main">
              <a:ext uri="{FF2B5EF4-FFF2-40B4-BE49-F238E27FC236}">
                <a16:creationId xmlns:a16="http://schemas.microsoft.com/office/drawing/2014/main" id="{E5EA32E2-5AE7-3199-6814-98A3082209E7}"/>
              </a:ext>
            </a:extLst>
          </p:cNvPr>
          <p:cNvSpPr>
            <a:spLocks xmlns:a="http://schemas.openxmlformats.org/drawingml/2006/main" noGrp="1"/>
          </p:cNvSpPr>
          <p:nvPr/>
        </p:nvSpPr>
        <p:spPr>
          <a:xfrm xmlns:a="http://schemas.openxmlformats.org/drawingml/2006/main">
            <a:off x="762000" y="1608575"/>
            <a:ext cx="5084064" cy="327839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indent="0" algn="l">
              <a:lnSpc>
                <a:spcPct val="120000"/>
              </a:lnSpc>
              <a:spcBef>
                <a:spcPts val="0"/>
              </a:spcBef>
              <a:spcAft>
                <a:spcPts val="900"/>
              </a:spcAft>
              <a:buNone/>
            </a:pPr>
            <a:r>
              <a:rPr sz="1400" b="0" i="0">
                <a:solidFill>
                  <a:schemeClr val="tx1"/>
                </a:solidFill>
                <a:latin typeface="Oracle Sans"/>
                <a:ea typeface="Oracle Sans"/>
                <a:cs typeface="Oracle Sans"/>
              </a:rPr>
              <a:t>The Legal Entity footer is required on every slide.</a:t>
            </a:r>
          </a:p>
          <a:p xmlns:a="http://schemas.openxmlformats.org/drawingml/2006/main">
            <a:pPr marL="0" indent="0" algn="l">
              <a:lnSpc>
                <a:spcPct val="120000"/>
              </a:lnSpc>
              <a:spcBef>
                <a:spcPts val="0"/>
              </a:spcBef>
              <a:spcAft>
                <a:spcPts val="900"/>
              </a:spcAft>
              <a:buNone/>
            </a:pPr>
            <a:r>
              <a:rPr sz="1400" b="0" i="0">
                <a:solidFill>
                  <a:schemeClr val="tx1"/>
                </a:solidFill>
                <a:latin typeface="Oracle Sans"/>
                <a:ea typeface="Oracle Sans"/>
                <a:cs typeface="Oracle Sans"/>
              </a:rPr>
              <a:t>The Regulatory Statement is required on the title slide, and Forward-Looking statement slide (if the Forward-Looking statement slide is needed).</a:t>
            </a:r>
          </a:p>
          <a:p xmlns:a="http://schemas.openxmlformats.org/drawingml/2006/main">
            <a:pPr marL="0" indent="0" algn="l">
              <a:lnSpc>
                <a:spcPct val="120000"/>
              </a:lnSpc>
              <a:spcBef>
                <a:spcPts val="0"/>
              </a:spcBef>
              <a:spcAft>
                <a:spcPts val="900"/>
              </a:spcAft>
              <a:buNone/>
            </a:pPr>
            <a:r>
              <a:rPr sz="1400" b="0" i="0">
                <a:solidFill>
                  <a:schemeClr val="tx1"/>
                </a:solidFill>
                <a:latin typeface="Oracle Sans"/>
                <a:ea typeface="Oracle Sans"/>
                <a:cs typeface="Oracle Sans"/>
              </a:rPr>
              <a:t>The Forward-Looking statement and Safe Harbor slides are required only for external presentations that pertain to:</a:t>
            </a:r>
          </a:p>
          <a:p xmlns:a="http://schemas.openxmlformats.org/drawingml/2006/main">
            <a:pPr marL="171441" indent="-171441" algn="l">
              <a:lnSpc>
                <a:spcPct val="110000"/>
              </a:lnSpc>
              <a:spcBef>
                <a:spcPts val="0"/>
              </a:spcBef>
              <a:spcAft>
                <a:spcPts val="900"/>
              </a:spcAft>
              <a:buChar char="•"/>
            </a:pPr>
            <a:r>
              <a:rPr sz="1400" b="0" i="0">
                <a:solidFill>
                  <a:schemeClr val="tx1"/>
                </a:solidFill>
                <a:latin typeface="Oracle Sans"/>
                <a:ea typeface="Oracle Sans"/>
                <a:cs typeface="Oracle Sans"/>
              </a:rPr>
              <a:t>Product launches</a:t>
            </a:r>
          </a:p>
          <a:p xmlns:a="http://schemas.openxmlformats.org/drawingml/2006/main">
            <a:pPr marL="171441" indent="-171441" algn="l">
              <a:lnSpc>
                <a:spcPct val="110000"/>
              </a:lnSpc>
              <a:spcBef>
                <a:spcPts val="0"/>
              </a:spcBef>
              <a:spcAft>
                <a:spcPts val="900"/>
              </a:spcAft>
              <a:buChar char="•"/>
            </a:pPr>
            <a:r>
              <a:rPr sz="1400" b="0" i="0">
                <a:solidFill>
                  <a:schemeClr val="tx1"/>
                </a:solidFill>
                <a:latin typeface="Oracle Sans"/>
                <a:ea typeface="Oracle Sans"/>
                <a:cs typeface="Oracle Sans"/>
              </a:rPr>
              <a:t>Executive presentations</a:t>
            </a:r>
          </a:p>
          <a:p xmlns:a="http://schemas.openxmlformats.org/drawingml/2006/main">
            <a:pPr marL="171441" indent="-171441" algn="l">
              <a:lnSpc>
                <a:spcPct val="110000"/>
              </a:lnSpc>
              <a:spcBef>
                <a:spcPts val="0"/>
              </a:spcBef>
              <a:spcAft>
                <a:spcPts val="900"/>
              </a:spcAft>
              <a:buChar char="•"/>
            </a:pPr>
            <a:r>
              <a:rPr sz="1400" b="0" i="0">
                <a:solidFill>
                  <a:schemeClr val="tx1"/>
                </a:solidFill>
                <a:latin typeface="Oracle Sans"/>
                <a:ea typeface="Oracle Sans"/>
                <a:cs typeface="Oracle Sans"/>
              </a:rPr>
              <a:t>Keynotes at major events</a:t>
            </a:r>
          </a:p>
          <a:p xmlns:a="http://schemas.openxmlformats.org/drawingml/2006/main">
            <a:pPr marL="171441" indent="-171441" algn="l">
              <a:lnSpc>
                <a:spcPct val="110000"/>
              </a:lnSpc>
              <a:spcBef>
                <a:spcPts val="0"/>
              </a:spcBef>
              <a:spcAft>
                <a:spcPts val="900"/>
              </a:spcAft>
              <a:buChar char="•"/>
            </a:pPr>
            <a:r>
              <a:rPr sz="1400" b="0" i="0">
                <a:solidFill>
                  <a:schemeClr val="tx1"/>
                </a:solidFill>
                <a:latin typeface="Oracle Sans"/>
                <a:ea typeface="Oracle Sans"/>
                <a:cs typeface="Oracle Sans"/>
              </a:rPr>
              <a:t>Events attended by financial analysts</a:t>
            </a:r>
          </a:p>
        </p:txBody>
      </p:sp>
      <p:sp>
        <p:nvSpPr>
          <p:cNvPr id="19" name="TextBox 18">
            <a:extLst xmlns:a="http://schemas.openxmlformats.org/drawingml/2006/main">
              <a:ext uri="{FF2B5EF4-FFF2-40B4-BE49-F238E27FC236}">
                <a16:creationId xmlns:a16="http://schemas.microsoft.com/office/drawing/2014/main" id="{08E9360F-1286-D2C8-A87B-E68B6EAEB555}"/>
              </a:ext>
            </a:extLst>
          </p:cNvPr>
          <p:cNvSpPr>
            <a:spLocks xmlns:a="http://schemas.openxmlformats.org/drawingml/2006/main" noGrp="1"/>
          </p:cNvSpPr>
          <p:nvPr/>
        </p:nvSpPr>
        <p:spPr>
          <a:xfrm xmlns:a="http://schemas.openxmlformats.org/drawingml/2006/main">
            <a:off x="6345936" y="1608575"/>
            <a:ext cx="5084064" cy="341458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indent="0" algn="l">
              <a:lnSpc>
                <a:spcPct val="120000"/>
              </a:lnSpc>
              <a:spcBef>
                <a:spcPts val="0"/>
              </a:spcBef>
              <a:spcAft>
                <a:spcPts val="900"/>
              </a:spcAft>
              <a:buNone/>
            </a:pPr>
            <a:r>
              <a:rPr sz="1400" b="0" i="0">
                <a:solidFill>
                  <a:schemeClr val="tx1"/>
                </a:solidFill>
                <a:latin typeface="Oracle Sans"/>
                <a:ea typeface="Oracle Sans"/>
                <a:cs typeface="Oracle Sans"/>
              </a:rPr>
              <a:t>If it is required, it should appear twice: after the title slide and at the end of the slide deck.  When video recording, there should be a 3  second camera hold on the final slide. </a:t>
            </a:r>
          </a:p>
          <a:p xmlns:a="http://schemas.openxmlformats.org/drawingml/2006/main">
            <a:pPr marL="0" indent="0" algn="l">
              <a:lnSpc>
                <a:spcPct val="120000"/>
              </a:lnSpc>
              <a:spcBef>
                <a:spcPts val="0"/>
              </a:spcBef>
              <a:spcAft>
                <a:spcPts val="900"/>
              </a:spcAft>
              <a:buNone/>
            </a:pPr>
            <a:r>
              <a:rPr sz="1400" b="0" i="0">
                <a:solidFill>
                  <a:schemeClr val="tx1"/>
                </a:solidFill>
                <a:latin typeface="Oracle Sans"/>
                <a:ea typeface="Oracle Sans"/>
                <a:cs typeface="Oracle Sans"/>
              </a:rPr>
              <a:t>The Safe harbor slide should be placed immediately following the title slide. </a:t>
            </a:r>
          </a:p>
          <a:p xmlns:a="http://schemas.openxmlformats.org/drawingml/2006/main">
            <a:pPr marL="0" indent="0" algn="l">
              <a:lnSpc>
                <a:spcPct val="120000"/>
              </a:lnSpc>
              <a:spcBef>
                <a:spcPts val="0"/>
              </a:spcBef>
              <a:spcAft>
                <a:spcPts val="900"/>
              </a:spcAft>
              <a:buNone/>
            </a:pPr>
            <a:r>
              <a:rPr sz="1400" b="0" i="0">
                <a:solidFill>
                  <a:srgbClr val="C74634"/>
                </a:solidFill>
                <a:latin typeface="Oracle Sans"/>
                <a:ea typeface="Oracle Sans"/>
                <a:cs typeface="Oracle Sans"/>
              </a:rPr>
              <a:t>If the presentation does not pertain to any one of the above, the Forward-Looking statement and Safe harbor slides can be left out entirely and should be deleted</a:t>
            </a:r>
          </a:p>
        </p:txBody>
      </p:sp>
      <p:cxnSp>
        <p:nvCxnSpPr>
          <p:cNvPr id="20" name="Column Divider"/>
          <p:cNvCxnSpPr/>
          <p:nvPr/>
        </p:nvCxnSpPr>
        <p:spPr>
          <a:xfrm xmlns:a="http://schemas.openxmlformats.org/drawingml/2006/main">
            <a:off x="6109577" y="1608575"/>
            <a:ext cx="0" cy="4507992"/>
          </a:xfrm>
          <a:prstGeom xmlns:a="http://schemas.openxmlformats.org/drawingml/2006/main" prst="line">
            <a:avLst/>
          </a:prstGeom>
          <a:ln xmlns:a="http://schemas.openxmlformats.org/drawingml/2006/main" w="12700" cap="flat">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4" name="Date Placeholder 3">
            <a:extLst xmlns:a="http://schemas.openxmlformats.org/drawingml/2006/main">
              <a:ext uri="{FF2B5EF4-FFF2-40B4-BE49-F238E27FC236}">
                <a16:creationId xmlns:a16="http://schemas.microsoft.com/office/drawing/2014/main" id="{95B96578-F41B-DA61-4EC1-4DEE5B0E239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[Date]</a:t>
            </a:r>
          </a:p>
        </p:txBody>
      </p:sp>
      <p:sp>
        <p:nvSpPr>
          <p:cNvPr id="6" name="Footer Placeholder 5">
            <a:extLst xmlns:a="http://schemas.openxmlformats.org/drawingml/2006/main">
              <a:ext uri="{FF2B5EF4-FFF2-40B4-BE49-F238E27FC236}">
                <a16:creationId xmlns:a16="http://schemas.microsoft.com/office/drawing/2014/main" id="{004F2E29-C807-15E0-8296-5227CFB29CE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7" name="Slide Number Placeholder 6">
            <a:extLst xmlns:a="http://schemas.openxmlformats.org/drawingml/2006/main">
              <a:ext uri="{FF2B5EF4-FFF2-40B4-BE49-F238E27FC236}">
                <a16:creationId xmlns:a16="http://schemas.microsoft.com/office/drawing/2014/main" id="{C066A835-2125-F224-B764-2D2970588D4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345D60D9-5372-5F40-9443-0F9AE5BDC3C8}" type="slidenum">
              <a:t>‹#›</a:t>
            </a:fld>
          </a:p>
        </p:txBody>
      </p:sp>
    </p:spTree>
  </p:cSld>
</p:sldLayout>
</file>

<file path=ppt/slideLayouts/slideLayout42.xml><?xml version="1.0" encoding="utf-8"?>
<p:sldLayout xmlns:p="http://schemas.openxmlformats.org/presentationml/2006/main" preserve="1" userDrawn="1">
  <p:cSld name="Speaker_1_Name">
    <p:bg>
      <p:bgRef idx="1001">
        <a:schemeClr xmlns:a="http://schemas.openxmlformats.org/drawingml/2006/main" val="bg2"/>
      </p:bgRef>
    </p:bg>
    <p:spTree>
      <p:nvGrpSpPr>
        <p:cNvPr id="1" name=""/>
        <p:cNvGrpSpPr/>
        <p:nvPr/>
      </p:nvGrpSpPr>
      <p:grpSpPr>
        <a:xfrm xmlns:a="http://schemas.openxmlformats.org/drawingml/2006/main"/>
      </p:grpSpPr>
      <p:pic>
        <p:nvPicPr>
          <p:cNvPr id="1" name="Graphic 1"/>
          <p:cNvPicPr>
            <a:picLocks xmlns:a="http://schemas.openxmlformats.org/drawingml/2006/main" noChangeAspect="1"/>
          </p:cNvPicPr>
          <p:nvPr/>
        </p:nvPicPr>
        <p:blipFill>
          <a:blip xmlns:r="http://schemas.openxmlformats.org/officeDocument/2006/relationships" xmlns:a="http://schemas.openxmlformats.org/drawingml/2006/main" r:embed="R41a0e843e484438c">
            <a:extLst>
              <a:ext uri="{96DAC541-7B7A-43D3-8B79-37D633B846F1}">
                <asvg:svgBlip xmlns:asvg="http://schemas.microsoft.com/office/drawing/2016/SVG/main" r:embed="Rf60d0d2125864818"/>
              </a:ext>
            </a:extLst>
          </a:blip>
          <a:srcRect xmlns:a="http://schemas.openxmlformats.org/drawingml/2006/main" l="5687" t="0" r="0" b="27270"/>
          <a:stretch xmlns:a="http://schemas.openxmlformats.org/drawingml/2006/main"/>
        </p:blipFill>
        <p:spPr>
          <a:xfrm xmlns:a="http://schemas.openxmlformats.org/drawingml/2006/main" rot="10800000">
            <a:off x="0" y="3611878"/>
            <a:ext cx="6314112" cy="3246122"/>
          </a:xfrm>
          <a:prstGeom xmlns:a="http://schemas.openxmlformats.org/drawingml/2006/main" prst="rect">
            <a:avLst/>
          </a:prstGeom>
        </p:spPr>
      </p:pic>
      <p:pic>
        <p:nvPicPr>
          <p:cNvPr id="2" name="Graphic 2"/>
          <p:cNvPicPr>
            <a:picLocks xmlns:a="http://schemas.openxmlformats.org/drawingml/2006/main" noChangeAspect="1"/>
          </p:cNvPicPr>
          <p:nvPr/>
        </p:nvPicPr>
        <p:blipFill>
          <a:blip xmlns:r="http://schemas.openxmlformats.org/officeDocument/2006/relationships" xmlns:a="http://schemas.openxmlformats.org/drawingml/2006/main" r:embed="R41a0e843e484438c">
            <a:extLst>
              <a:ext uri="{96DAC541-7B7A-43D3-8B79-37D633B846F1}">
                <asvg:svgBlip xmlns:asvg="http://schemas.microsoft.com/office/drawing/2016/SVG/main" r:embed="Rf60d0d2125864818"/>
              </a:ext>
            </a:extLst>
          </a:blip>
          <a:srcRect xmlns:a="http://schemas.openxmlformats.org/drawingml/2006/main" l="5687" t="0" r="0" b="27270"/>
          <a:stretch xmlns:a="http://schemas.openxmlformats.org/drawingml/2006/main"/>
        </p:blipFill>
        <p:spPr>
          <a:xfrm xmlns:a="http://schemas.openxmlformats.org/drawingml/2006/main">
            <a:off x="5877887" y="1"/>
            <a:ext cx="6314112" cy="3246122"/>
          </a:xfrm>
          <a:prstGeom xmlns:a="http://schemas.openxmlformats.org/drawingml/2006/main" prst="rect">
            <a:avLst/>
          </a:prstGeom>
        </p:spPr>
      </p:pic>
      <p:sp>
        <p:nvSpPr>
          <p:cNvPr id="8" name="Title 3">
            <a:extLst xmlns:a="http://schemas.openxmlformats.org/drawingml/2006/main">
              <a:ext uri="{FF2B5EF4-FFF2-40B4-BE49-F238E27FC236}">
                <a16:creationId xmlns:a16="http://schemas.microsoft.com/office/drawing/2014/main" id="{0638DF7B-BBB6-684E-A5BB-80F1125943EF}"/>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One speaker on stage</a:t>
            </a:r>
          </a:p>
        </p:txBody>
      </p:sp>
      <p:sp>
        <p:nvSpPr>
          <p:cNvPr id="4" name="Text Placeholder 33">
            <a:extLst xmlns:a="http://schemas.openxmlformats.org/drawingml/2006/main">
              <a:ext uri="{FF2B5EF4-FFF2-40B4-BE49-F238E27FC236}">
                <a16:creationId xmlns:a16="http://schemas.microsoft.com/office/drawing/2014/main" id="{23FEB0B4-B182-7549-DC07-DDA74F8C8764}"/>
              </a:ext>
            </a:extLst>
          </p:cNvPr>
          <p:cNvSpPr>
            <a:spLocks xmlns:a="http://schemas.openxmlformats.org/drawingml/2006/main" noGrp="1"/>
          </p:cNvSpPr>
          <p:nvPr>
            <p:ph type="body" idx="13" hasCustomPrompt="1"/>
          </p:nvPr>
        </p:nvSpPr>
        <p:spPr>
          <a:xfrm xmlns:a="http://schemas.openxmlformats.org/drawingml/2006/main">
            <a:off x="3810000" y="2720621"/>
            <a:ext cx="4572000" cy="640073"/>
          </a:xfrm>
        </p:spPr>
        <p:txBody>
          <a:bodyPr xmlns:a="http://schemas.openxmlformats.org/drawingml/2006/main" vert="horz" lIns="0" tIns="0" rIns="0" bIns="0" anchor="b">
            <a:noAutofit/>
          </a:bodyPr>
          <a:lstStyle xmlns:a="http://schemas.openxmlformats.org/drawingml/2006/main">
            <a:lvl1pPr algn="ctr">
              <a:lnSpc>
                <a:spcPct val="100000"/>
              </a:lnSpc>
              <a:buNone/>
              <a:defRPr sz="2800" b="1" i="0">
                <a:solidFill>
                  <a:schemeClr val="tx1"/>
                </a:solidFill>
                <a:latin typeface="Oracle Sans Tab"/>
                <a:ea typeface="Oracle Sans Tab"/>
                <a:cs typeface="Oracle Sans Tab"/>
              </a:defRPr>
            </a:lvl1pPr>
          </a:lstStyle>
          <a:p xmlns:a="http://schemas.openxmlformats.org/drawingml/2006/main">
            <a:pPr>
              <a:spcBef>
                <a:spcPts val="0"/>
              </a:spcBef>
              <a:buNone/>
            </a:pPr>
            <a:r>
              <a:t>Add speaker name</a:t>
            </a:r>
          </a:p>
        </p:txBody>
      </p:sp>
      <p:sp>
        <p:nvSpPr>
          <p:cNvPr id="5" name="Text Placeholder 33">
            <a:extLst xmlns:a="http://schemas.openxmlformats.org/drawingml/2006/main">
              <a:ext uri="{FF2B5EF4-FFF2-40B4-BE49-F238E27FC236}">
                <a16:creationId xmlns:a16="http://schemas.microsoft.com/office/drawing/2014/main" id="{580B83F2-896B-0C6B-B807-89AAAC67626C}"/>
              </a:ext>
            </a:extLst>
          </p:cNvPr>
          <p:cNvSpPr>
            <a:spLocks xmlns:a="http://schemas.openxmlformats.org/drawingml/2006/main" noGrp="1"/>
          </p:cNvSpPr>
          <p:nvPr>
            <p:ph type="body" idx="14" hasCustomPrompt="1"/>
          </p:nvPr>
        </p:nvSpPr>
        <p:spPr>
          <a:xfrm xmlns:a="http://schemas.openxmlformats.org/drawingml/2006/main">
            <a:off x="3810000" y="3359674"/>
            <a:ext cx="4572000" cy="640073"/>
          </a:xfrm>
        </p:spPr>
        <p:txBody>
          <a:bodyPr xmlns:a="http://schemas.openxmlformats.org/drawingml/2006/main" vert="horz" lIns="0" tIns="0" rIns="0" bIns="0" anchor="t">
            <a:noAutofit/>
          </a:bodyPr>
          <a:lstStyle xmlns:a="http://schemas.openxmlformats.org/drawingml/2006/main">
            <a:lvl1pPr algn="ctr">
              <a:lnSpc>
                <a:spcPct val="100000"/>
              </a:lnSpc>
              <a:buNone/>
              <a:defRPr sz="2400" b="0" i="0">
                <a:solidFill>
                  <a:schemeClr val="tx1"/>
                </a:solidFill>
                <a:latin typeface="Oracle Sans Tab"/>
                <a:ea typeface="Oracle Sans Tab"/>
                <a:cs typeface="Oracle Sans Tab"/>
              </a:defRPr>
            </a:lvl1pPr>
          </a:lstStyle>
          <a:p xmlns:a="http://schemas.openxmlformats.org/drawingml/2006/main">
            <a:pPr>
              <a:spcBef>
                <a:spcPts val="0"/>
              </a:spcBef>
              <a:buNone/>
            </a:pPr>
            <a:r>
              <a:t>Add speaker title</a:t>
            </a:r>
          </a:p>
        </p:txBody>
      </p:sp>
      <p:sp>
        <p:nvSpPr>
          <p:cNvPr id="9" name="Date Placeholder 8">
            <a:extLst xmlns:a="http://schemas.openxmlformats.org/drawingml/2006/main">
              <a:ext uri="{FF2B5EF4-FFF2-40B4-BE49-F238E27FC236}">
                <a16:creationId xmlns:a16="http://schemas.microsoft.com/office/drawing/2014/main" id="{FC3CEA58-179F-2A16-604F-3072E3C9807D}"/>
              </a:ext>
            </a:extLst>
          </p:cNvPr>
          <p:cNvSpPr>
            <a:spLocks xmlns:a="http://schemas.openxmlformats.org/drawingml/2006/main" noGrp="1"/>
          </p:cNvSpPr>
          <p:nvPr>
            <p:ph type="dt" idx="15"/>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10" name="Footer Placeholder 9">
            <a:extLst xmlns:a="http://schemas.openxmlformats.org/drawingml/2006/main">
              <a:ext uri="{FF2B5EF4-FFF2-40B4-BE49-F238E27FC236}">
                <a16:creationId xmlns:a16="http://schemas.microsoft.com/office/drawing/2014/main" id="{C99DE84C-7B40-1840-AE80-6C87B6D87D8C}"/>
              </a:ext>
            </a:extLst>
          </p:cNvPr>
          <p:cNvSpPr>
            <a:spLocks xmlns:a="http://schemas.openxmlformats.org/drawingml/2006/main" noGrp="1"/>
          </p:cNvSpPr>
          <p:nvPr>
            <p:ph type="ftr" idx="16"/>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1" name="Slide Number Placeholder 10">
            <a:extLst xmlns:a="http://schemas.openxmlformats.org/drawingml/2006/main">
              <a:ext uri="{FF2B5EF4-FFF2-40B4-BE49-F238E27FC236}">
                <a16:creationId xmlns:a16="http://schemas.microsoft.com/office/drawing/2014/main" id="{FFA2DC16-243A-C0C9-6E71-9B8652B906C1}"/>
              </a:ext>
            </a:extLst>
          </p:cNvPr>
          <p:cNvSpPr>
            <a:spLocks xmlns:a="http://schemas.openxmlformats.org/drawingml/2006/main" noGrp="1"/>
          </p:cNvSpPr>
          <p:nvPr>
            <p:ph type="sldNum" idx="17"/>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Tree>
  </p:cSld>
</p:sldLayout>
</file>

<file path=ppt/slideLayouts/slideLayout43.xml><?xml version="1.0" encoding="utf-8"?>
<p:sldLayout xmlns:p="http://schemas.openxmlformats.org/presentationml/2006/main" preserve="1" userDrawn="1">
  <p:cSld name="Speaker_2_Name">
    <p:bg>
      <p:bgRef idx="1001">
        <a:schemeClr xmlns:a="http://schemas.openxmlformats.org/drawingml/2006/main" val="bg2"/>
      </p:bgRef>
    </p:bg>
    <p:spTree>
      <p:nvGrpSpPr>
        <p:cNvPr id="1" name=""/>
        <p:cNvGrpSpPr/>
        <p:nvPr/>
      </p:nvGrpSpPr>
      <p:grpSpPr>
        <a:xfrm xmlns:a="http://schemas.openxmlformats.org/drawingml/2006/main"/>
      </p:grpSpPr>
      <p:sp>
        <p:nvSpPr>
          <p:cNvPr id="8" name="Title 3">
            <a:extLst xmlns:a="http://schemas.openxmlformats.org/drawingml/2006/main">
              <a:ext uri="{FF2B5EF4-FFF2-40B4-BE49-F238E27FC236}">
                <a16:creationId xmlns:a16="http://schemas.microsoft.com/office/drawing/2014/main" id="{0638DF7B-BBB6-684E-A5BB-80F1125943EF}"/>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Two speakers on stage</a:t>
            </a:r>
          </a:p>
        </p:txBody>
      </p:sp>
      <p:pic>
        <p:nvPicPr>
          <p:cNvPr id="9" name="Graphic 2"/>
          <p:cNvPicPr>
            <a:picLocks xmlns:a="http://schemas.openxmlformats.org/drawingml/2006/main" noChangeAspect="1"/>
          </p:cNvPicPr>
          <p:nvPr/>
        </p:nvPicPr>
        <p:blipFill>
          <a:blip xmlns:r="http://schemas.openxmlformats.org/officeDocument/2006/relationships" xmlns:a="http://schemas.openxmlformats.org/drawingml/2006/main" r:embed="R6df1b40caad34659">
            <a:extLst>
              <a:ext uri="{96DAC541-7B7A-43D3-8B79-37D633B846F1}">
                <asvg:svgBlip xmlns:asvg="http://schemas.microsoft.com/office/drawing/2016/SVG/main" r:embed="Rc002d4e685644eeb"/>
              </a:ext>
            </a:extLst>
          </a:blip>
          <a:srcRect xmlns:a="http://schemas.openxmlformats.org/drawingml/2006/main" l="5687" t="0" r="0" b="27270"/>
          <a:stretch xmlns:a="http://schemas.openxmlformats.org/drawingml/2006/main"/>
        </p:blipFill>
        <p:spPr>
          <a:xfrm xmlns:a="http://schemas.openxmlformats.org/drawingml/2006/main">
            <a:off x="5877887" y="1"/>
            <a:ext cx="6314112" cy="3246122"/>
          </a:xfrm>
          <a:prstGeom xmlns:a="http://schemas.openxmlformats.org/drawingml/2006/main" prst="rect">
            <a:avLst/>
          </a:prstGeom>
        </p:spPr>
      </p:pic>
      <p:sp>
        <p:nvSpPr>
          <p:cNvPr id="10" name="Footer Placeholder 9">
            <a:extLst xmlns:a="http://schemas.openxmlformats.org/drawingml/2006/main">
              <a:ext uri="{FF2B5EF4-FFF2-40B4-BE49-F238E27FC236}">
                <a16:creationId xmlns:a16="http://schemas.microsoft.com/office/drawing/2014/main" id="{8EEC5612-9EFC-A5C7-60F5-422AA3E3BA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6" name="Text Placeholder 33">
            <a:extLst xmlns:a="http://schemas.openxmlformats.org/drawingml/2006/main">
              <a:ext uri="{FF2B5EF4-FFF2-40B4-BE49-F238E27FC236}">
                <a16:creationId xmlns:a16="http://schemas.microsoft.com/office/drawing/2014/main" id="{B08936F9-0286-6F6F-D932-A07929F397D4}"/>
              </a:ext>
            </a:extLst>
          </p:cNvPr>
          <p:cNvSpPr>
            <a:spLocks xmlns:a="http://schemas.openxmlformats.org/drawingml/2006/main" noGrp="1"/>
          </p:cNvSpPr>
          <p:nvPr>
            <p:ph type="body" idx="13" hasCustomPrompt="1"/>
          </p:nvPr>
        </p:nvSpPr>
        <p:spPr>
          <a:xfrm xmlns:a="http://schemas.openxmlformats.org/drawingml/2006/main">
            <a:off x="807676" y="1937607"/>
            <a:ext cx="5120640" cy="640073"/>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a:spcBef>
                <a:spcPts val="0"/>
              </a:spcBef>
              <a:buNone/>
            </a:pPr>
            <a:r>
              <a:t>Add speaker name</a:t>
            </a:r>
          </a:p>
        </p:txBody>
      </p:sp>
      <p:sp>
        <p:nvSpPr>
          <p:cNvPr id="7" name="Text Placeholder 33">
            <a:extLst xmlns:a="http://schemas.openxmlformats.org/drawingml/2006/main">
              <a:ext uri="{FF2B5EF4-FFF2-40B4-BE49-F238E27FC236}">
                <a16:creationId xmlns:a16="http://schemas.microsoft.com/office/drawing/2014/main" id="{0715FEE8-35E5-A66D-91EB-17A751EFD8E6}"/>
              </a:ext>
            </a:extLst>
          </p:cNvPr>
          <p:cNvSpPr>
            <a:spLocks xmlns:a="http://schemas.openxmlformats.org/drawingml/2006/main" noGrp="1"/>
          </p:cNvSpPr>
          <p:nvPr>
            <p:ph type="body" idx="14" hasCustomPrompt="1"/>
          </p:nvPr>
        </p:nvSpPr>
        <p:spPr>
          <a:xfrm xmlns:a="http://schemas.openxmlformats.org/drawingml/2006/main">
            <a:off x="807676" y="2576660"/>
            <a:ext cx="5120640" cy="640073"/>
          </a:xfrm>
        </p:spPr>
        <p:txBody>
          <a:bodyPr xmlns:a="http://schemas.openxmlformats.org/drawingml/2006/main" vert="horz" lIns="0" tIns="0" rIns="0" bIns="0" anchor="t">
            <a:noAutofit/>
          </a:bodyPr>
          <a:lstStyle xmlns:a="http://schemas.openxmlformats.org/drawingml/2006/main">
            <a:lvl1pPr algn="l">
              <a:lnSpc>
                <a:spcPct val="100000"/>
              </a:lnSpc>
              <a:buNone/>
              <a:defRPr sz="2000" b="0" i="0">
                <a:solidFill>
                  <a:schemeClr val="tx1"/>
                </a:solidFill>
                <a:latin typeface="Oracle Sans Tab"/>
                <a:ea typeface="Oracle Sans Tab"/>
                <a:cs typeface="Oracle Sans Tab"/>
              </a:defRPr>
            </a:lvl1pPr>
          </a:lstStyle>
          <a:p xmlns:a="http://schemas.openxmlformats.org/drawingml/2006/main">
            <a:pPr>
              <a:spcBef>
                <a:spcPts val="0"/>
              </a:spcBef>
              <a:buNone/>
            </a:pPr>
            <a:r>
              <a:t>Add speaker title</a:t>
            </a:r>
          </a:p>
        </p:txBody>
      </p:sp>
      <p:sp>
        <p:nvSpPr>
          <p:cNvPr id="12" name="Text Placeholder 33">
            <a:extLst xmlns:a="http://schemas.openxmlformats.org/drawingml/2006/main">
              <a:ext uri="{FF2B5EF4-FFF2-40B4-BE49-F238E27FC236}">
                <a16:creationId xmlns:a16="http://schemas.microsoft.com/office/drawing/2014/main" id="{A476E992-5CB8-77CD-3D59-FC21C7FE9867}"/>
              </a:ext>
            </a:extLst>
          </p:cNvPr>
          <p:cNvSpPr>
            <a:spLocks xmlns:a="http://schemas.openxmlformats.org/drawingml/2006/main" noGrp="1"/>
          </p:cNvSpPr>
          <p:nvPr>
            <p:ph type="body" idx="19" hasCustomPrompt="1"/>
          </p:nvPr>
        </p:nvSpPr>
        <p:spPr>
          <a:xfrm xmlns:a="http://schemas.openxmlformats.org/drawingml/2006/main">
            <a:off x="792538" y="3429000"/>
            <a:ext cx="5120640" cy="640073"/>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a:spcBef>
                <a:spcPts val="0"/>
              </a:spcBef>
              <a:buNone/>
            </a:pPr>
            <a:r>
              <a:t>Add speaker name</a:t>
            </a:r>
          </a:p>
        </p:txBody>
      </p:sp>
      <p:sp>
        <p:nvSpPr>
          <p:cNvPr id="13" name="Text Placeholder 33">
            <a:extLst xmlns:a="http://schemas.openxmlformats.org/drawingml/2006/main">
              <a:ext uri="{FF2B5EF4-FFF2-40B4-BE49-F238E27FC236}">
                <a16:creationId xmlns:a16="http://schemas.microsoft.com/office/drawing/2014/main" id="{A493C7D7-4F9B-DA7C-D7EB-59661A8EBDF7}"/>
              </a:ext>
            </a:extLst>
          </p:cNvPr>
          <p:cNvSpPr>
            <a:spLocks xmlns:a="http://schemas.openxmlformats.org/drawingml/2006/main" noGrp="1"/>
          </p:cNvSpPr>
          <p:nvPr>
            <p:ph type="body" idx="20" hasCustomPrompt="1"/>
          </p:nvPr>
        </p:nvSpPr>
        <p:spPr>
          <a:xfrm xmlns:a="http://schemas.openxmlformats.org/drawingml/2006/main">
            <a:off x="792538" y="4068053"/>
            <a:ext cx="5120640" cy="640073"/>
          </a:xfrm>
        </p:spPr>
        <p:txBody>
          <a:bodyPr xmlns:a="http://schemas.openxmlformats.org/drawingml/2006/main" vert="horz" lIns="0" tIns="0" rIns="0" bIns="0" anchor="t">
            <a:noAutofit/>
          </a:bodyPr>
          <a:lstStyle xmlns:a="http://schemas.openxmlformats.org/drawingml/2006/main">
            <a:lvl1pPr algn="l">
              <a:lnSpc>
                <a:spcPct val="100000"/>
              </a:lnSpc>
              <a:buNone/>
              <a:defRPr sz="2000" b="0" i="0">
                <a:solidFill>
                  <a:schemeClr val="tx1"/>
                </a:solidFill>
                <a:latin typeface="Oracle Sans Tab"/>
                <a:ea typeface="Oracle Sans Tab"/>
                <a:cs typeface="Oracle Sans Tab"/>
              </a:defRPr>
            </a:lvl1pPr>
          </a:lstStyle>
          <a:p xmlns:a="http://schemas.openxmlformats.org/drawingml/2006/main">
            <a:pPr>
              <a:spcBef>
                <a:spcPts val="0"/>
              </a:spcBef>
              <a:buNone/>
            </a:pPr>
            <a:r>
              <a:t>Add speaker title</a:t>
            </a:r>
          </a:p>
        </p:txBody>
      </p:sp>
      <p:sp>
        <p:nvSpPr>
          <p:cNvPr id="11" name="Slide Number Placeholder 10">
            <a:extLst xmlns:a="http://schemas.openxmlformats.org/drawingml/2006/main">
              <a:ext uri="{FF2B5EF4-FFF2-40B4-BE49-F238E27FC236}">
                <a16:creationId xmlns:a16="http://schemas.microsoft.com/office/drawing/2014/main" id="{B01A2761-9610-DAD1-E4E2-18899B9B52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9" name="Date Placeholder 8">
            <a:extLst xmlns:a="http://schemas.openxmlformats.org/drawingml/2006/main">
              <a:ext uri="{FF2B5EF4-FFF2-40B4-BE49-F238E27FC236}">
                <a16:creationId xmlns:a16="http://schemas.microsoft.com/office/drawing/2014/main" id="{4ACA5DC3-86B0-1F65-3F2B-CA7D6A4147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44.xml><?xml version="1.0" encoding="utf-8"?>
<p:sldLayout xmlns:p="http://schemas.openxmlformats.org/presentationml/2006/main" preserve="1" userDrawn="1">
  <p:cSld name="Speaker_3_Name">
    <p:bg>
      <p:bgRef idx="1001">
        <a:schemeClr xmlns:a="http://schemas.openxmlformats.org/drawingml/2006/main" val="bg2"/>
      </p:bgRef>
    </p:bg>
    <p:spTree>
      <p:nvGrpSpPr>
        <p:cNvPr id="1" name=""/>
        <p:cNvGrpSpPr/>
        <p:nvPr/>
      </p:nvGrpSpPr>
      <p:grpSpPr>
        <a:xfrm xmlns:a="http://schemas.openxmlformats.org/drawingml/2006/main"/>
      </p:grpSpPr>
      <p:sp>
        <p:nvSpPr>
          <p:cNvPr id="8" name="Title 3">
            <a:extLst xmlns:a="http://schemas.openxmlformats.org/drawingml/2006/main">
              <a:ext uri="{FF2B5EF4-FFF2-40B4-BE49-F238E27FC236}">
                <a16:creationId xmlns:a16="http://schemas.microsoft.com/office/drawing/2014/main" id="{0638DF7B-BBB6-684E-A5BB-80F1125943EF}"/>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Three speakers on stage</a:t>
            </a:r>
          </a:p>
        </p:txBody>
      </p:sp>
      <p:pic>
        <p:nvPicPr>
          <p:cNvPr id="9" name="Graphic 2"/>
          <p:cNvPicPr>
            <a:picLocks xmlns:a="http://schemas.openxmlformats.org/drawingml/2006/main" noChangeAspect="1"/>
          </p:cNvPicPr>
          <p:nvPr/>
        </p:nvPicPr>
        <p:blipFill>
          <a:blip xmlns:r="http://schemas.openxmlformats.org/officeDocument/2006/relationships" xmlns:a="http://schemas.openxmlformats.org/drawingml/2006/main" r:embed="R5bfab2d6eaee4087">
            <a:extLst>
              <a:ext uri="{96DAC541-7B7A-43D3-8B79-37D633B846F1}">
                <asvg:svgBlip xmlns:asvg="http://schemas.microsoft.com/office/drawing/2016/SVG/main" r:embed="R25dff2a059964fca"/>
              </a:ext>
            </a:extLst>
          </a:blip>
          <a:srcRect xmlns:a="http://schemas.openxmlformats.org/drawingml/2006/main" l="5687" t="0" r="0" b="27270"/>
          <a:stretch xmlns:a="http://schemas.openxmlformats.org/drawingml/2006/main"/>
        </p:blipFill>
        <p:spPr>
          <a:xfrm xmlns:a="http://schemas.openxmlformats.org/drawingml/2006/main">
            <a:off x="5877887" y="1"/>
            <a:ext cx="6314112" cy="3246122"/>
          </a:xfrm>
          <a:prstGeom xmlns:a="http://schemas.openxmlformats.org/drawingml/2006/main" prst="rect">
            <a:avLst/>
          </a:prstGeom>
        </p:spPr>
      </p:pic>
      <p:sp>
        <p:nvSpPr>
          <p:cNvPr id="9" name="Date Placeholder 8">
            <a:extLst xmlns:a="http://schemas.openxmlformats.org/drawingml/2006/main">
              <a:ext uri="{FF2B5EF4-FFF2-40B4-BE49-F238E27FC236}">
                <a16:creationId xmlns:a16="http://schemas.microsoft.com/office/drawing/2014/main" id="{4ACA5DC3-86B0-1F65-3F2B-CA7D6A4147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2" name="Text Placeholder 33">
            <a:extLst xmlns:a="http://schemas.openxmlformats.org/drawingml/2006/main">
              <a:ext uri="{FF2B5EF4-FFF2-40B4-BE49-F238E27FC236}">
                <a16:creationId xmlns:a16="http://schemas.microsoft.com/office/drawing/2014/main" id="{B9B847CE-1494-EB76-B9F7-38F201281C5C}"/>
              </a:ext>
            </a:extLst>
          </p:cNvPr>
          <p:cNvSpPr>
            <a:spLocks xmlns:a="http://schemas.openxmlformats.org/drawingml/2006/main" noGrp="1"/>
          </p:cNvSpPr>
          <p:nvPr>
            <p:ph type="body" idx="13" hasCustomPrompt="1"/>
          </p:nvPr>
        </p:nvSpPr>
        <p:spPr>
          <a:xfrm xmlns:a="http://schemas.openxmlformats.org/drawingml/2006/main">
            <a:off x="797773" y="1325903"/>
            <a:ext cx="512064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a:spcBef>
                <a:spcPts val="0"/>
              </a:spcBef>
              <a:buNone/>
            </a:pPr>
            <a:r>
              <a:t>Add speaker name</a:t>
            </a:r>
          </a:p>
        </p:txBody>
      </p:sp>
      <p:sp>
        <p:nvSpPr>
          <p:cNvPr id="4" name="Text Placeholder 33">
            <a:extLst xmlns:a="http://schemas.openxmlformats.org/drawingml/2006/main">
              <a:ext uri="{FF2B5EF4-FFF2-40B4-BE49-F238E27FC236}">
                <a16:creationId xmlns:a16="http://schemas.microsoft.com/office/drawing/2014/main" id="{2CBD8601-0EE0-1C22-9AF2-15631BDB0B16}"/>
              </a:ext>
            </a:extLst>
          </p:cNvPr>
          <p:cNvSpPr>
            <a:spLocks xmlns:a="http://schemas.openxmlformats.org/drawingml/2006/main" noGrp="1"/>
          </p:cNvSpPr>
          <p:nvPr>
            <p:ph type="body" idx="14" hasCustomPrompt="1"/>
          </p:nvPr>
        </p:nvSpPr>
        <p:spPr>
          <a:xfrm xmlns:a="http://schemas.openxmlformats.org/drawingml/2006/main">
            <a:off x="797774" y="1964957"/>
            <a:ext cx="512064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a:spcBef>
                <a:spcPts val="0"/>
              </a:spcBef>
              <a:buNone/>
            </a:pPr>
            <a:r>
              <a:t>Add speaker title</a:t>
            </a:r>
          </a:p>
        </p:txBody>
      </p:sp>
      <p:sp>
        <p:nvSpPr>
          <p:cNvPr id="5" name="Text Placeholder 33">
            <a:extLst xmlns:a="http://schemas.openxmlformats.org/drawingml/2006/main">
              <a:ext uri="{FF2B5EF4-FFF2-40B4-BE49-F238E27FC236}">
                <a16:creationId xmlns:a16="http://schemas.microsoft.com/office/drawing/2014/main" id="{0A0EB793-5D1B-7CAC-A983-72F74B5C0FB6}"/>
              </a:ext>
            </a:extLst>
          </p:cNvPr>
          <p:cNvSpPr>
            <a:spLocks xmlns:a="http://schemas.openxmlformats.org/drawingml/2006/main" noGrp="1"/>
          </p:cNvSpPr>
          <p:nvPr>
            <p:ph type="body" idx="28" hasCustomPrompt="1"/>
          </p:nvPr>
        </p:nvSpPr>
        <p:spPr>
          <a:xfrm xmlns:a="http://schemas.openxmlformats.org/drawingml/2006/main">
            <a:off x="792538" y="2792454"/>
            <a:ext cx="512064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a:spcBef>
                <a:spcPts val="0"/>
              </a:spcBef>
              <a:buNone/>
            </a:pPr>
            <a:r>
              <a:t>Add speaker name</a:t>
            </a:r>
          </a:p>
        </p:txBody>
      </p:sp>
      <p:sp>
        <p:nvSpPr>
          <p:cNvPr id="14" name="Text Placeholder 33">
            <a:extLst xmlns:a="http://schemas.openxmlformats.org/drawingml/2006/main">
              <a:ext uri="{FF2B5EF4-FFF2-40B4-BE49-F238E27FC236}">
                <a16:creationId xmlns:a16="http://schemas.microsoft.com/office/drawing/2014/main" id="{C8830B92-077C-42C2-7CF4-32E57CCAA196}"/>
              </a:ext>
            </a:extLst>
          </p:cNvPr>
          <p:cNvSpPr>
            <a:spLocks xmlns:a="http://schemas.openxmlformats.org/drawingml/2006/main" noGrp="1"/>
          </p:cNvSpPr>
          <p:nvPr>
            <p:ph type="body" idx="29" hasCustomPrompt="1"/>
          </p:nvPr>
        </p:nvSpPr>
        <p:spPr>
          <a:xfrm xmlns:a="http://schemas.openxmlformats.org/drawingml/2006/main">
            <a:off x="792539" y="3431508"/>
            <a:ext cx="512064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a:spcBef>
                <a:spcPts val="0"/>
              </a:spcBef>
              <a:buNone/>
            </a:pPr>
            <a:r>
              <a:t>Add speaker title</a:t>
            </a:r>
          </a:p>
        </p:txBody>
      </p:sp>
      <p:sp>
        <p:nvSpPr>
          <p:cNvPr id="15" name="Text Placeholder 33">
            <a:extLst xmlns:a="http://schemas.openxmlformats.org/drawingml/2006/main">
              <a:ext uri="{FF2B5EF4-FFF2-40B4-BE49-F238E27FC236}">
                <a16:creationId xmlns:a16="http://schemas.microsoft.com/office/drawing/2014/main" id="{283801B3-C270-4242-E8A4-95C95B9D6FBD}"/>
              </a:ext>
            </a:extLst>
          </p:cNvPr>
          <p:cNvSpPr>
            <a:spLocks xmlns:a="http://schemas.openxmlformats.org/drawingml/2006/main" noGrp="1"/>
          </p:cNvSpPr>
          <p:nvPr>
            <p:ph type="body" idx="30" hasCustomPrompt="1"/>
          </p:nvPr>
        </p:nvSpPr>
        <p:spPr>
          <a:xfrm xmlns:a="http://schemas.openxmlformats.org/drawingml/2006/main">
            <a:off x="795484" y="4312293"/>
            <a:ext cx="512064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a:spcBef>
                <a:spcPts val="0"/>
              </a:spcBef>
              <a:buNone/>
            </a:pPr>
            <a:r>
              <a:t>Add speaker name</a:t>
            </a:r>
          </a:p>
        </p:txBody>
      </p:sp>
      <p:sp>
        <p:nvSpPr>
          <p:cNvPr id="16" name="Text Placeholder 33">
            <a:extLst xmlns:a="http://schemas.openxmlformats.org/drawingml/2006/main">
              <a:ext uri="{FF2B5EF4-FFF2-40B4-BE49-F238E27FC236}">
                <a16:creationId xmlns:a16="http://schemas.microsoft.com/office/drawing/2014/main" id="{BF454C50-6F7C-4662-4836-A1158EEF6D4C}"/>
              </a:ext>
            </a:extLst>
          </p:cNvPr>
          <p:cNvSpPr>
            <a:spLocks xmlns:a="http://schemas.openxmlformats.org/drawingml/2006/main" noGrp="1"/>
          </p:cNvSpPr>
          <p:nvPr>
            <p:ph type="body" idx="31" hasCustomPrompt="1"/>
          </p:nvPr>
        </p:nvSpPr>
        <p:spPr>
          <a:xfrm xmlns:a="http://schemas.openxmlformats.org/drawingml/2006/main">
            <a:off x="795485" y="4951347"/>
            <a:ext cx="512064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a:spcBef>
                <a:spcPts val="0"/>
              </a:spcBef>
              <a:buNone/>
            </a:pPr>
            <a:r>
              <a:t>Add speaker title</a:t>
            </a:r>
          </a:p>
        </p:txBody>
      </p:sp>
      <p:sp>
        <p:nvSpPr>
          <p:cNvPr id="10" name="Footer Placeholder 9">
            <a:extLst xmlns:a="http://schemas.openxmlformats.org/drawingml/2006/main">
              <a:ext uri="{FF2B5EF4-FFF2-40B4-BE49-F238E27FC236}">
                <a16:creationId xmlns:a16="http://schemas.microsoft.com/office/drawing/2014/main" id="{8EEC5612-9EFC-A5C7-60F5-422AA3E3BA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1" name="Slide Number Placeholder 10">
            <a:extLst xmlns:a="http://schemas.openxmlformats.org/drawingml/2006/main">
              <a:ext uri="{FF2B5EF4-FFF2-40B4-BE49-F238E27FC236}">
                <a16:creationId xmlns:a16="http://schemas.microsoft.com/office/drawing/2014/main" id="{B01A2761-9610-DAD1-E4E2-18899B9B52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Tree>
  </p:cSld>
</p:sldLayout>
</file>

<file path=ppt/slideLayouts/slideLayout45.xml><?xml version="1.0" encoding="utf-8"?>
<p:sldLayout xmlns:p="http://schemas.openxmlformats.org/presentationml/2006/main" preserve="1" userDrawn="1">
  <p:cSld name="Speaker_4_Name">
    <p:bg>
      <p:bgRef idx="1001">
        <a:schemeClr xmlns:a="http://schemas.openxmlformats.org/drawingml/2006/main" val="bg2"/>
      </p:bgRef>
    </p:bg>
    <p:spTree>
      <p:nvGrpSpPr>
        <p:cNvPr id="1" name=""/>
        <p:cNvGrpSpPr/>
        <p:nvPr/>
      </p:nvGrpSpPr>
      <p:grpSpPr>
        <a:xfrm xmlns:a="http://schemas.openxmlformats.org/drawingml/2006/main"/>
      </p:grpSpPr>
      <p:sp>
        <p:nvSpPr>
          <p:cNvPr id="8" name="Title 3">
            <a:extLst xmlns:a="http://schemas.openxmlformats.org/drawingml/2006/main">
              <a:ext uri="{FF2B5EF4-FFF2-40B4-BE49-F238E27FC236}">
                <a16:creationId xmlns:a16="http://schemas.microsoft.com/office/drawing/2014/main" id="{0638DF7B-BBB6-684E-A5BB-80F1125943EF}"/>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Four speakers on stage</a:t>
            </a:r>
          </a:p>
        </p:txBody>
      </p:sp>
      <p:pic>
        <p:nvPicPr>
          <p:cNvPr id="9" name="Graphic 2"/>
          <p:cNvPicPr>
            <a:picLocks xmlns:a="http://schemas.openxmlformats.org/drawingml/2006/main" noChangeAspect="1"/>
          </p:cNvPicPr>
          <p:nvPr/>
        </p:nvPicPr>
        <p:blipFill>
          <a:blip xmlns:r="http://schemas.openxmlformats.org/officeDocument/2006/relationships" xmlns:a="http://schemas.openxmlformats.org/drawingml/2006/main" r:embed="Ra2e0e68b3c0b4612">
            <a:extLst>
              <a:ext uri="{96DAC541-7B7A-43D3-8B79-37D633B846F1}">
                <asvg:svgBlip xmlns:asvg="http://schemas.microsoft.com/office/drawing/2016/SVG/main" r:embed="Rd3b1c3785c6e48b9"/>
              </a:ext>
            </a:extLst>
          </a:blip>
          <a:srcRect xmlns:a="http://schemas.openxmlformats.org/drawingml/2006/main" l="5687" t="0" r="0" b="27270"/>
          <a:stretch xmlns:a="http://schemas.openxmlformats.org/drawingml/2006/main"/>
        </p:blipFill>
        <p:spPr>
          <a:xfrm xmlns:a="http://schemas.openxmlformats.org/drawingml/2006/main">
            <a:off x="5877887" y="1"/>
            <a:ext cx="6314112" cy="3246122"/>
          </a:xfrm>
          <a:prstGeom xmlns:a="http://schemas.openxmlformats.org/drawingml/2006/main" prst="rect">
            <a:avLst/>
          </a:prstGeom>
        </p:spPr>
      </p:pic>
      <p:sp>
        <p:nvSpPr>
          <p:cNvPr id="9" name="Date Placeholder 8">
            <a:extLst xmlns:a="http://schemas.openxmlformats.org/drawingml/2006/main">
              <a:ext uri="{FF2B5EF4-FFF2-40B4-BE49-F238E27FC236}">
                <a16:creationId xmlns:a16="http://schemas.microsoft.com/office/drawing/2014/main" id="{4ACA5DC3-86B0-1F65-3F2B-CA7D6A4147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10" name="Footer Placeholder 9">
            <a:extLst xmlns:a="http://schemas.openxmlformats.org/drawingml/2006/main">
              <a:ext uri="{FF2B5EF4-FFF2-40B4-BE49-F238E27FC236}">
                <a16:creationId xmlns:a16="http://schemas.microsoft.com/office/drawing/2014/main" id="{8EEC5612-9EFC-A5C7-60F5-422AA3E3BA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1" name="Slide Number Placeholder 10">
            <a:extLst xmlns:a="http://schemas.openxmlformats.org/drawingml/2006/main">
              <a:ext uri="{FF2B5EF4-FFF2-40B4-BE49-F238E27FC236}">
                <a16:creationId xmlns:a16="http://schemas.microsoft.com/office/drawing/2014/main" id="{B01A2761-9610-DAD1-E4E2-18899B9B52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6" name="Text Placeholder 33">
            <a:extLst xmlns:a="http://schemas.openxmlformats.org/drawingml/2006/main">
              <a:ext uri="{FF2B5EF4-FFF2-40B4-BE49-F238E27FC236}">
                <a16:creationId xmlns:a16="http://schemas.microsoft.com/office/drawing/2014/main" id="{F9F38D12-CAEB-FD20-511D-40562DCAA1EA}"/>
              </a:ext>
            </a:extLst>
          </p:cNvPr>
          <p:cNvSpPr>
            <a:spLocks xmlns:a="http://schemas.openxmlformats.org/drawingml/2006/main" noGrp="1"/>
          </p:cNvSpPr>
          <p:nvPr>
            <p:ph type="body" idx="13" hasCustomPrompt="1"/>
          </p:nvPr>
        </p:nvSpPr>
        <p:spPr>
          <a:xfrm xmlns:a="http://schemas.openxmlformats.org/drawingml/2006/main">
            <a:off x="784794" y="2108629"/>
            <a:ext cx="448056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a:spcBef>
                <a:spcPts val="0"/>
              </a:spcBef>
              <a:buNone/>
            </a:pPr>
            <a:r>
              <a:t>Add speaker name</a:t>
            </a:r>
          </a:p>
        </p:txBody>
      </p:sp>
      <p:sp>
        <p:nvSpPr>
          <p:cNvPr id="7" name="Text Placeholder 33">
            <a:extLst xmlns:a="http://schemas.openxmlformats.org/drawingml/2006/main">
              <a:ext uri="{FF2B5EF4-FFF2-40B4-BE49-F238E27FC236}">
                <a16:creationId xmlns:a16="http://schemas.microsoft.com/office/drawing/2014/main" id="{A141B714-1A78-6D82-F378-939B470D8736}"/>
              </a:ext>
            </a:extLst>
          </p:cNvPr>
          <p:cNvSpPr>
            <a:spLocks xmlns:a="http://schemas.openxmlformats.org/drawingml/2006/main" noGrp="1"/>
          </p:cNvSpPr>
          <p:nvPr>
            <p:ph type="body" idx="14" hasCustomPrompt="1"/>
          </p:nvPr>
        </p:nvSpPr>
        <p:spPr>
          <a:xfrm xmlns:a="http://schemas.openxmlformats.org/drawingml/2006/main">
            <a:off x="784795" y="2747683"/>
            <a:ext cx="448056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a:spcBef>
                <a:spcPts val="0"/>
              </a:spcBef>
              <a:buNone/>
            </a:pPr>
            <a:r>
              <a:t>Add speaker title</a:t>
            </a:r>
            <a:br/>
            <a:r>
              <a:t>Title</a:t>
            </a:r>
          </a:p>
        </p:txBody>
      </p:sp>
      <p:sp>
        <p:nvSpPr>
          <p:cNvPr id="12" name="Text Placeholder 33">
            <a:extLst xmlns:a="http://schemas.openxmlformats.org/drawingml/2006/main">
              <a:ext uri="{FF2B5EF4-FFF2-40B4-BE49-F238E27FC236}">
                <a16:creationId xmlns:a16="http://schemas.microsoft.com/office/drawing/2014/main" id="{B1EDA4C5-F281-1193-82E6-0BFE5AE994AE}"/>
              </a:ext>
            </a:extLst>
          </p:cNvPr>
          <p:cNvSpPr>
            <a:spLocks xmlns:a="http://schemas.openxmlformats.org/drawingml/2006/main" noGrp="1"/>
          </p:cNvSpPr>
          <p:nvPr>
            <p:ph type="body" idx="35" hasCustomPrompt="1"/>
          </p:nvPr>
        </p:nvSpPr>
        <p:spPr>
          <a:xfrm xmlns:a="http://schemas.openxmlformats.org/drawingml/2006/main">
            <a:off x="784795" y="3484327"/>
            <a:ext cx="448056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a:spcBef>
                <a:spcPts val="0"/>
              </a:spcBef>
              <a:buNone/>
            </a:pPr>
            <a:r>
              <a:t>Add speaker name</a:t>
            </a:r>
          </a:p>
        </p:txBody>
      </p:sp>
      <p:sp>
        <p:nvSpPr>
          <p:cNvPr id="13" name="Text Placeholder 33">
            <a:extLst xmlns:a="http://schemas.openxmlformats.org/drawingml/2006/main">
              <a:ext uri="{FF2B5EF4-FFF2-40B4-BE49-F238E27FC236}">
                <a16:creationId xmlns:a16="http://schemas.microsoft.com/office/drawing/2014/main" id="{F247EF2C-2986-0D95-AC50-EE6C68BB5CE4}"/>
              </a:ext>
            </a:extLst>
          </p:cNvPr>
          <p:cNvSpPr>
            <a:spLocks xmlns:a="http://schemas.openxmlformats.org/drawingml/2006/main" noGrp="1"/>
          </p:cNvSpPr>
          <p:nvPr>
            <p:ph type="body" idx="36" hasCustomPrompt="1"/>
          </p:nvPr>
        </p:nvSpPr>
        <p:spPr>
          <a:xfrm xmlns:a="http://schemas.openxmlformats.org/drawingml/2006/main">
            <a:off x="784796" y="4123381"/>
            <a:ext cx="448056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a:spcBef>
                <a:spcPts val="0"/>
              </a:spcBef>
              <a:buNone/>
            </a:pPr>
            <a:r>
              <a:t>Add speaker title</a:t>
            </a:r>
            <a:br/>
            <a:r>
              <a:t>Title</a:t>
            </a:r>
          </a:p>
        </p:txBody>
      </p:sp>
      <p:sp>
        <p:nvSpPr>
          <p:cNvPr id="17" name="Text Placeholder 33">
            <a:extLst xmlns:a="http://schemas.openxmlformats.org/drawingml/2006/main">
              <a:ext uri="{FF2B5EF4-FFF2-40B4-BE49-F238E27FC236}">
                <a16:creationId xmlns:a16="http://schemas.microsoft.com/office/drawing/2014/main" id="{0B404AA4-79A5-18F0-CE9F-3921A0925B1E}"/>
              </a:ext>
            </a:extLst>
          </p:cNvPr>
          <p:cNvSpPr>
            <a:spLocks xmlns:a="http://schemas.openxmlformats.org/drawingml/2006/main" noGrp="1"/>
          </p:cNvSpPr>
          <p:nvPr>
            <p:ph type="body" idx="37" hasCustomPrompt="1"/>
          </p:nvPr>
        </p:nvSpPr>
        <p:spPr>
          <a:xfrm xmlns:a="http://schemas.openxmlformats.org/drawingml/2006/main">
            <a:off x="5806438" y="2130723"/>
            <a:ext cx="448056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a:spcBef>
                <a:spcPts val="0"/>
              </a:spcBef>
              <a:buNone/>
            </a:pPr>
            <a:r>
              <a:t>Add speaker name</a:t>
            </a:r>
          </a:p>
        </p:txBody>
      </p:sp>
      <p:sp>
        <p:nvSpPr>
          <p:cNvPr id="18" name="Text Placeholder 33">
            <a:extLst xmlns:a="http://schemas.openxmlformats.org/drawingml/2006/main">
              <a:ext uri="{FF2B5EF4-FFF2-40B4-BE49-F238E27FC236}">
                <a16:creationId xmlns:a16="http://schemas.microsoft.com/office/drawing/2014/main" id="{097CCA77-6454-4A36-DDFB-A9DE63B5C7E2}"/>
              </a:ext>
            </a:extLst>
          </p:cNvPr>
          <p:cNvSpPr>
            <a:spLocks xmlns:a="http://schemas.openxmlformats.org/drawingml/2006/main" noGrp="1"/>
          </p:cNvSpPr>
          <p:nvPr>
            <p:ph type="body" idx="38" hasCustomPrompt="1"/>
          </p:nvPr>
        </p:nvSpPr>
        <p:spPr>
          <a:xfrm xmlns:a="http://schemas.openxmlformats.org/drawingml/2006/main">
            <a:off x="5806439" y="2769777"/>
            <a:ext cx="448056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a:spcBef>
                <a:spcPts val="0"/>
              </a:spcBef>
              <a:buNone/>
            </a:pPr>
            <a:r>
              <a:t>Add speaker title</a:t>
            </a:r>
            <a:br/>
            <a:r>
              <a:t>Title</a:t>
            </a:r>
          </a:p>
        </p:txBody>
      </p:sp>
      <p:sp>
        <p:nvSpPr>
          <p:cNvPr id="19" name="Text Placeholder 33">
            <a:extLst xmlns:a="http://schemas.openxmlformats.org/drawingml/2006/main">
              <a:ext uri="{FF2B5EF4-FFF2-40B4-BE49-F238E27FC236}">
                <a16:creationId xmlns:a16="http://schemas.microsoft.com/office/drawing/2014/main" id="{644A9E89-1875-451D-C69D-99660290007D}"/>
              </a:ext>
            </a:extLst>
          </p:cNvPr>
          <p:cNvSpPr>
            <a:spLocks xmlns:a="http://schemas.openxmlformats.org/drawingml/2006/main" noGrp="1"/>
          </p:cNvSpPr>
          <p:nvPr>
            <p:ph type="body" idx="39" hasCustomPrompt="1"/>
          </p:nvPr>
        </p:nvSpPr>
        <p:spPr>
          <a:xfrm xmlns:a="http://schemas.openxmlformats.org/drawingml/2006/main">
            <a:off x="5806439" y="3506421"/>
            <a:ext cx="448056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a:spcBef>
                <a:spcPts val="0"/>
              </a:spcBef>
              <a:buNone/>
            </a:pPr>
            <a:r>
              <a:t>Add speaker name</a:t>
            </a:r>
          </a:p>
        </p:txBody>
      </p:sp>
      <p:sp>
        <p:nvSpPr>
          <p:cNvPr id="20" name="Text Placeholder 33">
            <a:extLst xmlns:a="http://schemas.openxmlformats.org/drawingml/2006/main">
              <a:ext uri="{FF2B5EF4-FFF2-40B4-BE49-F238E27FC236}">
                <a16:creationId xmlns:a16="http://schemas.microsoft.com/office/drawing/2014/main" id="{EC89510A-FA47-936C-E9A3-AD214B164A82}"/>
              </a:ext>
            </a:extLst>
          </p:cNvPr>
          <p:cNvSpPr>
            <a:spLocks xmlns:a="http://schemas.openxmlformats.org/drawingml/2006/main" noGrp="1"/>
          </p:cNvSpPr>
          <p:nvPr>
            <p:ph type="body" idx="40" hasCustomPrompt="1"/>
          </p:nvPr>
        </p:nvSpPr>
        <p:spPr>
          <a:xfrm xmlns:a="http://schemas.openxmlformats.org/drawingml/2006/main">
            <a:off x="5806440" y="4145475"/>
            <a:ext cx="448056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a:spcBef>
                <a:spcPts val="0"/>
              </a:spcBef>
              <a:buNone/>
            </a:pPr>
            <a:r>
              <a:t>Add speaker title</a:t>
            </a:r>
            <a:br/>
            <a:r>
              <a:t>Title</a:t>
            </a:r>
          </a:p>
        </p:txBody>
      </p:sp>
    </p:spTree>
  </p:cSld>
</p:sldLayout>
</file>

<file path=ppt/slideLayouts/slideLayout46.xml><?xml version="1.0" encoding="utf-8"?>
<p:sldLayout xmlns:p="http://schemas.openxmlformats.org/presentationml/2006/main" preserve="1" userDrawn="1">
  <p:cSld name="Dark - Agenda">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6E5F7DB7-92B5-4EA1-8540-53C2A222376E}"/>
              </a:ext>
            </a:extLst>
          </p:cNvPr>
          <p:cNvSpPr>
            <a:spLocks xmlns:a="http://schemas.openxmlformats.org/drawingml/2006/main" noGrp="1"/>
          </p:cNvSpPr>
          <p:nvPr>
            <p:ph type="title" idx="0" hasCustomPrompt="1"/>
          </p:nvPr>
        </p:nvSpPr>
        <p:spPr>
          <a:xfrm xmlns:a="http://schemas.openxmlformats.org/drawingml/2006/main">
            <a:off x="768875" y="182403"/>
            <a:ext cx="5383380"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Agenda title</a:t>
            </a:r>
          </a:p>
        </p:txBody>
      </p:sp>
      <p:pic>
        <p:nvPicPr>
          <p:cNvPr id="4" name="Graphic 5"/>
          <p:cNvPicPr>
            <a:picLocks xmlns:a="http://schemas.openxmlformats.org/drawingml/2006/main" noChangeAspect="1"/>
          </p:cNvPicPr>
          <p:nvPr/>
        </p:nvPicPr>
        <p:blipFill>
          <a:blip xmlns:r="http://schemas.openxmlformats.org/officeDocument/2006/relationships" xmlns:a="http://schemas.openxmlformats.org/drawingml/2006/main" r:embed="Rf45cb2bd28974ed3">
            <a:extLst>
              <a:ext uri="{96DAC541-7B7A-43D3-8B79-37D633B846F1}">
                <asvg:svgBlip xmlns:asvg="http://schemas.microsoft.com/office/drawing/2016/SVG/main" r:embed="Rb52ec1f007c747f4"/>
              </a:ext>
            </a:extLst>
          </a:blip>
          <a:srcRect xmlns:a="http://schemas.openxmlformats.org/drawingml/2006/main" l="5687" t="0" r="0" b="27270"/>
          <a:stretch xmlns:a="http://schemas.openxmlformats.org/drawingml/2006/main"/>
        </p:blipFill>
        <p:spPr>
          <a:xfrm xmlns:a="http://schemas.openxmlformats.org/drawingml/2006/main">
            <a:off x="6856133" y="0"/>
            <a:ext cx="5335866" cy="2743200"/>
          </a:xfrm>
          <a:prstGeom xmlns:a="http://schemas.openxmlformats.org/drawingml/2006/main" prst="rect">
            <a:avLst/>
          </a:prstGeom>
        </p:spPr>
      </p:pic>
      <p:sp>
        <p:nvSpPr>
          <p:cNvPr id="4" name="Date Placeholder 3">
            <a:extLst xmlns:a="http://schemas.openxmlformats.org/drawingml/2006/main">
              <a:ext uri="{FF2B5EF4-FFF2-40B4-BE49-F238E27FC236}">
                <a16:creationId xmlns:a16="http://schemas.microsoft.com/office/drawing/2014/main" id="{CD235B80-0904-9EE6-0092-DEF23399074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7" name="Footer Placeholder 6">
            <a:extLst xmlns:a="http://schemas.openxmlformats.org/drawingml/2006/main">
              <a:ext uri="{FF2B5EF4-FFF2-40B4-BE49-F238E27FC236}">
                <a16:creationId xmlns:a16="http://schemas.microsoft.com/office/drawing/2014/main" id="{130C6E9A-1CD6-ABF5-03FE-6FF29ED9603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9" name="Slide Number Placeholder 8">
            <a:extLst xmlns:a="http://schemas.openxmlformats.org/drawingml/2006/main">
              <a:ext uri="{FF2B5EF4-FFF2-40B4-BE49-F238E27FC236}">
                <a16:creationId xmlns:a16="http://schemas.microsoft.com/office/drawing/2014/main" id="{F5FBC5D6-9ECD-8B32-F308-F84C7630FC4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Tree>
  </p:cSld>
</p:sldLayout>
</file>

<file path=ppt/slideLayouts/slideLayout47.xml><?xml version="1.0" encoding="utf-8"?>
<p:sldLayout xmlns:p="http://schemas.openxmlformats.org/presentationml/2006/main" preserve="1" userDrawn="1">
  <p:cSld name="Light - Agenda">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6E5F7DB7-92B5-4EA1-8540-53C2A222376E}"/>
              </a:ext>
            </a:extLst>
          </p:cNvPr>
          <p:cNvSpPr>
            <a:spLocks xmlns:a="http://schemas.openxmlformats.org/drawingml/2006/main" noGrp="1"/>
          </p:cNvSpPr>
          <p:nvPr>
            <p:ph type="title" idx="0" hasCustomPrompt="1"/>
          </p:nvPr>
        </p:nvSpPr>
        <p:spPr>
          <a:xfrm xmlns:a="http://schemas.openxmlformats.org/drawingml/2006/main">
            <a:off x="768875" y="182403"/>
            <a:ext cx="5383380"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Agenda title</a:t>
            </a:r>
          </a:p>
        </p:txBody>
      </p:sp>
      <p:pic>
        <p:nvPicPr>
          <p:cNvPr id="4" name="Graphic 5"/>
          <p:cNvPicPr>
            <a:picLocks xmlns:a="http://schemas.openxmlformats.org/drawingml/2006/main" noChangeAspect="1"/>
          </p:cNvPicPr>
          <p:nvPr/>
        </p:nvPicPr>
        <p:blipFill>
          <a:blip xmlns:r="http://schemas.openxmlformats.org/officeDocument/2006/relationships" xmlns:a="http://schemas.openxmlformats.org/drawingml/2006/main" r:embed="R44152877c1db40ee">
            <a:extLst>
              <a:ext uri="{96DAC541-7B7A-43D3-8B79-37D633B846F1}">
                <asvg:svgBlip xmlns:asvg="http://schemas.microsoft.com/office/drawing/2016/SVG/main" r:embed="R5585fd4f477d46b0"/>
              </a:ext>
            </a:extLst>
          </a:blip>
          <a:srcRect xmlns:a="http://schemas.openxmlformats.org/drawingml/2006/main" l="5687" t="0" r="0" b="27270"/>
          <a:stretch xmlns:a="http://schemas.openxmlformats.org/drawingml/2006/main"/>
        </p:blipFill>
        <p:spPr>
          <a:xfrm xmlns:a="http://schemas.openxmlformats.org/drawingml/2006/main">
            <a:off x="6856133" y="0"/>
            <a:ext cx="5335866" cy="2743200"/>
          </a:xfrm>
          <a:prstGeom xmlns:a="http://schemas.openxmlformats.org/drawingml/2006/main" prst="rect">
            <a:avLst/>
          </a:prstGeom>
        </p:spPr>
      </p:pic>
      <p:sp>
        <p:nvSpPr>
          <p:cNvPr id="2" name="Date Placeholder 1">
            <a:extLst xmlns:a="http://schemas.openxmlformats.org/drawingml/2006/main">
              <a:ext uri="{FF2B5EF4-FFF2-40B4-BE49-F238E27FC236}">
                <a16:creationId xmlns:a16="http://schemas.microsoft.com/office/drawing/2014/main" id="{F84048EC-97F3-EAE0-AD7B-847A0FD9BE5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[Date]</a:t>
            </a:r>
          </a:p>
        </p:txBody>
      </p:sp>
      <p:sp>
        <p:nvSpPr>
          <p:cNvPr id="5" name="Footer Placeholder 4">
            <a:extLst xmlns:a="http://schemas.openxmlformats.org/drawingml/2006/main">
              <a:ext uri="{FF2B5EF4-FFF2-40B4-BE49-F238E27FC236}">
                <a16:creationId xmlns:a16="http://schemas.microsoft.com/office/drawing/2014/main" id="{2EF5BE40-247E-333A-87C0-E0BBCA7A5A7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8" name="Slide Number Placeholder 7">
            <a:extLst xmlns:a="http://schemas.openxmlformats.org/drawingml/2006/main">
              <a:ext uri="{FF2B5EF4-FFF2-40B4-BE49-F238E27FC236}">
                <a16:creationId xmlns:a16="http://schemas.microsoft.com/office/drawing/2014/main" id="{A392343C-7F1F-1B2B-854D-4C3533D68C5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345D60D9-5372-5F40-9443-0F9AE5BDC3C8}" type="slidenum">
              <a:t>‹#›</a:t>
            </a:fld>
          </a:p>
        </p:txBody>
      </p:sp>
    </p:spTree>
  </p:cSld>
</p:sldLayout>
</file>

<file path=ppt/slideLayouts/slideLayout48.xml><?xml version="1.0" encoding="utf-8"?>
<p:sldLayout xmlns:p="http://schemas.openxmlformats.org/presentationml/2006/main" preserve="1" userDrawn="1">
  <p:cSld name="Dark - Agenda Table">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6E5F7DB7-92B5-4EA1-8540-53C2A222376E}"/>
              </a:ext>
            </a:extLst>
          </p:cNvPr>
          <p:cNvSpPr>
            <a:spLocks xmlns:a="http://schemas.openxmlformats.org/drawingml/2006/main" noGrp="1"/>
          </p:cNvSpPr>
          <p:nvPr>
            <p:ph type="title" idx="0" hasCustomPrompt="1"/>
          </p:nvPr>
        </p:nvSpPr>
        <p:spPr>
          <a:xfrm xmlns:a="http://schemas.openxmlformats.org/drawingml/2006/main">
            <a:off x="768875" y="182403"/>
            <a:ext cx="5383380"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Agenda table title</a:t>
            </a:r>
          </a:p>
        </p:txBody>
      </p:sp>
      <p:pic>
        <p:nvPicPr>
          <p:cNvPr id="4" name="Graphic 5"/>
          <p:cNvPicPr>
            <a:picLocks xmlns:a="http://schemas.openxmlformats.org/drawingml/2006/main" noChangeAspect="1"/>
          </p:cNvPicPr>
          <p:nvPr/>
        </p:nvPicPr>
        <p:blipFill>
          <a:blip xmlns:r="http://schemas.openxmlformats.org/officeDocument/2006/relationships" xmlns:a="http://schemas.openxmlformats.org/drawingml/2006/main" r:embed="R3b9fc9d38a584b2f">
            <a:extLst>
              <a:ext uri="{96DAC541-7B7A-43D3-8B79-37D633B846F1}">
                <asvg:svgBlip xmlns:asvg="http://schemas.microsoft.com/office/drawing/2016/SVG/main" r:embed="R938b64bc60b949f0"/>
              </a:ext>
            </a:extLst>
          </a:blip>
          <a:srcRect xmlns:a="http://schemas.openxmlformats.org/drawingml/2006/main" l="5687" t="0" r="0" b="27270"/>
          <a:stretch xmlns:a="http://schemas.openxmlformats.org/drawingml/2006/main"/>
        </p:blipFill>
        <p:spPr>
          <a:xfrm xmlns:a="http://schemas.openxmlformats.org/drawingml/2006/main">
            <a:off x="6856133" y="0"/>
            <a:ext cx="5335866" cy="2743200"/>
          </a:xfrm>
          <a:prstGeom xmlns:a="http://schemas.openxmlformats.org/drawingml/2006/main" prst="rect">
            <a:avLst/>
          </a:prstGeom>
        </p:spPr>
      </p:pic>
      <p:sp>
        <p:nvSpPr>
          <p:cNvPr id="4" name="Content">
            <a:extLst xmlns:a="http://schemas.openxmlformats.org/drawingml/2006/main">
              <a:ext uri="{FF2B5EF4-FFF2-40B4-BE49-F238E27FC236}">
                <a16:creationId xmlns:a16="http://schemas.microsoft.com/office/drawing/2014/main" id="{7C26F066-12CB-D353-59F3-1C902B9ED83A}"/>
              </a:ext>
            </a:extLst>
          </p:cNvPr>
          <p:cNvSpPr>
            <a:spLocks xmlns:a="http://schemas.openxmlformats.org/drawingml/2006/main" noGrp="1"/>
          </p:cNvSpPr>
          <p:nvPr>
            <p:ph idx="14" hasCustomPrompt="1"/>
          </p:nvPr>
        </p:nvSpPr>
        <p:spPr>
          <a:xfrm xmlns:a="http://schemas.openxmlformats.org/drawingml/2006/main">
            <a:off x="769939" y="1286828"/>
            <a:ext cx="439101" cy="3711892"/>
          </a:xfrm>
        </p:spPr>
        <p:txBody>
          <a:bodyPr xmlns:a="http://schemas.openxmlformats.org/drawingml/2006/main"/>
          <a:lstStyle xmlns:a="http://schemas.openxmlformats.org/drawingml/2006/main">
            <a:lvl1pPr>
              <a:lnSpc>
                <a:spcPct val="200000"/>
              </a:lnSpc>
              <a:buNone/>
              <a:defRPr sz="1800" b="1"/>
            </a:lvl1pPr>
            <a:lvl2pPr>
              <a:lnSpc>
                <a:spcPct val="200000"/>
              </a:lnSpc>
              <a:buNone/>
              <a:defRPr sz="1800" b="1"/>
            </a:lvl2pPr>
            <a:lvl3pPr>
              <a:lnSpc>
                <a:spcPct val="200000"/>
              </a:lnSpc>
              <a:buNone/>
              <a:defRPr sz="1800" b="1"/>
            </a:lvl3pPr>
            <a:lvl4pPr>
              <a:lnSpc>
                <a:spcPct val="200000"/>
              </a:lnSpc>
              <a:buNone/>
              <a:defRPr sz="1800" b="1"/>
            </a:lvl4pPr>
            <a:lvl5pPr>
              <a:lnSpc>
                <a:spcPct val="200000"/>
              </a:lnSpc>
              <a:buNone/>
              <a:defRPr sz="1800" b="1"/>
            </a:lvl5pPr>
          </a:lstStyle>
          <a:p xmlns:a="http://schemas.openxmlformats.org/drawingml/2006/main">
            <a:pPr>
              <a:buNone/>
            </a:pPr>
            <a:r>
              <a:t>1</a:t>
            </a:r>
          </a:p>
          <a:p xmlns:a="http://schemas.openxmlformats.org/drawingml/2006/main">
            <a:pPr>
              <a:buNone/>
            </a:pPr>
            <a:r>
              <a:t>2</a:t>
            </a:r>
          </a:p>
          <a:p xmlns:a="http://schemas.openxmlformats.org/drawingml/2006/main">
            <a:pPr>
              <a:buNone/>
            </a:pPr>
            <a:r>
              <a:t>3</a:t>
            </a:r>
          </a:p>
          <a:p xmlns:a="http://schemas.openxmlformats.org/drawingml/2006/main">
            <a:pPr>
              <a:buNone/>
            </a:pPr>
            <a:r>
              <a:t>4</a:t>
            </a:r>
          </a:p>
          <a:p xmlns:a="http://schemas.openxmlformats.org/drawingml/2006/main">
            <a:pPr>
              <a:buNone/>
            </a:pPr>
            <a:r>
              <a:t>5</a:t>
            </a:r>
          </a:p>
          <a:p xmlns:a="http://schemas.openxmlformats.org/drawingml/2006/main">
            <a:pPr>
              <a:buNone/>
            </a:pPr>
            <a:r>
              <a:t>5</a:t>
            </a:r>
          </a:p>
        </p:txBody>
      </p:sp>
      <p:sp>
        <p:nvSpPr>
          <p:cNvPr id="7" name="Content">
            <a:extLst xmlns:a="http://schemas.openxmlformats.org/drawingml/2006/main">
              <a:ext uri="{FF2B5EF4-FFF2-40B4-BE49-F238E27FC236}">
                <a16:creationId xmlns:a16="http://schemas.microsoft.com/office/drawing/2014/main" id="{B179DF50-86A5-C843-43AD-752F0FB33DCB}"/>
              </a:ext>
            </a:extLst>
          </p:cNvPr>
          <p:cNvSpPr>
            <a:spLocks xmlns:a="http://schemas.openxmlformats.org/drawingml/2006/main" noGrp="1"/>
          </p:cNvSpPr>
          <p:nvPr>
            <p:ph idx="18"/>
          </p:nvPr>
        </p:nvSpPr>
        <p:spPr>
          <a:xfrm xmlns:a="http://schemas.openxmlformats.org/drawingml/2006/main">
            <a:off x="1389699" y="1286828"/>
            <a:ext cx="6880541" cy="3711892"/>
          </a:xfrm>
        </p:spPr>
        <p:txBody>
          <a:bodyPr xmlns:a="http://schemas.openxmlformats.org/drawingml/2006/main"/>
          <a:lstStyle xmlns:a="http://schemas.openxmlformats.org/drawingml/2006/main">
            <a:lvl1pPr>
              <a:lnSpc>
                <a:spcPct val="200000"/>
              </a:lnSpc>
              <a:buNone/>
              <a:defRPr sz="1800" b="0"/>
            </a:lvl1pPr>
            <a:lvl2pPr>
              <a:lnSpc>
                <a:spcPct val="200000"/>
              </a:lnSpc>
              <a:buNone/>
              <a:defRPr sz="1800" b="0"/>
            </a:lvl2pPr>
            <a:lvl3pPr>
              <a:lnSpc>
                <a:spcPct val="200000"/>
              </a:lnSpc>
              <a:buNone/>
              <a:defRPr sz="1800" b="0"/>
            </a:lvl3pPr>
            <a:lvl4pPr>
              <a:lnSpc>
                <a:spcPct val="200000"/>
              </a:lnSpc>
              <a:buNone/>
              <a:defRPr sz="1800" b="0"/>
            </a:lvl4pPr>
            <a:lvl5pPr>
              <a:lnSpc>
                <a:spcPct val="200000"/>
              </a:lnSpc>
              <a:buNone/>
              <a:defRPr sz="1800" b="0"/>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9" name="Date Placeholder 8">
            <a:extLst xmlns:a="http://schemas.openxmlformats.org/drawingml/2006/main">
              <a:ext uri="{FF2B5EF4-FFF2-40B4-BE49-F238E27FC236}">
                <a16:creationId xmlns:a16="http://schemas.microsoft.com/office/drawing/2014/main" id="{4E0D786F-51D9-CB61-D6E7-DF82A166A009}"/>
              </a:ext>
            </a:extLst>
          </p:cNvPr>
          <p:cNvSpPr>
            <a:spLocks xmlns:a="http://schemas.openxmlformats.org/drawingml/2006/main" noGrp="1"/>
          </p:cNvSpPr>
          <p:nvPr>
            <p:ph type="dt" idx="19"/>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10" name="Footer Placeholder 9">
            <a:extLst xmlns:a="http://schemas.openxmlformats.org/drawingml/2006/main">
              <a:ext uri="{FF2B5EF4-FFF2-40B4-BE49-F238E27FC236}">
                <a16:creationId xmlns:a16="http://schemas.microsoft.com/office/drawing/2014/main" id="{EF1F642F-D242-E9D1-811D-BB4C40B9878F}"/>
              </a:ext>
            </a:extLst>
          </p:cNvPr>
          <p:cNvSpPr>
            <a:spLocks xmlns:a="http://schemas.openxmlformats.org/drawingml/2006/main" noGrp="1"/>
          </p:cNvSpPr>
          <p:nvPr>
            <p:ph type="ftr" idx="2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1" name="Slide Number Placeholder 10">
            <a:extLst xmlns:a="http://schemas.openxmlformats.org/drawingml/2006/main">
              <a:ext uri="{FF2B5EF4-FFF2-40B4-BE49-F238E27FC236}">
                <a16:creationId xmlns:a16="http://schemas.microsoft.com/office/drawing/2014/main" id="{A3BD0ED9-516A-80CC-F32D-4D46122A6EBB}"/>
              </a:ext>
            </a:extLst>
          </p:cNvPr>
          <p:cNvSpPr>
            <a:spLocks xmlns:a="http://schemas.openxmlformats.org/drawingml/2006/main" noGrp="1"/>
          </p:cNvSpPr>
          <p:nvPr>
            <p:ph type="sldNum" idx="2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Tree>
  </p:cSld>
</p:sldLayout>
</file>

<file path=ppt/slideLayouts/slideLayout49.xml><?xml version="1.0" encoding="utf-8"?>
<p:sldLayout xmlns:p="http://schemas.openxmlformats.org/presentationml/2006/main" preserve="1" userDrawn="1">
  <p:cSld name="Light - Agenda Table">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6E5F7DB7-92B5-4EA1-8540-53C2A222376E}"/>
              </a:ext>
            </a:extLst>
          </p:cNvPr>
          <p:cNvSpPr>
            <a:spLocks xmlns:a="http://schemas.openxmlformats.org/drawingml/2006/main" noGrp="1"/>
          </p:cNvSpPr>
          <p:nvPr>
            <p:ph type="title" idx="0" hasCustomPrompt="1"/>
          </p:nvPr>
        </p:nvSpPr>
        <p:spPr>
          <a:xfrm xmlns:a="http://schemas.openxmlformats.org/drawingml/2006/main">
            <a:off x="768875" y="182403"/>
            <a:ext cx="5383380"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Agenda table title</a:t>
            </a:r>
          </a:p>
        </p:txBody>
      </p:sp>
      <p:pic>
        <p:nvPicPr>
          <p:cNvPr id="4" name="Graphic 5"/>
          <p:cNvPicPr>
            <a:picLocks xmlns:a="http://schemas.openxmlformats.org/drawingml/2006/main" noChangeAspect="1"/>
          </p:cNvPicPr>
          <p:nvPr/>
        </p:nvPicPr>
        <p:blipFill>
          <a:blip xmlns:r="http://schemas.openxmlformats.org/officeDocument/2006/relationships" xmlns:a="http://schemas.openxmlformats.org/drawingml/2006/main" r:embed="R3b11686352e94f52">
            <a:extLst>
              <a:ext uri="{96DAC541-7B7A-43D3-8B79-37D633B846F1}">
                <asvg:svgBlip xmlns:asvg="http://schemas.microsoft.com/office/drawing/2016/SVG/main" r:embed="Ref688e29afd34bae"/>
              </a:ext>
            </a:extLst>
          </a:blip>
          <a:srcRect xmlns:a="http://schemas.openxmlformats.org/drawingml/2006/main" l="5687" t="0" r="0" b="27270"/>
          <a:stretch xmlns:a="http://schemas.openxmlformats.org/drawingml/2006/main"/>
        </p:blipFill>
        <p:spPr>
          <a:xfrm xmlns:a="http://schemas.openxmlformats.org/drawingml/2006/main">
            <a:off x="6856133" y="0"/>
            <a:ext cx="5335866" cy="2743200"/>
          </a:xfrm>
          <a:prstGeom xmlns:a="http://schemas.openxmlformats.org/drawingml/2006/main" prst="rect">
            <a:avLst/>
          </a:prstGeom>
        </p:spPr>
      </p:pic>
      <p:sp>
        <p:nvSpPr>
          <p:cNvPr id="4" name="Content">
            <a:extLst xmlns:a="http://schemas.openxmlformats.org/drawingml/2006/main">
              <a:ext uri="{FF2B5EF4-FFF2-40B4-BE49-F238E27FC236}">
                <a16:creationId xmlns:a16="http://schemas.microsoft.com/office/drawing/2014/main" id="{7C26F066-12CB-D353-59F3-1C902B9ED83A}"/>
              </a:ext>
            </a:extLst>
          </p:cNvPr>
          <p:cNvSpPr>
            <a:spLocks xmlns:a="http://schemas.openxmlformats.org/drawingml/2006/main" noGrp="1"/>
          </p:cNvSpPr>
          <p:nvPr>
            <p:ph idx="14" hasCustomPrompt="1"/>
          </p:nvPr>
        </p:nvSpPr>
        <p:spPr>
          <a:xfrm xmlns:a="http://schemas.openxmlformats.org/drawingml/2006/main">
            <a:off x="769939" y="1286828"/>
            <a:ext cx="439101" cy="3711892"/>
          </a:xfrm>
        </p:spPr>
        <p:txBody>
          <a:bodyPr xmlns:a="http://schemas.openxmlformats.org/drawingml/2006/main"/>
          <a:lstStyle xmlns:a="http://schemas.openxmlformats.org/drawingml/2006/main">
            <a:lvl1pPr>
              <a:lnSpc>
                <a:spcPct val="200000"/>
              </a:lnSpc>
              <a:buNone/>
              <a:defRPr sz="1800" b="1"/>
            </a:lvl1pPr>
            <a:lvl2pPr>
              <a:lnSpc>
                <a:spcPct val="200000"/>
              </a:lnSpc>
              <a:buNone/>
              <a:defRPr sz="1800" b="1"/>
            </a:lvl2pPr>
            <a:lvl3pPr>
              <a:lnSpc>
                <a:spcPct val="200000"/>
              </a:lnSpc>
              <a:buNone/>
              <a:defRPr sz="1800" b="1"/>
            </a:lvl3pPr>
            <a:lvl4pPr>
              <a:lnSpc>
                <a:spcPct val="200000"/>
              </a:lnSpc>
              <a:buNone/>
              <a:defRPr sz="1800" b="1"/>
            </a:lvl4pPr>
            <a:lvl5pPr>
              <a:lnSpc>
                <a:spcPct val="200000"/>
              </a:lnSpc>
              <a:buNone/>
              <a:defRPr sz="1800" b="1"/>
            </a:lvl5pPr>
          </a:lstStyle>
          <a:p xmlns:a="http://schemas.openxmlformats.org/drawingml/2006/main">
            <a:pPr>
              <a:buNone/>
            </a:pPr>
            <a:r>
              <a:t>1</a:t>
            </a:r>
          </a:p>
          <a:p xmlns:a="http://schemas.openxmlformats.org/drawingml/2006/main">
            <a:pPr>
              <a:buNone/>
            </a:pPr>
            <a:r>
              <a:t>2</a:t>
            </a:r>
          </a:p>
          <a:p xmlns:a="http://schemas.openxmlformats.org/drawingml/2006/main">
            <a:pPr>
              <a:buNone/>
            </a:pPr>
            <a:r>
              <a:t>3</a:t>
            </a:r>
          </a:p>
          <a:p xmlns:a="http://schemas.openxmlformats.org/drawingml/2006/main">
            <a:pPr>
              <a:buNone/>
            </a:pPr>
            <a:r>
              <a:t>4</a:t>
            </a:r>
          </a:p>
          <a:p xmlns:a="http://schemas.openxmlformats.org/drawingml/2006/main">
            <a:pPr>
              <a:buNone/>
            </a:pPr>
            <a:r>
              <a:t>5</a:t>
            </a:r>
          </a:p>
          <a:p xmlns:a="http://schemas.openxmlformats.org/drawingml/2006/main">
            <a:pPr>
              <a:buNone/>
            </a:pPr>
            <a:r>
              <a:t>5</a:t>
            </a:r>
          </a:p>
        </p:txBody>
      </p:sp>
      <p:sp>
        <p:nvSpPr>
          <p:cNvPr id="7" name="Content">
            <a:extLst xmlns:a="http://schemas.openxmlformats.org/drawingml/2006/main">
              <a:ext uri="{FF2B5EF4-FFF2-40B4-BE49-F238E27FC236}">
                <a16:creationId xmlns:a16="http://schemas.microsoft.com/office/drawing/2014/main" id="{B179DF50-86A5-C843-43AD-752F0FB33DCB}"/>
              </a:ext>
            </a:extLst>
          </p:cNvPr>
          <p:cNvSpPr>
            <a:spLocks xmlns:a="http://schemas.openxmlformats.org/drawingml/2006/main" noGrp="1"/>
          </p:cNvSpPr>
          <p:nvPr>
            <p:ph idx="18"/>
          </p:nvPr>
        </p:nvSpPr>
        <p:spPr>
          <a:xfrm xmlns:a="http://schemas.openxmlformats.org/drawingml/2006/main">
            <a:off x="1389699" y="1286828"/>
            <a:ext cx="6880541" cy="3711892"/>
          </a:xfrm>
        </p:spPr>
        <p:txBody>
          <a:bodyPr xmlns:a="http://schemas.openxmlformats.org/drawingml/2006/main"/>
          <a:lstStyle xmlns:a="http://schemas.openxmlformats.org/drawingml/2006/main">
            <a:lvl1pPr>
              <a:lnSpc>
                <a:spcPct val="200000"/>
              </a:lnSpc>
              <a:buNone/>
              <a:defRPr sz="1800" b="0"/>
            </a:lvl1pPr>
            <a:lvl2pPr>
              <a:lnSpc>
                <a:spcPct val="200000"/>
              </a:lnSpc>
              <a:buNone/>
              <a:defRPr sz="1800" b="0"/>
            </a:lvl2pPr>
            <a:lvl3pPr>
              <a:lnSpc>
                <a:spcPct val="200000"/>
              </a:lnSpc>
              <a:buNone/>
              <a:defRPr sz="1800" b="0"/>
            </a:lvl3pPr>
            <a:lvl4pPr>
              <a:lnSpc>
                <a:spcPct val="200000"/>
              </a:lnSpc>
              <a:buNone/>
              <a:defRPr sz="1800" b="0"/>
            </a:lvl4pPr>
            <a:lvl5pPr>
              <a:lnSpc>
                <a:spcPct val="200000"/>
              </a:lnSpc>
              <a:buNone/>
              <a:defRPr sz="1800" b="0"/>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2" name="Date Placeholder 1">
            <a:extLst xmlns:a="http://schemas.openxmlformats.org/drawingml/2006/main">
              <a:ext uri="{FF2B5EF4-FFF2-40B4-BE49-F238E27FC236}">
                <a16:creationId xmlns:a16="http://schemas.microsoft.com/office/drawing/2014/main" id="{9E06FAE0-8843-4228-AEB3-C1F5A8426ACD}"/>
              </a:ext>
            </a:extLst>
          </p:cNvPr>
          <p:cNvSpPr>
            <a:spLocks xmlns:a="http://schemas.openxmlformats.org/drawingml/2006/main" noGrp="1"/>
          </p:cNvSpPr>
          <p:nvPr>
            <p:ph type="dt" idx="19"/>
          </p:nvPr>
        </p:nvSpPr>
        <p:spPr/>
        <p:txBody>
          <a:bodyPr xmlns:a="http://schemas.openxmlformats.org/drawingml/2006/main"/>
          <a:lstStyle xmlns:a="http://schemas.openxmlformats.org/drawingml/2006/main"/>
          <a:p xmlns:a="http://schemas.openxmlformats.org/drawingml/2006/main">
            <a:r>
              <a:t>[Date]</a:t>
            </a:r>
          </a:p>
        </p:txBody>
      </p:sp>
      <p:sp>
        <p:nvSpPr>
          <p:cNvPr id="5" name="Footer Placeholder 4">
            <a:extLst xmlns:a="http://schemas.openxmlformats.org/drawingml/2006/main">
              <a:ext uri="{FF2B5EF4-FFF2-40B4-BE49-F238E27FC236}">
                <a16:creationId xmlns:a16="http://schemas.microsoft.com/office/drawing/2014/main" id="{4936BD36-D1D6-8F28-2DA2-7803309F5742}"/>
              </a:ext>
            </a:extLst>
          </p:cNvPr>
          <p:cNvSpPr>
            <a:spLocks xmlns:a="http://schemas.openxmlformats.org/drawingml/2006/main" noGrp="1"/>
          </p:cNvSpPr>
          <p:nvPr>
            <p:ph type="ftr" idx="20"/>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8" name="Slide Number Placeholder 7">
            <a:extLst xmlns:a="http://schemas.openxmlformats.org/drawingml/2006/main">
              <a:ext uri="{FF2B5EF4-FFF2-40B4-BE49-F238E27FC236}">
                <a16:creationId xmlns:a16="http://schemas.microsoft.com/office/drawing/2014/main" id="{38534FEA-4EF7-D613-2FB2-8FC372C843DE}"/>
              </a:ext>
            </a:extLst>
          </p:cNvPr>
          <p:cNvSpPr>
            <a:spLocks xmlns:a="http://schemas.openxmlformats.org/drawingml/2006/main" noGrp="1"/>
          </p:cNvSpPr>
          <p:nvPr>
            <p:ph type="sldNum" idx="21"/>
          </p:nvPr>
        </p:nvSpPr>
        <p:spPr/>
        <p:txBody>
          <a:bodyPr xmlns:a="http://schemas.openxmlformats.org/drawingml/2006/main"/>
          <a:lstStyle xmlns:a="http://schemas.openxmlformats.org/drawingml/2006/main"/>
          <a:p xmlns:a="http://schemas.openxmlformats.org/drawingml/2006/main">
            <a:fld id="{345D60D9-5372-5F40-9443-0F9AE5BDC3C8}" type="slidenum">
              <a:t>‹#›</a:t>
            </a:fld>
          </a:p>
        </p:txBody>
      </p:sp>
    </p:spTree>
  </p:cSld>
</p:sldLayout>
</file>

<file path=ppt/slideLayouts/slideLayout50.xml><?xml version="1.0" encoding="utf-8"?>
<p:sldLayout xmlns:p="http://schemas.openxmlformats.org/presentationml/2006/main" preserve="1" userDrawn="1">
  <p:cSld name="Multi Statement – Dark">
    <p:bg>
      <p:bgPr>
        <a:solidFill xmlns:a="http://schemas.openxmlformats.org/drawingml/2006/main">
          <a:schemeClr val="bg2"/>
        </a:solidFill>
      </p:bgPr>
    </p:bg>
    <p:spTree>
      <p:nvGrpSpPr>
        <p:cNvPr id="1" name=""/>
        <p:cNvGrpSpPr/>
        <p:nvPr/>
      </p:nvGrpSpPr>
      <p:grpSpPr>
        <a:xfrm xmlns:a="http://schemas.openxmlformats.org/drawingml/2006/main"/>
      </p:grpSpPr>
      <p:pic>
        <p:nvPicPr>
          <p:cNvPr id="1" name="Graphic 2"/>
          <p:cNvPicPr>
            <a:picLocks xmlns:a="http://schemas.openxmlformats.org/drawingml/2006/main" noChangeAspect="1"/>
          </p:cNvPicPr>
          <p:nvPr/>
        </p:nvPicPr>
        <p:blipFill>
          <a:blip xmlns:r="http://schemas.openxmlformats.org/officeDocument/2006/relationships" xmlns:a="http://schemas.openxmlformats.org/drawingml/2006/main" r:embed="R1b0ce1dab68742c2">
            <a:extLst>
              <a:ext uri="{96DAC541-7B7A-43D3-8B79-37D633B846F1}">
                <asvg:svgBlip xmlns:asvg="http://schemas.microsoft.com/office/drawing/2016/SVG/main" r:embed="R620c690390984171"/>
              </a:ext>
            </a:extLst>
          </a:blip>
          <a:srcRect xmlns:a="http://schemas.openxmlformats.org/drawingml/2006/main" l="5687" t="0" r="0" b="27270"/>
          <a:stretch xmlns:a="http://schemas.openxmlformats.org/drawingml/2006/main"/>
        </p:blipFill>
        <p:spPr>
          <a:xfrm xmlns:a="http://schemas.openxmlformats.org/drawingml/2006/main">
            <a:off x="4861624" y="0"/>
            <a:ext cx="7330375" cy="3768589"/>
          </a:xfrm>
          <a:prstGeom xmlns:a="http://schemas.openxmlformats.org/drawingml/2006/main" prst="rect">
            <a:avLst/>
          </a:prstGeom>
        </p:spPr>
      </p:pic>
      <p:sp>
        <p:nvSpPr>
          <p:cNvPr id="6" name="Text Placeholder 2">
            <a:extLst xmlns:a="http://schemas.openxmlformats.org/drawingml/2006/main">
              <a:ext uri="{FF2B5EF4-FFF2-40B4-BE49-F238E27FC236}">
                <a16:creationId xmlns:a16="http://schemas.microsoft.com/office/drawing/2014/main" id="{E4DCF24B-59BC-04B0-B557-EEF59BF81E12}"/>
              </a:ext>
            </a:extLst>
          </p:cNvPr>
          <p:cNvSpPr>
            <a:spLocks xmlns:a="http://schemas.openxmlformats.org/drawingml/2006/main" noGrp="1"/>
          </p:cNvSpPr>
          <p:nvPr>
            <p:ph type="body" idx="17" hasCustomPrompt="1"/>
          </p:nvPr>
        </p:nvSpPr>
        <p:spPr>
          <a:xfrm xmlns:a="http://schemas.openxmlformats.org/drawingml/2006/main">
            <a:off x="777284" y="1143025"/>
            <a:ext cx="7330143" cy="1158571"/>
          </a:xfrm>
        </p:spPr>
        <p:txBody>
          <a:bodyPr xmlns:a="http://schemas.openxmlformats.org/drawingml/2006/main" anchor="ctr">
            <a:normAutofit/>
          </a:bodyPr>
          <a:lstStyle xmlns:a="http://schemas.openxmlformats.org/drawingml/2006/main">
            <a:lvl1pPr>
              <a:lnSpc>
                <a:spcPct val="100000"/>
              </a:lnSpc>
              <a:spcBef>
                <a:spcPts val="0"/>
              </a:spcBef>
              <a:buNone/>
              <a:defRPr sz="2800" b="1" i="0">
                <a:latin typeface="Oracle Sans Tab"/>
                <a:ea typeface="Oracle Sans Tab"/>
                <a:cs typeface="Oracle Sans Tab"/>
              </a:defRPr>
            </a:lvl1pPr>
          </a:lstStyle>
          <a:p xmlns:a="http://schemas.openxmlformats.org/drawingml/2006/main">
            <a:pPr>
              <a:buNone/>
            </a:pPr>
            <a:r>
              <a:t>Click to edit Headline</a:t>
            </a:r>
          </a:p>
        </p:txBody>
      </p:sp>
      <p:sp>
        <p:nvSpPr>
          <p:cNvPr id="10" name="Text Placeholder 4">
            <a:extLst xmlns:a="http://schemas.openxmlformats.org/drawingml/2006/main">
              <a:ext uri="{FF2B5EF4-FFF2-40B4-BE49-F238E27FC236}">
                <a16:creationId xmlns:a16="http://schemas.microsoft.com/office/drawing/2014/main" id="{44B2EADF-9C30-D624-9DFD-FDBFF41F8B1B}"/>
              </a:ext>
            </a:extLst>
          </p:cNvPr>
          <p:cNvSpPr>
            <a:spLocks xmlns:a="http://schemas.openxmlformats.org/drawingml/2006/main" noGrp="1"/>
          </p:cNvSpPr>
          <p:nvPr>
            <p:ph type="body" idx="18" hasCustomPrompt="1"/>
          </p:nvPr>
        </p:nvSpPr>
        <p:spPr>
          <a:xfrm xmlns:a="http://schemas.openxmlformats.org/drawingml/2006/main">
            <a:off x="777285" y="2602080"/>
            <a:ext cx="7330373" cy="1166509"/>
          </a:xfrm>
        </p:spPr>
        <p:txBody>
          <a:bodyPr xmlns:a="http://schemas.openxmlformats.org/drawingml/2006/main" anchor="ctr">
            <a:normAutofit/>
          </a:bodyPr>
          <a:lstStyle xmlns:a="http://schemas.openxmlformats.org/drawingml/2006/main">
            <a:lvl1pPr>
              <a:lnSpc>
                <a:spcPct val="100000"/>
              </a:lnSpc>
              <a:spcBef>
                <a:spcPts val="0"/>
              </a:spcBef>
              <a:buNone/>
              <a:defRPr sz="2800" b="1" i="0">
                <a:latin typeface="Oracle Sans Tab"/>
                <a:ea typeface="Oracle Sans Tab"/>
                <a:cs typeface="Oracle Sans Tab"/>
              </a:defRPr>
            </a:lvl1pPr>
          </a:lstStyle>
          <a:p xmlns:a="http://schemas.openxmlformats.org/drawingml/2006/main">
            <a:pPr>
              <a:buNone/>
            </a:pPr>
            <a:r>
              <a:t>Click to edit Headline</a:t>
            </a:r>
          </a:p>
        </p:txBody>
      </p:sp>
      <p:sp>
        <p:nvSpPr>
          <p:cNvPr id="11" name="Text Placeholder 7">
            <a:extLst xmlns:a="http://schemas.openxmlformats.org/drawingml/2006/main">
              <a:ext uri="{FF2B5EF4-FFF2-40B4-BE49-F238E27FC236}">
                <a16:creationId xmlns:a16="http://schemas.microsoft.com/office/drawing/2014/main" id="{E7E762A4-B873-A5F3-276F-B1A4DD5DC4A0}"/>
              </a:ext>
            </a:extLst>
          </p:cNvPr>
          <p:cNvSpPr>
            <a:spLocks xmlns:a="http://schemas.openxmlformats.org/drawingml/2006/main" noGrp="1"/>
          </p:cNvSpPr>
          <p:nvPr>
            <p:ph type="body" idx="19" hasCustomPrompt="1"/>
          </p:nvPr>
        </p:nvSpPr>
        <p:spPr>
          <a:xfrm xmlns:a="http://schemas.openxmlformats.org/drawingml/2006/main">
            <a:off x="777283" y="4069073"/>
            <a:ext cx="7330375" cy="1182688"/>
          </a:xfrm>
        </p:spPr>
        <p:txBody>
          <a:bodyPr xmlns:a="http://schemas.openxmlformats.org/drawingml/2006/main" anchor="ctr">
            <a:normAutofit/>
          </a:bodyPr>
          <a:lstStyle xmlns:a="http://schemas.openxmlformats.org/drawingml/2006/main">
            <a:lvl1pPr>
              <a:lnSpc>
                <a:spcPct val="100000"/>
              </a:lnSpc>
              <a:spcBef>
                <a:spcPts val="0"/>
              </a:spcBef>
              <a:buNone/>
              <a:defRPr sz="2800" b="1" i="0">
                <a:latin typeface="Oracle Sans Tab"/>
                <a:ea typeface="Oracle Sans Tab"/>
                <a:cs typeface="Oracle Sans Tab"/>
              </a:defRPr>
            </a:lvl1pPr>
          </a:lstStyle>
          <a:p xmlns:a="http://schemas.openxmlformats.org/drawingml/2006/main">
            <a:pPr>
              <a:buNone/>
            </a:pPr>
            <a:r>
              <a:t>Click to edit Headline</a:t>
            </a:r>
          </a:p>
        </p:txBody>
      </p:sp>
      <p:pic>
        <p:nvPicPr>
          <p:cNvPr id="12" name="OTag"/>
          <p:cNvPicPr>
            <a:picLocks xmlns:a="http://schemas.openxmlformats.org/drawingml/2006/main" noChangeAspect="1"/>
          </p:cNvPicPr>
          <p:nvPr/>
        </p:nvPicPr>
        <p:blipFill>
          <a:blip xmlns:r="http://schemas.openxmlformats.org/officeDocument/2006/relationships" xmlns:a="http://schemas.openxmlformats.org/drawingml/2006/main" r:embed="R3edbf816671d4c37"/>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26" name="Freeform 25">
            <a:extLst xmlns:a="http://schemas.openxmlformats.org/drawingml/2006/main">
              <a:ext uri="{FF2B5EF4-FFF2-40B4-BE49-F238E27FC236}">
                <a16:creationId xmlns:a16="http://schemas.microsoft.com/office/drawing/2014/main" id="{2ECFE8BC-FBC3-206E-F574-E904CA38AAAE}"/>
              </a:ext>
            </a:extLst>
          </p:cNvPr>
          <p:cNvSpPr>
            <a:spLocks xmlns:a="http://schemas.openxmlformats.org/drawingml/2006/main" noGrp="1"/>
          </p:cNvSpPr>
          <p:nvPr/>
        </p:nvSpPr>
        <p:spPr>
          <a:xfrm xmlns:a="http://schemas.openxmlformats.org/drawingml/2006/main">
            <a:off x="11405616" y="6857748"/>
            <a:ext cx="393192" cy="253"/>
          </a:xfrm>
          <a:custGeom xmlns:a="http://schemas.openxmlformats.org/drawingml/2006/main">
            <a:rect l="l" t="t" r="r" b="b"/>
            <a:pathLst>
              <a:path w="393192" h="253">
                <a:moveTo>
                  <a:pt x="0" y="0"/>
                </a:moveTo>
                <a:lnTo>
                  <a:pt x="393192" y="0"/>
                </a:lnTo>
                <a:lnTo>
                  <a:pt x="393192" y="253"/>
                </a:lnTo>
                <a:lnTo>
                  <a:pt x="0" y="253"/>
                </a:lnTo>
                <a:lnTo>
                  <a:pt x="0" y="0"/>
                </a:lnTo>
                <a:close/>
              </a:path>
            </a:pathLst>
          </a:cu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p>
        </p:txBody>
      </p:sp>
      <p:sp>
        <p:nvSpPr>
          <p:cNvPr id="4" name="Date Placeholder 3">
            <a:extLst xmlns:a="http://schemas.openxmlformats.org/drawingml/2006/main">
              <a:ext uri="{FF2B5EF4-FFF2-40B4-BE49-F238E27FC236}">
                <a16:creationId xmlns:a16="http://schemas.microsoft.com/office/drawing/2014/main" id="{7BE3BCD5-EE00-D529-ECA6-0924C5AFD72B}"/>
              </a:ext>
            </a:extLst>
          </p:cNvPr>
          <p:cNvSpPr>
            <a:spLocks xmlns:a="http://schemas.openxmlformats.org/drawingml/2006/main" noGrp="1"/>
          </p:cNvSpPr>
          <p:nvPr>
            <p:ph type="dt" idx="2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5" name="Footer Placeholder 4">
            <a:extLst xmlns:a="http://schemas.openxmlformats.org/drawingml/2006/main">
              <a:ext uri="{FF2B5EF4-FFF2-40B4-BE49-F238E27FC236}">
                <a16:creationId xmlns:a16="http://schemas.microsoft.com/office/drawing/2014/main" id="{8F498C5A-D103-1E98-2B19-AE544662F493}"/>
              </a:ext>
            </a:extLst>
          </p:cNvPr>
          <p:cNvSpPr>
            <a:spLocks xmlns:a="http://schemas.openxmlformats.org/drawingml/2006/main" noGrp="1"/>
          </p:cNvSpPr>
          <p:nvPr>
            <p:ph type="ftr" idx="2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8" name="Slide Number Placeholder 7">
            <a:extLst xmlns:a="http://schemas.openxmlformats.org/drawingml/2006/main">
              <a:ext uri="{FF2B5EF4-FFF2-40B4-BE49-F238E27FC236}">
                <a16:creationId xmlns:a16="http://schemas.microsoft.com/office/drawing/2014/main" id="{25D1B5C4-D9F2-E316-1CD9-2DA302CD3507}"/>
              </a:ext>
            </a:extLst>
          </p:cNvPr>
          <p:cNvSpPr>
            <a:spLocks xmlns:a="http://schemas.openxmlformats.org/drawingml/2006/main" noGrp="1"/>
          </p:cNvSpPr>
          <p:nvPr>
            <p:ph type="sldNum" idx="2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Tree>
  </p:cSld>
</p:sldLayout>
</file>

<file path=ppt/slideLayouts/slideLayout51.xml><?xml version="1.0" encoding="utf-8"?>
<p:sldLayout xmlns:p="http://schemas.openxmlformats.org/presentationml/2006/main" preserve="1" userDrawn="1">
  <p:cSld name="Multi Statement – Light">
    <p:bg>
      <p:bgPr>
        <a:solidFill xmlns:a="http://schemas.openxmlformats.org/drawingml/2006/main">
          <a:schemeClr val="bg2"/>
        </a:solidFill>
      </p:bgPr>
    </p:bg>
    <p:spTree>
      <p:nvGrpSpPr>
        <p:cNvPr id="1" name=""/>
        <p:cNvGrpSpPr/>
        <p:nvPr/>
      </p:nvGrpSpPr>
      <p:grpSpPr>
        <a:xfrm xmlns:a="http://schemas.openxmlformats.org/drawingml/2006/main"/>
      </p:grpSpPr>
      <p:pic>
        <p:nvPicPr>
          <p:cNvPr id="1" name="Graphic 9"/>
          <p:cNvPicPr>
            <a:picLocks xmlns:a="http://schemas.openxmlformats.org/drawingml/2006/main" noChangeAspect="1"/>
          </p:cNvPicPr>
          <p:nvPr/>
        </p:nvPicPr>
        <p:blipFill>
          <a:blip xmlns:r="http://schemas.openxmlformats.org/officeDocument/2006/relationships" xmlns:a="http://schemas.openxmlformats.org/drawingml/2006/main" r:embed="R1611bdf2303a44c6">
            <a:extLst>
              <a:ext uri="{96DAC541-7B7A-43D3-8B79-37D633B846F1}">
                <asvg:svgBlip xmlns:asvg="http://schemas.microsoft.com/office/drawing/2016/SVG/main" r:embed="R1beab365ba334051"/>
              </a:ext>
            </a:extLst>
          </a:blip>
          <a:srcRect xmlns:a="http://schemas.openxmlformats.org/drawingml/2006/main" l="5687" t="0" r="0" b="27270"/>
          <a:stretch xmlns:a="http://schemas.openxmlformats.org/drawingml/2006/main"/>
        </p:blipFill>
        <p:spPr>
          <a:xfrm xmlns:a="http://schemas.openxmlformats.org/drawingml/2006/main">
            <a:off x="4861624" y="0"/>
            <a:ext cx="7330375" cy="3768589"/>
          </a:xfrm>
          <a:prstGeom xmlns:a="http://schemas.openxmlformats.org/drawingml/2006/main" prst="rect">
            <a:avLst/>
          </a:prstGeom>
        </p:spPr>
      </p:pic>
      <p:sp>
        <p:nvSpPr>
          <p:cNvPr id="2" name="Text Placeholder 2">
            <a:extLst xmlns:a="http://schemas.openxmlformats.org/drawingml/2006/main">
              <a:ext uri="{FF2B5EF4-FFF2-40B4-BE49-F238E27FC236}">
                <a16:creationId xmlns:a16="http://schemas.microsoft.com/office/drawing/2014/main" id="{BC4944C4-BCA7-F523-CDDB-B2F7B43789BD}"/>
              </a:ext>
            </a:extLst>
          </p:cNvPr>
          <p:cNvSpPr>
            <a:spLocks xmlns:a="http://schemas.openxmlformats.org/drawingml/2006/main" noGrp="1"/>
          </p:cNvSpPr>
          <p:nvPr>
            <p:ph type="body" idx="17" hasCustomPrompt="1"/>
          </p:nvPr>
        </p:nvSpPr>
        <p:spPr>
          <a:xfrm xmlns:a="http://schemas.openxmlformats.org/drawingml/2006/main">
            <a:off x="777284" y="1143025"/>
            <a:ext cx="7330143" cy="1158571"/>
          </a:xfrm>
        </p:spPr>
        <p:txBody>
          <a:bodyPr xmlns:a="http://schemas.openxmlformats.org/drawingml/2006/main" anchor="ctr">
            <a:normAutofit/>
          </a:bodyPr>
          <a:lstStyle xmlns:a="http://schemas.openxmlformats.org/drawingml/2006/main">
            <a:lvl1pPr>
              <a:lnSpc>
                <a:spcPct val="100000"/>
              </a:lnSpc>
              <a:spcBef>
                <a:spcPts val="0"/>
              </a:spcBef>
              <a:buNone/>
              <a:defRPr sz="2800" b="1" i="0">
                <a:latin typeface="Oracle Sans Tab"/>
                <a:ea typeface="Oracle Sans Tab"/>
                <a:cs typeface="Oracle Sans Tab"/>
              </a:defRPr>
            </a:lvl1pPr>
          </a:lstStyle>
          <a:p xmlns:a="http://schemas.openxmlformats.org/drawingml/2006/main">
            <a:pPr>
              <a:buNone/>
            </a:pPr>
            <a:r>
              <a:t>Click to edit Headline</a:t>
            </a:r>
          </a:p>
        </p:txBody>
      </p:sp>
      <p:sp>
        <p:nvSpPr>
          <p:cNvPr id="7" name="Text Placeholder 4">
            <a:extLst xmlns:a="http://schemas.openxmlformats.org/drawingml/2006/main">
              <a:ext uri="{FF2B5EF4-FFF2-40B4-BE49-F238E27FC236}">
                <a16:creationId xmlns:a16="http://schemas.microsoft.com/office/drawing/2014/main" id="{D42F262B-FAC2-7DDF-70B7-0EBEADDA66A9}"/>
              </a:ext>
            </a:extLst>
          </p:cNvPr>
          <p:cNvSpPr>
            <a:spLocks xmlns:a="http://schemas.openxmlformats.org/drawingml/2006/main" noGrp="1"/>
          </p:cNvSpPr>
          <p:nvPr>
            <p:ph type="body" idx="18" hasCustomPrompt="1"/>
          </p:nvPr>
        </p:nvSpPr>
        <p:spPr>
          <a:xfrm xmlns:a="http://schemas.openxmlformats.org/drawingml/2006/main">
            <a:off x="777285" y="2602080"/>
            <a:ext cx="7330373" cy="1166509"/>
          </a:xfrm>
        </p:spPr>
        <p:txBody>
          <a:bodyPr xmlns:a="http://schemas.openxmlformats.org/drawingml/2006/main" anchor="ctr">
            <a:normAutofit/>
          </a:bodyPr>
          <a:lstStyle xmlns:a="http://schemas.openxmlformats.org/drawingml/2006/main">
            <a:lvl1pPr>
              <a:lnSpc>
                <a:spcPct val="100000"/>
              </a:lnSpc>
              <a:spcBef>
                <a:spcPts val="0"/>
              </a:spcBef>
              <a:buNone/>
              <a:defRPr sz="2800" b="1" i="0">
                <a:latin typeface="Oracle Sans Tab"/>
                <a:ea typeface="Oracle Sans Tab"/>
                <a:cs typeface="Oracle Sans Tab"/>
              </a:defRPr>
            </a:lvl1pPr>
          </a:lstStyle>
          <a:p xmlns:a="http://schemas.openxmlformats.org/drawingml/2006/main">
            <a:pPr>
              <a:buNone/>
            </a:pPr>
            <a:r>
              <a:t>Click to edit Headline</a:t>
            </a:r>
          </a:p>
        </p:txBody>
      </p:sp>
      <p:sp>
        <p:nvSpPr>
          <p:cNvPr id="9" name="Text Placeholder 7">
            <a:extLst xmlns:a="http://schemas.openxmlformats.org/drawingml/2006/main">
              <a:ext uri="{FF2B5EF4-FFF2-40B4-BE49-F238E27FC236}">
                <a16:creationId xmlns:a16="http://schemas.microsoft.com/office/drawing/2014/main" id="{90E686AD-7CAC-8695-D0AC-A474A9002ACB}"/>
              </a:ext>
            </a:extLst>
          </p:cNvPr>
          <p:cNvSpPr>
            <a:spLocks xmlns:a="http://schemas.openxmlformats.org/drawingml/2006/main" noGrp="1"/>
          </p:cNvSpPr>
          <p:nvPr>
            <p:ph type="body" idx="19" hasCustomPrompt="1"/>
          </p:nvPr>
        </p:nvSpPr>
        <p:spPr>
          <a:xfrm xmlns:a="http://schemas.openxmlformats.org/drawingml/2006/main">
            <a:off x="777283" y="4069073"/>
            <a:ext cx="7330375" cy="1182688"/>
          </a:xfrm>
        </p:spPr>
        <p:txBody>
          <a:bodyPr xmlns:a="http://schemas.openxmlformats.org/drawingml/2006/main" anchor="ctr">
            <a:normAutofit/>
          </a:bodyPr>
          <a:lstStyle xmlns:a="http://schemas.openxmlformats.org/drawingml/2006/main">
            <a:lvl1pPr>
              <a:lnSpc>
                <a:spcPct val="100000"/>
              </a:lnSpc>
              <a:spcBef>
                <a:spcPts val="0"/>
              </a:spcBef>
              <a:buNone/>
              <a:defRPr sz="2800" b="1" i="0">
                <a:latin typeface="Oracle Sans Tab"/>
                <a:ea typeface="Oracle Sans Tab"/>
                <a:cs typeface="Oracle Sans Tab"/>
              </a:defRPr>
            </a:lvl1pPr>
          </a:lstStyle>
          <a:p xmlns:a="http://schemas.openxmlformats.org/drawingml/2006/main">
            <a:pPr>
              <a:buNone/>
            </a:pPr>
            <a:r>
              <a:t>Click to edit Headline</a:t>
            </a:r>
          </a:p>
        </p:txBody>
      </p:sp>
      <p:sp>
        <p:nvSpPr>
          <p:cNvPr id="3" name="Date Placeholder 2">
            <a:extLst xmlns:a="http://schemas.openxmlformats.org/drawingml/2006/main">
              <a:ext uri="{FF2B5EF4-FFF2-40B4-BE49-F238E27FC236}">
                <a16:creationId xmlns:a16="http://schemas.microsoft.com/office/drawing/2014/main" id="{87A828D0-BF4B-F24A-6C3E-1283A39D60D9}"/>
              </a:ext>
            </a:extLst>
          </p:cNvPr>
          <p:cNvSpPr>
            <a:spLocks xmlns:a="http://schemas.openxmlformats.org/drawingml/2006/main" noGrp="1"/>
          </p:cNvSpPr>
          <p:nvPr>
            <p:ph type="dt" idx="20"/>
          </p:nvPr>
        </p:nvSpPr>
        <p:spPr/>
        <p:txBody>
          <a:bodyPr xmlns:a="http://schemas.openxmlformats.org/drawingml/2006/main"/>
          <a:lstStyle xmlns:a="http://schemas.openxmlformats.org/drawingml/2006/main"/>
          <a:p xmlns:a="http://schemas.openxmlformats.org/drawingml/2006/main">
            <a:r>
              <a:t>[Date]</a:t>
            </a:r>
          </a:p>
        </p:txBody>
      </p:sp>
      <p:sp>
        <p:nvSpPr>
          <p:cNvPr id="5" name="Footer Placeholder 4">
            <a:extLst xmlns:a="http://schemas.openxmlformats.org/drawingml/2006/main">
              <a:ext uri="{FF2B5EF4-FFF2-40B4-BE49-F238E27FC236}">
                <a16:creationId xmlns:a16="http://schemas.microsoft.com/office/drawing/2014/main" id="{D335C83F-7AFC-38E7-453B-18712885631F}"/>
              </a:ext>
            </a:extLst>
          </p:cNvPr>
          <p:cNvSpPr>
            <a:spLocks xmlns:a="http://schemas.openxmlformats.org/drawingml/2006/main" noGrp="1"/>
          </p:cNvSpPr>
          <p:nvPr>
            <p:ph type="ftr" idx="21"/>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8" name="Slide Number Placeholder 7">
            <a:extLst xmlns:a="http://schemas.openxmlformats.org/drawingml/2006/main">
              <a:ext uri="{FF2B5EF4-FFF2-40B4-BE49-F238E27FC236}">
                <a16:creationId xmlns:a16="http://schemas.microsoft.com/office/drawing/2014/main" id="{C4DCE74A-D8DD-A54D-D13E-724920C061F3}"/>
              </a:ext>
            </a:extLst>
          </p:cNvPr>
          <p:cNvSpPr>
            <a:spLocks xmlns:a="http://schemas.openxmlformats.org/drawingml/2006/main" noGrp="1"/>
          </p:cNvSpPr>
          <p:nvPr>
            <p:ph type="sldNum" idx="22"/>
          </p:nvPr>
        </p:nvSpPr>
        <p:spPr/>
        <p:txBody>
          <a:bodyPr xmlns:a="http://schemas.openxmlformats.org/drawingml/2006/main"/>
          <a:lstStyle xmlns:a="http://schemas.openxmlformats.org/drawingml/2006/main"/>
          <a:p xmlns:a="http://schemas.openxmlformats.org/drawingml/2006/main">
            <a:fld id="{345D60D9-5372-5F40-9443-0F9AE5BDC3C8}" type="slidenum">
              <a:t>‹#›</a:t>
            </a:fld>
          </a:p>
        </p:txBody>
      </p:sp>
    </p:spTree>
  </p:cSld>
</p:sldLayout>
</file>

<file path=ppt/slideLayouts/slideLayout52.xml><?xml version="1.0" encoding="utf-8"?>
<p:sldLayout xmlns:p="http://schemas.openxmlformats.org/presentationml/2006/main" preserve="1" userDrawn="1">
  <p:cSld name="Speaker_1">
    <p:bg>
      <p:bgRef idx="1001">
        <a:schemeClr xmlns:a="http://schemas.openxmlformats.org/drawingml/2006/main" val="bg2"/>
      </p:bgRef>
    </p:bg>
    <p:spTree>
      <p:nvGrpSpPr>
        <p:cNvPr id="1" name=""/>
        <p:cNvGrpSpPr/>
        <p:nvPr/>
      </p:nvGrpSpPr>
      <p:grpSpPr>
        <a:xfrm xmlns:a="http://schemas.openxmlformats.org/drawingml/2006/main"/>
      </p:grpSpPr>
      <p:pic>
        <p:nvPicPr>
          <p:cNvPr id="1" name="Graphic 5"/>
          <p:cNvPicPr>
            <a:picLocks xmlns:a="http://schemas.openxmlformats.org/drawingml/2006/main" noChangeAspect="1"/>
          </p:cNvPicPr>
          <p:nvPr/>
        </p:nvPicPr>
        <p:blipFill>
          <a:blip xmlns:r="http://schemas.openxmlformats.org/officeDocument/2006/relationships" xmlns:a="http://schemas.openxmlformats.org/drawingml/2006/main" r:embed="Rd8be11f7054b4ec7">
            <a:extLst>
              <a:ext uri="{96DAC541-7B7A-43D3-8B79-37D633B846F1}">
                <asvg:svgBlip xmlns:asvg="http://schemas.microsoft.com/office/drawing/2016/SVG/main" r:embed="R97a157fb3888482c"/>
              </a:ext>
            </a:extLst>
          </a:blip>
          <a:srcRect xmlns:a="http://schemas.openxmlformats.org/drawingml/2006/main" l="42612" t="12210" r="14437" b="12837"/>
          <a:stretch xmlns:a="http://schemas.openxmlformats.org/drawingml/2006/main"/>
        </p:blipFill>
        <p:spPr>
          <a:xfrm xmlns:a="http://schemas.openxmlformats.org/drawingml/2006/main">
            <a:off x="6307189" y="868568"/>
            <a:ext cx="4093374" cy="4103470"/>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5F8DD237-1E40-4383-9C51-545B9C5DD604}"/>
              </a:ext>
            </a:extLst>
          </p:cNvPr>
          <p:cNvSpPr>
            <a:spLocks xmlns:a="http://schemas.openxmlformats.org/drawingml/2006/main" noGrp="1"/>
          </p:cNvSpPr>
          <p:nvPr>
            <p:ph type="title" idx="0" hasCustomPrompt="1"/>
          </p:nvPr>
        </p:nvSpPr>
        <p:spPr>
          <a:xfrm xmlns:a="http://schemas.openxmlformats.org/drawingml/2006/main">
            <a:off x="762000" y="1600200"/>
            <a:ext cx="3697357" cy="1320103"/>
          </a:xfrm>
        </p:spPr>
        <p:txBody>
          <a:bodyPr xmlns:a="http://schemas.openxmlformats.org/drawingml/2006/main" vert="horz" wrap="square" lIns="0" tIns="0" rIns="0" bIns="0" anchor="b">
            <a:normAutofit/>
          </a:bodyPr>
          <a:lstStyle xmlns:a="http://schemas.openxmlformats.org/drawingml/2006/main">
            <a:lvl1pPr>
              <a:buNone/>
              <a:defRPr sz="3200" b="1" i="0">
                <a:latin typeface="Oracle Sans Tab"/>
                <a:ea typeface="Oracle Sans Tab"/>
                <a:cs typeface="Oracle Sans Tab"/>
              </a:defRPr>
            </a:lvl1pPr>
          </a:lstStyle>
          <a:p xmlns:a="http://schemas.openxmlformats.org/drawingml/2006/main">
            <a:pPr marL="0">
              <a:lnSpc>
                <a:spcPct val="100000"/>
              </a:lnSpc>
              <a:buNone/>
            </a:pPr>
            <a:r>
              <a:t>Speaker</a:t>
            </a:r>
          </a:p>
        </p:txBody>
      </p:sp>
      <p:sp>
        <p:nvSpPr>
          <p:cNvPr id="19" name="Picture Placeholder 4">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6730914" y="1325903"/>
            <a:ext cx="3227476" cy="3247119"/>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37" name="Text Placeholder 33">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6730914" y="4847342"/>
            <a:ext cx="3236480" cy="365125"/>
          </a:xfrm>
        </p:spPr>
        <p:txBody>
          <a:bodyPr xmlns:a="http://schemas.openxmlformats.org/drawingml/2006/main" vert="horz" lIns="0" tIns="0" rIns="0" bIns="0" anchor="t">
            <a:noAutofit/>
          </a:bodyPr>
          <a:lstStyle xmlns:a="http://schemas.openxmlformats.org/drawingml/2006/main">
            <a:lvl1pPr algn="ctr">
              <a:lnSpc>
                <a:spcPct val="100000"/>
              </a:lnSpc>
              <a:buNone/>
              <a:defRPr sz="2000" b="1" i="0">
                <a:solidFill>
                  <a:schemeClr val="tx1"/>
                </a:solidFill>
                <a:latin typeface="Oracle Sans Tab"/>
                <a:ea typeface="Oracle Sans Tab"/>
                <a:cs typeface="Oracle Sans Tab"/>
              </a:defRPr>
            </a:lvl1pPr>
          </a:lstStyle>
          <a:p xmlns:a="http://schemas.openxmlformats.org/drawingml/2006/main">
            <a:pPr>
              <a:spcBef>
                <a:spcPts val="0"/>
              </a:spcBef>
              <a:buNone/>
            </a:pPr>
            <a:r>
              <a:t>Add speaker name</a:t>
            </a:r>
          </a:p>
        </p:txBody>
      </p:sp>
      <p:sp>
        <p:nvSpPr>
          <p:cNvPr id="38" name="Text Placeholder 33">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6730914" y="5211447"/>
            <a:ext cx="3236480" cy="365125"/>
          </a:xfrm>
        </p:spPr>
        <p:txBody>
          <a:bodyPr xmlns:a="http://schemas.openxmlformats.org/drawingml/2006/main" vert="horz" lIns="0" tIns="0" rIns="0" bIns="0" anchor="t">
            <a:noAutofit/>
          </a:bodyPr>
          <a:lstStyle xmlns:a="http://schemas.openxmlformats.org/drawingml/2006/main">
            <a:lvl1pPr algn="ctr">
              <a:lnSpc>
                <a:spcPct val="100000"/>
              </a:lnSpc>
              <a:buNone/>
              <a:defRPr b="0" i="0">
                <a:solidFill>
                  <a:schemeClr val="tx1"/>
                </a:solidFill>
                <a:latin typeface="Oracle Sans Tab"/>
                <a:ea typeface="Oracle Sans Tab"/>
                <a:cs typeface="Oracle Sans Tab"/>
              </a:defRPr>
            </a:lvl1pPr>
          </a:lstStyle>
          <a:p xmlns:a="http://schemas.openxmlformats.org/drawingml/2006/main">
            <a:pPr>
              <a:spcBef>
                <a:spcPts val="0"/>
              </a:spcBef>
              <a:buNone/>
            </a:pPr>
            <a:r>
              <a:t>Add speaker title</a:t>
            </a:r>
          </a:p>
        </p:txBody>
      </p:sp>
      <p:sp>
        <p:nvSpPr>
          <p:cNvPr id="7" name="Date Placeholder 6">
            <a:extLst xmlns:a="http://schemas.openxmlformats.org/drawingml/2006/main">
              <a:ext uri="{FF2B5EF4-FFF2-40B4-BE49-F238E27FC236}">
                <a16:creationId xmlns:a16="http://schemas.microsoft.com/office/drawing/2014/main" id="{C54C1681-3ABE-C963-F79F-18B705CBC985}"/>
              </a:ext>
            </a:extLst>
          </p:cNvPr>
          <p:cNvSpPr>
            <a:spLocks xmlns:a="http://schemas.openxmlformats.org/drawingml/2006/main" noGrp="1"/>
          </p:cNvSpPr>
          <p:nvPr>
            <p:ph type="dt" idx="14"/>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8" name="Footer Placeholder 7">
            <a:extLst xmlns:a="http://schemas.openxmlformats.org/drawingml/2006/main">
              <a:ext uri="{FF2B5EF4-FFF2-40B4-BE49-F238E27FC236}">
                <a16:creationId xmlns:a16="http://schemas.microsoft.com/office/drawing/2014/main" id="{96A1BB59-E7A8-74F4-6087-06D175CC08FA}"/>
              </a:ext>
            </a:extLst>
          </p:cNvPr>
          <p:cNvSpPr>
            <a:spLocks xmlns:a="http://schemas.openxmlformats.org/drawingml/2006/main" noGrp="1"/>
          </p:cNvSpPr>
          <p:nvPr>
            <p:ph type="ftr" idx="15"/>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9" name="Slide Number Placeholder 8">
            <a:extLst xmlns:a="http://schemas.openxmlformats.org/drawingml/2006/main">
              <a:ext uri="{FF2B5EF4-FFF2-40B4-BE49-F238E27FC236}">
                <a16:creationId xmlns:a16="http://schemas.microsoft.com/office/drawing/2014/main" id="{C7C17E18-58DE-C128-6C78-FC10571AF899}"/>
              </a:ext>
            </a:extLst>
          </p:cNvPr>
          <p:cNvSpPr>
            <a:spLocks xmlns:a="http://schemas.openxmlformats.org/drawingml/2006/main" noGrp="1"/>
          </p:cNvSpPr>
          <p:nvPr>
            <p:ph type="sldNum" idx="16"/>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Tree>
  </p:cSld>
</p:sldLayout>
</file>

<file path=ppt/slideLayouts/slideLayout53.xml><?xml version="1.0" encoding="utf-8"?>
<p:sldLayout xmlns:p="http://schemas.openxmlformats.org/presentationml/2006/main" preserve="1" userDrawn="1">
  <p:cSld name="Speaker_1-Profile">
    <p:bg>
      <p:bgPr>
        <a:solidFill xmlns:a="http://schemas.openxmlformats.org/drawingml/2006/main">
          <a:schemeClr val="bg2"/>
        </a:solidFill>
      </p:bgPr>
    </p:bg>
    <p:spTree>
      <p:nvGrpSpPr>
        <p:cNvPr id="1" name=""/>
        <p:cNvGrpSpPr/>
        <p:nvPr/>
      </p:nvGrpSpPr>
      <p:grpSpPr>
        <a:xfrm xmlns:a="http://schemas.openxmlformats.org/drawingml/2006/main"/>
      </p:grpSpPr>
      <p:pic>
        <p:nvPicPr>
          <p:cNvPr id="1" name="Graphic 6"/>
          <p:cNvPicPr>
            <a:picLocks xmlns:a="http://schemas.openxmlformats.org/drawingml/2006/main" noChangeAspect="1"/>
          </p:cNvPicPr>
          <p:nvPr/>
        </p:nvPicPr>
        <p:blipFill>
          <a:blip xmlns:r="http://schemas.openxmlformats.org/officeDocument/2006/relationships" xmlns:a="http://schemas.openxmlformats.org/drawingml/2006/main" r:embed="R501934d4b88d4bb5">
            <a:extLst>
              <a:ext uri="{96DAC541-7B7A-43D3-8B79-37D633B846F1}">
                <asvg:svgBlip xmlns:asvg="http://schemas.microsoft.com/office/drawing/2016/SVG/main" r:embed="R280238290bfc45f6"/>
              </a:ext>
            </a:extLst>
          </a:blip>
          <a:srcRect xmlns:a="http://schemas.openxmlformats.org/drawingml/2006/main" l="42612" t="12210" r="14437" b="12837"/>
          <a:stretch xmlns:a="http://schemas.openxmlformats.org/drawingml/2006/main"/>
        </p:blipFill>
        <p:spPr>
          <a:xfrm xmlns:a="http://schemas.openxmlformats.org/drawingml/2006/main">
            <a:off x="456701" y="1247933"/>
            <a:ext cx="3908153" cy="3917792"/>
          </a:xfrm>
          <a:prstGeom xmlns:a="http://schemas.openxmlformats.org/drawingml/2006/main" prst="rect">
            <a:avLst/>
          </a:prstGeom>
        </p:spPr>
      </p:pic>
      <p:sp>
        <p:nvSpPr>
          <p:cNvPr id="3" name="Title 3">
            <a:extLst xmlns:a="http://schemas.openxmlformats.org/drawingml/2006/main">
              <a:ext uri="{FF2B5EF4-FFF2-40B4-BE49-F238E27FC236}">
                <a16:creationId xmlns:a16="http://schemas.microsoft.com/office/drawing/2014/main" id="{7B692C7B-23D2-F815-AA7B-2A7E53056DF4}"/>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19" name="Picture Placeholder 4">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797039" y="1583270"/>
            <a:ext cx="3227476" cy="3247119"/>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37" name="Text Placeholder 33">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792538" y="5135879"/>
            <a:ext cx="3236480" cy="365125"/>
          </a:xfrm>
        </p:spPr>
        <p:txBody>
          <a:bodyPr xmlns:a="http://schemas.openxmlformats.org/drawingml/2006/main" vert="horz" lIns="0" tIns="0" rIns="0" bIns="0" anchor="t">
            <a:noAutofit/>
          </a:bodyPr>
          <a:lstStyle xmlns:a="http://schemas.openxmlformats.org/drawingml/2006/main">
            <a:lvl1pPr algn="ctr">
              <a:lnSpc>
                <a:spcPct val="100000"/>
              </a:lnSpc>
              <a:buNone/>
              <a:defRPr sz="2000" b="1" i="0">
                <a:solidFill>
                  <a:schemeClr val="tx1"/>
                </a:solidFill>
                <a:latin typeface="Oracle Sans Tab"/>
                <a:ea typeface="Oracle Sans Tab"/>
                <a:cs typeface="Oracle Sans Tab"/>
              </a:defRPr>
            </a:lvl1pPr>
          </a:lstStyle>
          <a:p xmlns:a="http://schemas.openxmlformats.org/drawingml/2006/main">
            <a:pPr>
              <a:spcBef>
                <a:spcPts val="0"/>
              </a:spcBef>
              <a:buNone/>
            </a:pPr>
            <a:r>
              <a:t>Add speaker name</a:t>
            </a:r>
          </a:p>
        </p:txBody>
      </p:sp>
      <p:sp>
        <p:nvSpPr>
          <p:cNvPr id="38" name="Text Placeholder 33">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792538" y="5499984"/>
            <a:ext cx="3236480" cy="365125"/>
          </a:xfrm>
        </p:spPr>
        <p:txBody>
          <a:bodyPr xmlns:a="http://schemas.openxmlformats.org/drawingml/2006/main" vert="horz" lIns="0" tIns="0" rIns="0" bIns="0" anchor="t">
            <a:noAutofit/>
          </a:bodyPr>
          <a:lstStyle xmlns:a="http://schemas.openxmlformats.org/drawingml/2006/main">
            <a:lvl1pPr algn="ctr">
              <a:lnSpc>
                <a:spcPct val="100000"/>
              </a:lnSpc>
              <a:buNone/>
              <a:defRPr b="0" i="0">
                <a:solidFill>
                  <a:schemeClr val="tx1"/>
                </a:solidFill>
                <a:latin typeface="Oracle Sans Tab"/>
                <a:ea typeface="Oracle Sans Tab"/>
                <a:cs typeface="Oracle Sans Tab"/>
              </a:defRPr>
            </a:lvl1pPr>
          </a:lstStyle>
          <a:p xmlns:a="http://schemas.openxmlformats.org/drawingml/2006/main">
            <a:pPr>
              <a:spcBef>
                <a:spcPts val="0"/>
              </a:spcBef>
              <a:buNone/>
            </a:pPr>
            <a:r>
              <a:t>Add speaker title</a:t>
            </a:r>
          </a:p>
        </p:txBody>
      </p:sp>
      <p:sp>
        <p:nvSpPr>
          <p:cNvPr id="5" name="Content Placeholder 4">
            <a:extLst xmlns:a="http://schemas.openxmlformats.org/drawingml/2006/main">
              <a:ext uri="{FF2B5EF4-FFF2-40B4-BE49-F238E27FC236}">
                <a16:creationId xmlns:a16="http://schemas.microsoft.com/office/drawing/2014/main" id="{746E9417-F0B6-6477-88CA-D06650D0745B}"/>
              </a:ext>
            </a:extLst>
          </p:cNvPr>
          <p:cNvSpPr>
            <a:spLocks xmlns:a="http://schemas.openxmlformats.org/drawingml/2006/main" noGrp="1"/>
          </p:cNvSpPr>
          <p:nvPr>
            <p:ph idx="16"/>
          </p:nvPr>
        </p:nvSpPr>
        <p:spPr>
          <a:xfrm xmlns:a="http://schemas.openxmlformats.org/drawingml/2006/main">
            <a:off x="4541838" y="2514610"/>
            <a:ext cx="6907212" cy="2651115"/>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8" name="Date Placeholder 7">
            <a:extLst xmlns:a="http://schemas.openxmlformats.org/drawingml/2006/main">
              <a:ext uri="{FF2B5EF4-FFF2-40B4-BE49-F238E27FC236}">
                <a16:creationId xmlns:a16="http://schemas.microsoft.com/office/drawing/2014/main" id="{CBBE0035-A8C6-B051-857E-FE390F44965A}"/>
              </a:ext>
            </a:extLst>
          </p:cNvPr>
          <p:cNvSpPr>
            <a:spLocks xmlns:a="http://schemas.openxmlformats.org/drawingml/2006/main" noGrp="1"/>
          </p:cNvSpPr>
          <p:nvPr>
            <p:ph type="dt" idx="17"/>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9" name="Footer Placeholder 8">
            <a:extLst xmlns:a="http://schemas.openxmlformats.org/drawingml/2006/main">
              <a:ext uri="{FF2B5EF4-FFF2-40B4-BE49-F238E27FC236}">
                <a16:creationId xmlns:a16="http://schemas.microsoft.com/office/drawing/2014/main" id="{9D534BE5-2332-926C-967E-C322EB1C4A1F}"/>
              </a:ext>
            </a:extLst>
          </p:cNvPr>
          <p:cNvSpPr>
            <a:spLocks xmlns:a="http://schemas.openxmlformats.org/drawingml/2006/main" noGrp="1"/>
          </p:cNvSpPr>
          <p:nvPr>
            <p:ph type="ftr" idx="18"/>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0" name="Slide Number Placeholder 9">
            <a:extLst xmlns:a="http://schemas.openxmlformats.org/drawingml/2006/main">
              <a:ext uri="{FF2B5EF4-FFF2-40B4-BE49-F238E27FC236}">
                <a16:creationId xmlns:a16="http://schemas.microsoft.com/office/drawing/2014/main" id="{76276519-7CC3-CE49-EC25-3BCCB9E3E7AC}"/>
              </a:ext>
            </a:extLst>
          </p:cNvPr>
          <p:cNvSpPr>
            <a:spLocks xmlns:a="http://schemas.openxmlformats.org/drawingml/2006/main" noGrp="1"/>
          </p:cNvSpPr>
          <p:nvPr>
            <p:ph type="sldNum" idx="19"/>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Tree>
  </p:cSld>
</p:sldLayout>
</file>

<file path=ppt/slideLayouts/slideLayout54.xml><?xml version="1.0" encoding="utf-8"?>
<p:sldLayout xmlns:p="http://schemas.openxmlformats.org/presentationml/2006/main" preserve="1" userDrawn="1">
  <p:cSld name="Speaker_2">
    <p:bg>
      <p:bgPr>
        <a:solidFill xmlns:a="http://schemas.openxmlformats.org/drawingml/2006/main">
          <a:schemeClr val="bg2"/>
        </a:solidFill>
      </p:bgPr>
    </p:bg>
    <p:spTree>
      <p:nvGrpSpPr>
        <p:cNvPr id="1" name=""/>
        <p:cNvGrpSpPr/>
        <p:nvPr/>
      </p:nvGrpSpPr>
      <p:grpSpPr>
        <a:xfrm xmlns:a="http://schemas.openxmlformats.org/drawingml/2006/main"/>
      </p:grpSpPr>
      <p:pic>
        <p:nvPicPr>
          <p:cNvPr id="1" name="Graphic 7"/>
          <p:cNvPicPr>
            <a:picLocks xmlns:a="http://schemas.openxmlformats.org/drawingml/2006/main" noChangeAspect="1"/>
          </p:cNvPicPr>
          <p:nvPr/>
        </p:nvPicPr>
        <p:blipFill>
          <a:blip xmlns:r="http://schemas.openxmlformats.org/officeDocument/2006/relationships" xmlns:a="http://schemas.openxmlformats.org/drawingml/2006/main" r:embed="R7e186bd8563c417f">
            <a:extLst>
              <a:ext uri="{96DAC541-7B7A-43D3-8B79-37D633B846F1}">
                <asvg:svgBlip xmlns:asvg="http://schemas.microsoft.com/office/drawing/2016/SVG/main" r:embed="R11b866501a6f486e"/>
              </a:ext>
            </a:extLst>
          </a:blip>
          <a:srcRect xmlns:a="http://schemas.openxmlformats.org/drawingml/2006/main" l="42612" t="12210" r="14437" b="12837"/>
          <a:stretch xmlns:a="http://schemas.openxmlformats.org/drawingml/2006/main"/>
        </p:blipFill>
        <p:spPr>
          <a:xfrm xmlns:a="http://schemas.openxmlformats.org/drawingml/2006/main">
            <a:off x="7734150" y="1182539"/>
            <a:ext cx="3567993" cy="3576793"/>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31D55E47-4DBE-46C5-AA1D-6AC25D117460}"/>
              </a:ext>
            </a:extLst>
          </p:cNvPr>
          <p:cNvSpPr>
            <a:spLocks xmlns:a="http://schemas.openxmlformats.org/drawingml/2006/main" noGrp="1"/>
          </p:cNvSpPr>
          <p:nvPr>
            <p:ph type="title" idx="0" hasCustomPrompt="1"/>
          </p:nvPr>
        </p:nvSpPr>
        <p:spPr>
          <a:xfrm xmlns:a="http://schemas.openxmlformats.org/drawingml/2006/main">
            <a:off x="762000" y="1600200"/>
            <a:ext cx="2560320" cy="1320103"/>
          </a:xfrm>
        </p:spPr>
        <p:txBody>
          <a:bodyPr xmlns:a="http://schemas.openxmlformats.org/drawingml/2006/main" vert="horz" wrap="square" lIns="0" tIns="0" rIns="0" bIns="0" anchor="b">
            <a:normAutofit/>
          </a:bodyPr>
          <a:lstStyle xmlns:a="http://schemas.openxmlformats.org/drawingml/2006/main">
            <a:lvl1pPr marL="0" algn="l">
              <a:lnSpc>
                <a:spcPct val="100000"/>
              </a:lnSpc>
              <a:spcBef>
                <a:spcPts val="0"/>
              </a:spcBef>
              <a:buNone/>
              <a:defRPr sz="3200" b="1" i="0">
                <a:solidFill>
                  <a:schemeClr val="tx1"/>
                </a:solidFill>
                <a:latin typeface="Oracle Sans Tab"/>
                <a:ea typeface="Oracle Sans Tab"/>
                <a:cs typeface="Oracle Sans Tab"/>
              </a:defRPr>
            </a:lvl1pPr>
          </a:lstStyle>
          <a:p xmlns:a="http://schemas.openxmlformats.org/drawingml/2006/main">
            <a:pPr marL="0">
              <a:lnSpc>
                <a:spcPct val="100000"/>
              </a:lnSpc>
              <a:buNone/>
            </a:pPr>
            <a:r>
              <a:t>Speakers</a:t>
            </a:r>
          </a:p>
        </p:txBody>
      </p:sp>
      <p:sp>
        <p:nvSpPr>
          <p:cNvPr id="19" name="Picture Placeholder 4">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4446925" y="1548702"/>
            <a:ext cx="2743200" cy="274320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37" name="Text Placeholder 33">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4166157" y="4636935"/>
            <a:ext cx="3227832" cy="365125"/>
          </a:xfrm>
        </p:spPr>
        <p:txBody>
          <a:bodyPr xmlns:a="http://schemas.openxmlformats.org/drawingml/2006/main" vert="horz" lIns="0" tIns="0" rIns="0" bIns="0" anchor="t">
            <a:noAutofit/>
          </a:bodyPr>
          <a:lstStyle xmlns:a="http://schemas.openxmlformats.org/drawingml/2006/main">
            <a:lvl1pPr algn="ctr">
              <a:lnSpc>
                <a:spcPct val="100000"/>
              </a:lnSpc>
              <a:buNone/>
              <a:defRPr sz="2000" b="1" i="0">
                <a:solidFill>
                  <a:schemeClr val="tx1"/>
                </a:solidFill>
                <a:latin typeface="Oracle Sans Tab"/>
                <a:ea typeface="Oracle Sans Tab"/>
                <a:cs typeface="Oracle Sans Tab"/>
              </a:defRPr>
            </a:lvl1pPr>
          </a:lstStyle>
          <a:p xmlns:a="http://schemas.openxmlformats.org/drawingml/2006/main">
            <a:pPr>
              <a:spcBef>
                <a:spcPts val="0"/>
              </a:spcBef>
              <a:buNone/>
            </a:pPr>
            <a:r>
              <a:t>Add speaker name</a:t>
            </a:r>
          </a:p>
        </p:txBody>
      </p:sp>
      <p:sp>
        <p:nvSpPr>
          <p:cNvPr id="38" name="Text Placeholder 33">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4166157" y="5001040"/>
            <a:ext cx="3227832" cy="365125"/>
          </a:xfrm>
        </p:spPr>
        <p:txBody>
          <a:bodyPr xmlns:a="http://schemas.openxmlformats.org/drawingml/2006/main" vert="horz" lIns="0" tIns="0" rIns="0" bIns="0" anchor="t">
            <a:noAutofit/>
          </a:bodyPr>
          <a:lstStyle xmlns:a="http://schemas.openxmlformats.org/drawingml/2006/main">
            <a:lvl1pPr algn="ctr">
              <a:lnSpc>
                <a:spcPct val="100000"/>
              </a:lnSpc>
              <a:buNone/>
              <a:defRPr sz="1600" b="0" i="0">
                <a:solidFill>
                  <a:schemeClr val="tx1"/>
                </a:solidFill>
                <a:latin typeface="Oracle Sans Tab"/>
                <a:ea typeface="Oracle Sans Tab"/>
                <a:cs typeface="Oracle Sans Tab"/>
              </a:defRPr>
            </a:lvl1pPr>
          </a:lstStyle>
          <a:p xmlns:a="http://schemas.openxmlformats.org/drawingml/2006/main">
            <a:pPr>
              <a:spcBef>
                <a:spcPts val="0"/>
              </a:spcBef>
              <a:buNone/>
            </a:pPr>
            <a:r>
              <a:t>Add speaker title</a:t>
            </a:r>
          </a:p>
        </p:txBody>
      </p:sp>
      <p:sp>
        <p:nvSpPr>
          <p:cNvPr id="17" name="Picture Placeholder 4">
            <a:extLst xmlns:a="http://schemas.openxmlformats.org/drawingml/2006/main">
              <a:ext uri="{FF2B5EF4-FFF2-40B4-BE49-F238E27FC236}">
                <a16:creationId xmlns:a16="http://schemas.microsoft.com/office/drawing/2014/main" id="{AD80FD35-1640-4598-BFDA-3E05A9FCEBBE}"/>
              </a:ext>
            </a:extLst>
          </p:cNvPr>
          <p:cNvSpPr>
            <a:spLocks xmlns:a="http://schemas.openxmlformats.org/drawingml/2006/main" noGrp="1"/>
          </p:cNvSpPr>
          <p:nvPr>
            <p:ph type="pic" idx="19"/>
          </p:nvPr>
        </p:nvSpPr>
        <p:spPr>
          <a:xfrm xmlns:a="http://schemas.openxmlformats.org/drawingml/2006/main">
            <a:off x="8157472" y="1599336"/>
            <a:ext cx="2743200" cy="274320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21" name="Text Placeholder 33">
            <a:extLst xmlns:a="http://schemas.openxmlformats.org/drawingml/2006/main">
              <a:ext uri="{FF2B5EF4-FFF2-40B4-BE49-F238E27FC236}">
                <a16:creationId xmlns:a16="http://schemas.microsoft.com/office/drawing/2014/main" id="{AF0CFD6E-C443-4D08-B5C0-973C8F72617B}"/>
              </a:ext>
            </a:extLst>
          </p:cNvPr>
          <p:cNvSpPr>
            <a:spLocks xmlns:a="http://schemas.openxmlformats.org/drawingml/2006/main" noGrp="1"/>
          </p:cNvSpPr>
          <p:nvPr>
            <p:ph type="body" idx="20" hasCustomPrompt="1"/>
          </p:nvPr>
        </p:nvSpPr>
        <p:spPr>
          <a:xfrm xmlns:a="http://schemas.openxmlformats.org/drawingml/2006/main">
            <a:off x="7915156" y="4636935"/>
            <a:ext cx="3227832" cy="365125"/>
          </a:xfrm>
        </p:spPr>
        <p:txBody>
          <a:bodyPr xmlns:a="http://schemas.openxmlformats.org/drawingml/2006/main" vert="horz" lIns="0" tIns="0" rIns="0" bIns="0" anchor="t">
            <a:noAutofit/>
          </a:bodyPr>
          <a:lstStyle xmlns:a="http://schemas.openxmlformats.org/drawingml/2006/main">
            <a:lvl1pPr algn="ctr">
              <a:lnSpc>
                <a:spcPct val="100000"/>
              </a:lnSpc>
              <a:buNone/>
              <a:defRPr sz="2000" b="1" i="0">
                <a:solidFill>
                  <a:schemeClr val="tx1"/>
                </a:solidFill>
                <a:latin typeface="Oracle Sans Tab"/>
                <a:ea typeface="Oracle Sans Tab"/>
                <a:cs typeface="Oracle Sans Tab"/>
              </a:defRPr>
            </a:lvl1pPr>
          </a:lstStyle>
          <a:p xmlns:a="http://schemas.openxmlformats.org/drawingml/2006/main">
            <a:pPr>
              <a:spcBef>
                <a:spcPts val="0"/>
              </a:spcBef>
              <a:buNone/>
            </a:pPr>
            <a:r>
              <a:t>Add speaker name</a:t>
            </a:r>
          </a:p>
        </p:txBody>
      </p:sp>
      <p:sp>
        <p:nvSpPr>
          <p:cNvPr id="25" name="Text Placeholder 33">
            <a:extLst xmlns:a="http://schemas.openxmlformats.org/drawingml/2006/main">
              <a:ext uri="{FF2B5EF4-FFF2-40B4-BE49-F238E27FC236}">
                <a16:creationId xmlns:a16="http://schemas.microsoft.com/office/drawing/2014/main" id="{F3C3D640-B9ED-4162-9C4F-0F9F774E639B}"/>
              </a:ext>
            </a:extLst>
          </p:cNvPr>
          <p:cNvSpPr>
            <a:spLocks xmlns:a="http://schemas.openxmlformats.org/drawingml/2006/main" noGrp="1"/>
          </p:cNvSpPr>
          <p:nvPr>
            <p:ph type="body" idx="21" hasCustomPrompt="1"/>
          </p:nvPr>
        </p:nvSpPr>
        <p:spPr>
          <a:xfrm xmlns:a="http://schemas.openxmlformats.org/drawingml/2006/main">
            <a:off x="7915156" y="5001040"/>
            <a:ext cx="3227832" cy="365125"/>
          </a:xfrm>
        </p:spPr>
        <p:txBody>
          <a:bodyPr xmlns:a="http://schemas.openxmlformats.org/drawingml/2006/main" vert="horz" lIns="0" tIns="0" rIns="0" bIns="0" anchor="t">
            <a:noAutofit/>
          </a:bodyPr>
          <a:lstStyle xmlns:a="http://schemas.openxmlformats.org/drawingml/2006/main">
            <a:lvl1pPr algn="ctr">
              <a:lnSpc>
                <a:spcPct val="100000"/>
              </a:lnSpc>
              <a:buNone/>
              <a:defRPr sz="1600" b="0" i="0">
                <a:solidFill>
                  <a:schemeClr val="tx1"/>
                </a:solidFill>
                <a:latin typeface="Oracle Sans Tab"/>
                <a:ea typeface="Oracle Sans Tab"/>
                <a:cs typeface="Oracle Sans Tab"/>
              </a:defRPr>
            </a:lvl1pPr>
          </a:lstStyle>
          <a:p xmlns:a="http://schemas.openxmlformats.org/drawingml/2006/main">
            <a:pPr>
              <a:spcBef>
                <a:spcPts val="0"/>
              </a:spcBef>
              <a:buNone/>
            </a:pPr>
            <a:r>
              <a:t>Add speaker title</a:t>
            </a:r>
          </a:p>
        </p:txBody>
      </p:sp>
      <p:pic>
        <p:nvPicPr>
          <p:cNvPr id="42" name="Graphic 5"/>
          <p:cNvPicPr>
            <a:picLocks xmlns:a="http://schemas.openxmlformats.org/drawingml/2006/main" noChangeAspect="1"/>
          </p:cNvPicPr>
          <p:nvPr/>
        </p:nvPicPr>
        <p:blipFill>
          <a:blip xmlns:r="http://schemas.openxmlformats.org/officeDocument/2006/relationships" xmlns:a="http://schemas.openxmlformats.org/drawingml/2006/main" r:embed="R7e186bd8563c417f">
            <a:extLst>
              <a:ext uri="{96DAC541-7B7A-43D3-8B79-37D633B846F1}">
                <asvg:svgBlip xmlns:asvg="http://schemas.microsoft.com/office/drawing/2016/SVG/main" r:embed="R11b866501a6f486e"/>
              </a:ext>
            </a:extLst>
          </a:blip>
          <a:srcRect xmlns:a="http://schemas.openxmlformats.org/drawingml/2006/main" l="42612" t="12210" r="14437" b="12837"/>
          <a:stretch xmlns:a="http://schemas.openxmlformats.org/drawingml/2006/main"/>
        </p:blipFill>
        <p:spPr>
          <a:xfrm xmlns:a="http://schemas.openxmlformats.org/drawingml/2006/main">
            <a:off x="4034529" y="1131906"/>
            <a:ext cx="3567993" cy="3576793"/>
          </a:xfrm>
          <a:prstGeom xmlns:a="http://schemas.openxmlformats.org/drawingml/2006/main" prst="rect">
            <a:avLst/>
          </a:prstGeom>
        </p:spPr>
      </p:pic>
      <p:sp>
        <p:nvSpPr>
          <p:cNvPr id="7" name="Date Placeholder 6">
            <a:extLst xmlns:a="http://schemas.openxmlformats.org/drawingml/2006/main">
              <a:ext uri="{FF2B5EF4-FFF2-40B4-BE49-F238E27FC236}">
                <a16:creationId xmlns:a16="http://schemas.microsoft.com/office/drawing/2014/main" id="{BD81196C-3280-8446-B8A9-CB00D01D0FF7}"/>
              </a:ext>
            </a:extLst>
          </p:cNvPr>
          <p:cNvSpPr>
            <a:spLocks xmlns:a="http://schemas.openxmlformats.org/drawingml/2006/main" noGrp="1"/>
          </p:cNvSpPr>
          <p:nvPr>
            <p:ph type="dt" idx="2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9" name="Footer Placeholder 8">
            <a:extLst xmlns:a="http://schemas.openxmlformats.org/drawingml/2006/main">
              <a:ext uri="{FF2B5EF4-FFF2-40B4-BE49-F238E27FC236}">
                <a16:creationId xmlns:a16="http://schemas.microsoft.com/office/drawing/2014/main" id="{3D99159C-06B0-38F7-6924-98DC1B647FBA}"/>
              </a:ext>
            </a:extLst>
          </p:cNvPr>
          <p:cNvSpPr>
            <a:spLocks xmlns:a="http://schemas.openxmlformats.org/drawingml/2006/main" noGrp="1"/>
          </p:cNvSpPr>
          <p:nvPr>
            <p:ph type="ftr" idx="23"/>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0" name="Slide Number Placeholder 9">
            <a:extLst xmlns:a="http://schemas.openxmlformats.org/drawingml/2006/main">
              <a:ext uri="{FF2B5EF4-FFF2-40B4-BE49-F238E27FC236}">
                <a16:creationId xmlns:a16="http://schemas.microsoft.com/office/drawing/2014/main" id="{873DC5B7-5066-45B1-D64D-B8BA852E1A14}"/>
              </a:ext>
            </a:extLst>
          </p:cNvPr>
          <p:cNvSpPr>
            <a:spLocks xmlns:a="http://schemas.openxmlformats.org/drawingml/2006/main" noGrp="1"/>
          </p:cNvSpPr>
          <p:nvPr>
            <p:ph type="sldNum" idx="24"/>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Tree>
  </p:cSld>
</p:sldLayout>
</file>

<file path=ppt/slideLayouts/slideLayout55.xml><?xml version="1.0" encoding="utf-8"?>
<p:sldLayout xmlns:p="http://schemas.openxmlformats.org/presentationml/2006/main" preserve="1" userDrawn="1">
  <p:cSld name="Speaker_3">
    <p:bg>
      <p:bgPr>
        <a:solidFill xmlns:a="http://schemas.openxmlformats.org/drawingml/2006/main">
          <a:schemeClr val="bg2"/>
        </a:solidFill>
      </p:bgPr>
    </p:bg>
    <p:spTree>
      <p:nvGrpSpPr>
        <p:cNvPr id="1" name=""/>
        <p:cNvGrpSpPr/>
        <p:nvPr/>
      </p:nvGrpSpPr>
      <p:grpSpPr>
        <a:xfrm xmlns:a="http://schemas.openxmlformats.org/drawingml/2006/main"/>
      </p:grpSpPr>
      <p:sp>
        <p:nvSpPr>
          <p:cNvPr id="32" name="Title 1">
            <a:extLst xmlns:a="http://schemas.openxmlformats.org/drawingml/2006/main">
              <a:ext uri="{FF2B5EF4-FFF2-40B4-BE49-F238E27FC236}">
                <a16:creationId xmlns:a16="http://schemas.microsoft.com/office/drawing/2014/main" id="{F61107A6-7831-4EC7-8264-2809B94682DD}"/>
              </a:ext>
            </a:extLst>
          </p:cNvPr>
          <p:cNvSpPr>
            <a:spLocks xmlns:a="http://schemas.openxmlformats.org/drawingml/2006/main" noGrp="1"/>
          </p:cNvSpPr>
          <p:nvPr>
            <p:ph type="title" idx="0" hasCustomPrompt="1"/>
          </p:nvPr>
        </p:nvSpPr>
        <p:spPr>
          <a:xfrm xmlns:a="http://schemas.openxmlformats.org/drawingml/2006/main">
            <a:off x="762000" y="1600200"/>
            <a:ext cx="3200400" cy="1320103"/>
          </a:xfrm>
        </p:spPr>
        <p:txBody>
          <a:bodyPr xmlns:a="http://schemas.openxmlformats.org/drawingml/2006/main" vert="horz" wrap="square" lIns="0" tIns="0" rIns="0" bIns="0" anchor="b">
            <a:normAutofit/>
          </a:bodyPr>
          <a:lstStyle xmlns:a="http://schemas.openxmlformats.org/drawingml/2006/main">
            <a:lvl1pPr marL="0" algn="l">
              <a:lnSpc>
                <a:spcPct val="100000"/>
              </a:lnSpc>
              <a:spcBef>
                <a:spcPts val="0"/>
              </a:spcBef>
              <a:buNone/>
              <a:defRPr sz="3200" b="1" i="0">
                <a:solidFill>
                  <a:schemeClr val="tx1"/>
                </a:solidFill>
                <a:latin typeface="Oracle Sans Tab"/>
                <a:ea typeface="Oracle Sans Tab"/>
                <a:cs typeface="Oracle Sans Tab"/>
              </a:defRPr>
            </a:lvl1pPr>
          </a:lstStyle>
          <a:p xmlns:a="http://schemas.openxmlformats.org/drawingml/2006/main">
            <a:pPr marL="0">
              <a:lnSpc>
                <a:spcPct val="100000"/>
              </a:lnSpc>
              <a:buNone/>
            </a:pPr>
            <a:r>
              <a:t>Speakers</a:t>
            </a:r>
          </a:p>
        </p:txBody>
      </p:sp>
      <p:sp>
        <p:nvSpPr>
          <p:cNvPr id="19" name="Picture Placeholder 4">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6832060" y="502952"/>
            <a:ext cx="2011680" cy="20116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37" name="Text Placeholder 33">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6653752" y="2682622"/>
            <a:ext cx="2368296" cy="31244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a:spcBef>
                <a:spcPts val="0"/>
              </a:spcBef>
              <a:buNone/>
            </a:pPr>
            <a:r>
              <a:t>Add speaker name</a:t>
            </a:r>
          </a:p>
        </p:txBody>
      </p:sp>
      <p:sp>
        <p:nvSpPr>
          <p:cNvPr id="38" name="Text Placeholder 33">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6653752" y="3011421"/>
            <a:ext cx="2368296" cy="278431"/>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a:spcBef>
                <a:spcPts val="0"/>
              </a:spcBef>
              <a:buNone/>
            </a:pPr>
            <a:r>
              <a:t>Add speaker title</a:t>
            </a:r>
          </a:p>
        </p:txBody>
      </p:sp>
      <p:sp>
        <p:nvSpPr>
          <p:cNvPr id="31" name="Picture Placeholder 4">
            <a:extLst xmlns:a="http://schemas.openxmlformats.org/drawingml/2006/main">
              <a:ext uri="{FF2B5EF4-FFF2-40B4-BE49-F238E27FC236}">
                <a16:creationId xmlns:a16="http://schemas.microsoft.com/office/drawing/2014/main" id="{FDC25F51-F732-4DED-B41F-218C4B09A992}"/>
              </a:ext>
            </a:extLst>
          </p:cNvPr>
          <p:cNvSpPr>
            <a:spLocks xmlns:a="http://schemas.openxmlformats.org/drawingml/2006/main" noGrp="1"/>
          </p:cNvSpPr>
          <p:nvPr>
            <p:ph type="pic" idx="28"/>
          </p:nvPr>
        </p:nvSpPr>
        <p:spPr>
          <a:xfrm xmlns:a="http://schemas.openxmlformats.org/drawingml/2006/main">
            <a:off x="4463764" y="2868976"/>
            <a:ext cx="2011680" cy="20116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33" name="Text Placeholder 33">
            <a:extLst xmlns:a="http://schemas.openxmlformats.org/drawingml/2006/main">
              <a:ext uri="{FF2B5EF4-FFF2-40B4-BE49-F238E27FC236}">
                <a16:creationId xmlns:a16="http://schemas.microsoft.com/office/drawing/2014/main" id="{D1B52A4B-0972-4F91-92C6-8090BEF5CCCB}"/>
              </a:ext>
            </a:extLst>
          </p:cNvPr>
          <p:cNvSpPr>
            <a:spLocks xmlns:a="http://schemas.openxmlformats.org/drawingml/2006/main" noGrp="1"/>
          </p:cNvSpPr>
          <p:nvPr>
            <p:ph type="body" idx="29" hasCustomPrompt="1"/>
          </p:nvPr>
        </p:nvSpPr>
        <p:spPr>
          <a:xfrm xmlns:a="http://schemas.openxmlformats.org/drawingml/2006/main">
            <a:off x="4285456" y="5021187"/>
            <a:ext cx="2368296" cy="31244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a:spcBef>
                <a:spcPts val="0"/>
              </a:spcBef>
              <a:buNone/>
            </a:pPr>
            <a:r>
              <a:t>Add speaker name</a:t>
            </a:r>
          </a:p>
        </p:txBody>
      </p:sp>
      <p:sp>
        <p:nvSpPr>
          <p:cNvPr id="34" name="Text Placeholder 33">
            <a:extLst xmlns:a="http://schemas.openxmlformats.org/drawingml/2006/main">
              <a:ext uri="{FF2B5EF4-FFF2-40B4-BE49-F238E27FC236}">
                <a16:creationId xmlns:a16="http://schemas.microsoft.com/office/drawing/2014/main" id="{D6D713D8-07E2-4DC7-808A-1A9CD0EBCC6B}"/>
              </a:ext>
            </a:extLst>
          </p:cNvPr>
          <p:cNvSpPr>
            <a:spLocks xmlns:a="http://schemas.openxmlformats.org/drawingml/2006/main" noGrp="1"/>
          </p:cNvSpPr>
          <p:nvPr>
            <p:ph type="body" idx="30" hasCustomPrompt="1"/>
          </p:nvPr>
        </p:nvSpPr>
        <p:spPr>
          <a:xfrm xmlns:a="http://schemas.openxmlformats.org/drawingml/2006/main">
            <a:off x="4285456" y="5349986"/>
            <a:ext cx="2368296" cy="278431"/>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a:spcBef>
                <a:spcPts val="0"/>
              </a:spcBef>
              <a:buNone/>
            </a:pPr>
            <a:r>
              <a:t>Add speaker title</a:t>
            </a:r>
          </a:p>
        </p:txBody>
      </p:sp>
      <p:sp>
        <p:nvSpPr>
          <p:cNvPr id="35" name="Picture Placeholder 4">
            <a:extLst xmlns:a="http://schemas.openxmlformats.org/drawingml/2006/main">
              <a:ext uri="{FF2B5EF4-FFF2-40B4-BE49-F238E27FC236}">
                <a16:creationId xmlns:a16="http://schemas.microsoft.com/office/drawing/2014/main" id="{D54CB0FE-E711-41BE-AE1E-539BC7B7761E}"/>
              </a:ext>
            </a:extLst>
          </p:cNvPr>
          <p:cNvSpPr>
            <a:spLocks xmlns:a="http://schemas.openxmlformats.org/drawingml/2006/main" noGrp="1"/>
          </p:cNvSpPr>
          <p:nvPr>
            <p:ph type="pic" idx="31"/>
          </p:nvPr>
        </p:nvSpPr>
        <p:spPr>
          <a:xfrm xmlns:a="http://schemas.openxmlformats.org/drawingml/2006/main">
            <a:off x="9593466" y="2868976"/>
            <a:ext cx="2011680" cy="20116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36" name="Text Placeholder 33">
            <a:extLst xmlns:a="http://schemas.openxmlformats.org/drawingml/2006/main">
              <a:ext uri="{FF2B5EF4-FFF2-40B4-BE49-F238E27FC236}">
                <a16:creationId xmlns:a16="http://schemas.microsoft.com/office/drawing/2014/main" id="{C9D94F0F-A124-427C-8B51-4EA7A2DA41ED}"/>
              </a:ext>
            </a:extLst>
          </p:cNvPr>
          <p:cNvSpPr>
            <a:spLocks xmlns:a="http://schemas.openxmlformats.org/drawingml/2006/main" noGrp="1"/>
          </p:cNvSpPr>
          <p:nvPr>
            <p:ph type="body" idx="32" hasCustomPrompt="1"/>
          </p:nvPr>
        </p:nvSpPr>
        <p:spPr>
          <a:xfrm xmlns:a="http://schemas.openxmlformats.org/drawingml/2006/main">
            <a:off x="9415158" y="5018407"/>
            <a:ext cx="2368296" cy="31244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a:spcBef>
                <a:spcPts val="0"/>
              </a:spcBef>
              <a:buNone/>
            </a:pPr>
            <a:r>
              <a:t>Add speaker name</a:t>
            </a:r>
          </a:p>
        </p:txBody>
      </p:sp>
      <p:sp>
        <p:nvSpPr>
          <p:cNvPr id="39" name="Text Placeholder 33">
            <a:extLst xmlns:a="http://schemas.openxmlformats.org/drawingml/2006/main">
              <a:ext uri="{FF2B5EF4-FFF2-40B4-BE49-F238E27FC236}">
                <a16:creationId xmlns:a16="http://schemas.microsoft.com/office/drawing/2014/main" id="{D51FC9E3-DCC2-4D0A-80C8-4CB3924EC6CD}"/>
              </a:ext>
            </a:extLst>
          </p:cNvPr>
          <p:cNvSpPr>
            <a:spLocks xmlns:a="http://schemas.openxmlformats.org/drawingml/2006/main" noGrp="1"/>
          </p:cNvSpPr>
          <p:nvPr>
            <p:ph type="body" idx="33" hasCustomPrompt="1"/>
          </p:nvPr>
        </p:nvSpPr>
        <p:spPr>
          <a:xfrm xmlns:a="http://schemas.openxmlformats.org/drawingml/2006/main">
            <a:off x="9415158" y="5347206"/>
            <a:ext cx="2368296" cy="278431"/>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a:spcBef>
                <a:spcPts val="0"/>
              </a:spcBef>
              <a:buNone/>
            </a:pPr>
            <a:r>
              <a:t>Add speaker title</a:t>
            </a:r>
          </a:p>
        </p:txBody>
      </p:sp>
      <p:sp>
        <p:nvSpPr>
          <p:cNvPr id="5" name="Date Placeholder 4">
            <a:extLst xmlns:a="http://schemas.openxmlformats.org/drawingml/2006/main">
              <a:ext uri="{FF2B5EF4-FFF2-40B4-BE49-F238E27FC236}">
                <a16:creationId xmlns:a16="http://schemas.microsoft.com/office/drawing/2014/main" id="{B754EFA5-83EC-6F05-D24C-FFEFF1BE395C}"/>
              </a:ext>
            </a:extLst>
          </p:cNvPr>
          <p:cNvSpPr>
            <a:spLocks xmlns:a="http://schemas.openxmlformats.org/drawingml/2006/main" noGrp="1"/>
          </p:cNvSpPr>
          <p:nvPr>
            <p:ph type="dt" idx="34"/>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6" name="Footer Placeholder 5">
            <a:extLst xmlns:a="http://schemas.openxmlformats.org/drawingml/2006/main">
              <a:ext uri="{FF2B5EF4-FFF2-40B4-BE49-F238E27FC236}">
                <a16:creationId xmlns:a16="http://schemas.microsoft.com/office/drawing/2014/main" id="{90B1C8AD-7BF2-BBBE-64DF-FD3A3B8318B7}"/>
              </a:ext>
            </a:extLst>
          </p:cNvPr>
          <p:cNvSpPr>
            <a:spLocks xmlns:a="http://schemas.openxmlformats.org/drawingml/2006/main" noGrp="1"/>
          </p:cNvSpPr>
          <p:nvPr>
            <p:ph type="ftr" idx="35"/>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7" name="Slide Number Placeholder 6">
            <a:extLst xmlns:a="http://schemas.openxmlformats.org/drawingml/2006/main">
              <a:ext uri="{FF2B5EF4-FFF2-40B4-BE49-F238E27FC236}">
                <a16:creationId xmlns:a16="http://schemas.microsoft.com/office/drawing/2014/main" id="{60982B03-7D3B-DA0C-6EC7-201AEC05C1F3}"/>
              </a:ext>
            </a:extLst>
          </p:cNvPr>
          <p:cNvSpPr>
            <a:spLocks xmlns:a="http://schemas.openxmlformats.org/drawingml/2006/main" noGrp="1"/>
          </p:cNvSpPr>
          <p:nvPr>
            <p:ph type="sldNum" idx="36"/>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Tree>
  </p:cSld>
</p:sldLayout>
</file>

<file path=ppt/slideLayouts/slideLayout56.xml><?xml version="1.0" encoding="utf-8"?>
<p:sldLayout xmlns:p="http://schemas.openxmlformats.org/presentationml/2006/main" preserve="1" userDrawn="1">
  <p:cSld name="Speaker_4">
    <p:bg>
      <p:bgPr>
        <a:solidFill xmlns:a="http://schemas.openxmlformats.org/drawingml/2006/main">
          <a:schemeClr val="bg2"/>
        </a:solidFill>
      </p:bgPr>
    </p:bg>
    <p:spTree>
      <p:nvGrpSpPr>
        <p:cNvPr id="1" name=""/>
        <p:cNvGrpSpPr/>
        <p:nvPr/>
      </p:nvGrpSpPr>
      <p:grpSpPr>
        <a:xfrm xmlns:a="http://schemas.openxmlformats.org/drawingml/2006/main"/>
      </p:grpSpPr>
      <p:sp>
        <p:nvSpPr>
          <p:cNvPr id="36" name="Title 1">
            <a:extLst xmlns:a="http://schemas.openxmlformats.org/drawingml/2006/main">
              <a:ext uri="{FF2B5EF4-FFF2-40B4-BE49-F238E27FC236}">
                <a16:creationId xmlns:a16="http://schemas.microsoft.com/office/drawing/2014/main" id="{AD59539A-0265-4CF1-A242-1D32DF1299D9}"/>
              </a:ext>
            </a:extLst>
          </p:cNvPr>
          <p:cNvSpPr>
            <a:spLocks xmlns:a="http://schemas.openxmlformats.org/drawingml/2006/main" noGrp="1"/>
          </p:cNvSpPr>
          <p:nvPr>
            <p:ph type="title" idx="0" hasCustomPrompt="1"/>
          </p:nvPr>
        </p:nvSpPr>
        <p:spPr>
          <a:xfrm xmlns:a="http://schemas.openxmlformats.org/drawingml/2006/main">
            <a:off x="761998" y="1600200"/>
            <a:ext cx="3474720" cy="1320103"/>
          </a:xfrm>
        </p:spPr>
        <p:txBody>
          <a:bodyPr xmlns:a="http://schemas.openxmlformats.org/drawingml/2006/main" vert="horz" wrap="square" lIns="0" tIns="0" rIns="0" bIns="0" anchor="b">
            <a:normAutofit/>
          </a:bodyPr>
          <a:lstStyle xmlns:a="http://schemas.openxmlformats.org/drawingml/2006/main">
            <a:lvl1pPr marL="0" algn="l">
              <a:lnSpc>
                <a:spcPct val="100000"/>
              </a:lnSpc>
              <a:spcBef>
                <a:spcPts val="0"/>
              </a:spcBef>
              <a:buNone/>
              <a:defRPr sz="3200" b="1" i="0">
                <a:solidFill>
                  <a:schemeClr val="tx1"/>
                </a:solidFill>
                <a:latin typeface="Oracle Sans Tab"/>
                <a:ea typeface="Oracle Sans Tab"/>
                <a:cs typeface="Oracle Sans Tab"/>
              </a:defRPr>
            </a:lvl1pPr>
          </a:lstStyle>
          <a:p xmlns:a="http://schemas.openxmlformats.org/drawingml/2006/main">
            <a:pPr marL="0">
              <a:lnSpc>
                <a:spcPct val="100000"/>
              </a:lnSpc>
              <a:buNone/>
            </a:pPr>
            <a:r>
              <a:t>Speakers</a:t>
            </a:r>
          </a:p>
        </p:txBody>
      </p:sp>
      <p:sp>
        <p:nvSpPr>
          <p:cNvPr id="19" name="Picture Placeholder 4">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6285744" y="594391"/>
            <a:ext cx="1553265" cy="15544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37" name="Text Placeholder 33">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6102256" y="2288684"/>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a:spcBef>
                <a:spcPts val="0"/>
              </a:spcBef>
              <a:buNone/>
            </a:pPr>
            <a:r>
              <a:t>Add speaker name</a:t>
            </a:r>
          </a:p>
        </p:txBody>
      </p:sp>
      <p:sp>
        <p:nvSpPr>
          <p:cNvPr id="38" name="Text Placeholder 33">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6102256" y="2636490"/>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a:spcBef>
                <a:spcPts val="0"/>
              </a:spcBef>
              <a:buNone/>
            </a:pPr>
            <a:r>
              <a:t>Add speaker title</a:t>
            </a:r>
          </a:p>
        </p:txBody>
      </p:sp>
      <p:sp>
        <p:nvSpPr>
          <p:cNvPr id="50" name="Picture Placeholder 4">
            <a:extLst xmlns:a="http://schemas.openxmlformats.org/drawingml/2006/main">
              <a:ext uri="{FF2B5EF4-FFF2-40B4-BE49-F238E27FC236}">
                <a16:creationId xmlns:a16="http://schemas.microsoft.com/office/drawing/2014/main" id="{13E21815-6A02-4A6A-80C9-0617BE9066A4}"/>
              </a:ext>
            </a:extLst>
          </p:cNvPr>
          <p:cNvSpPr>
            <a:spLocks xmlns:a="http://schemas.openxmlformats.org/drawingml/2006/main" noGrp="1"/>
          </p:cNvSpPr>
          <p:nvPr>
            <p:ph type="pic" idx="16"/>
          </p:nvPr>
        </p:nvSpPr>
        <p:spPr>
          <a:xfrm xmlns:a="http://schemas.openxmlformats.org/drawingml/2006/main">
            <a:off x="9096824" y="594391"/>
            <a:ext cx="1553265" cy="15544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22" name="Text Placeholder 33">
            <a:extLst xmlns:a="http://schemas.openxmlformats.org/drawingml/2006/main">
              <a:ext uri="{FF2B5EF4-FFF2-40B4-BE49-F238E27FC236}">
                <a16:creationId xmlns:a16="http://schemas.microsoft.com/office/drawing/2014/main" id="{B1E285A0-A2E7-DE49-A7D9-B15F13096B4D}"/>
              </a:ext>
            </a:extLst>
          </p:cNvPr>
          <p:cNvSpPr>
            <a:spLocks xmlns:a="http://schemas.openxmlformats.org/drawingml/2006/main" noGrp="1"/>
          </p:cNvSpPr>
          <p:nvPr>
            <p:ph type="body" idx="23" hasCustomPrompt="1"/>
          </p:nvPr>
        </p:nvSpPr>
        <p:spPr>
          <a:xfrm xmlns:a="http://schemas.openxmlformats.org/drawingml/2006/main">
            <a:off x="8913336" y="2288684"/>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a:spcBef>
                <a:spcPts val="0"/>
              </a:spcBef>
              <a:buNone/>
            </a:pPr>
            <a:r>
              <a:t>Add speaker name</a:t>
            </a:r>
          </a:p>
        </p:txBody>
      </p:sp>
      <p:sp>
        <p:nvSpPr>
          <p:cNvPr id="23" name="Text Placeholder 33">
            <a:extLst xmlns:a="http://schemas.openxmlformats.org/drawingml/2006/main">
              <a:ext uri="{FF2B5EF4-FFF2-40B4-BE49-F238E27FC236}">
                <a16:creationId xmlns:a16="http://schemas.microsoft.com/office/drawing/2014/main" id="{824EDADA-2643-C24E-A532-5AF7FDEFBB0A}"/>
              </a:ext>
            </a:extLst>
          </p:cNvPr>
          <p:cNvSpPr>
            <a:spLocks xmlns:a="http://schemas.openxmlformats.org/drawingml/2006/main" noGrp="1"/>
          </p:cNvSpPr>
          <p:nvPr>
            <p:ph type="body" idx="24" hasCustomPrompt="1"/>
          </p:nvPr>
        </p:nvSpPr>
        <p:spPr>
          <a:xfrm xmlns:a="http://schemas.openxmlformats.org/drawingml/2006/main">
            <a:off x="8913336" y="2636490"/>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a:spcBef>
                <a:spcPts val="0"/>
              </a:spcBef>
              <a:buNone/>
            </a:pPr>
            <a:r>
              <a:t>Add speaker title</a:t>
            </a:r>
          </a:p>
        </p:txBody>
      </p:sp>
      <p:sp>
        <p:nvSpPr>
          <p:cNvPr id="30" name="Picture Placeholder 4">
            <a:extLst xmlns:a="http://schemas.openxmlformats.org/drawingml/2006/main">
              <a:ext uri="{FF2B5EF4-FFF2-40B4-BE49-F238E27FC236}">
                <a16:creationId xmlns:a16="http://schemas.microsoft.com/office/drawing/2014/main" id="{EFC6E2D0-3B2A-2942-B1BA-2FB20BD0EEC6}"/>
              </a:ext>
            </a:extLst>
          </p:cNvPr>
          <p:cNvSpPr>
            <a:spLocks xmlns:a="http://schemas.openxmlformats.org/drawingml/2006/main" noGrp="1"/>
          </p:cNvSpPr>
          <p:nvPr>
            <p:ph type="pic" idx="27"/>
          </p:nvPr>
        </p:nvSpPr>
        <p:spPr>
          <a:xfrm xmlns:a="http://schemas.openxmlformats.org/drawingml/2006/main">
            <a:off x="6285744" y="3429000"/>
            <a:ext cx="1553265" cy="15544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28" name="Text Placeholder 33">
            <a:extLst xmlns:a="http://schemas.openxmlformats.org/drawingml/2006/main">
              <a:ext uri="{FF2B5EF4-FFF2-40B4-BE49-F238E27FC236}">
                <a16:creationId xmlns:a16="http://schemas.microsoft.com/office/drawing/2014/main" id="{C58C0826-10EF-F849-A3C1-413E3484114A}"/>
              </a:ext>
            </a:extLst>
          </p:cNvPr>
          <p:cNvSpPr>
            <a:spLocks xmlns:a="http://schemas.openxmlformats.org/drawingml/2006/main" noGrp="1"/>
          </p:cNvSpPr>
          <p:nvPr>
            <p:ph type="body" idx="25" hasCustomPrompt="1"/>
          </p:nvPr>
        </p:nvSpPr>
        <p:spPr>
          <a:xfrm xmlns:a="http://schemas.openxmlformats.org/drawingml/2006/main">
            <a:off x="6102256" y="5146172"/>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a:spcBef>
                <a:spcPts val="0"/>
              </a:spcBef>
              <a:buNone/>
            </a:pPr>
            <a:r>
              <a:t>Add speaker name</a:t>
            </a:r>
          </a:p>
        </p:txBody>
      </p:sp>
      <p:sp>
        <p:nvSpPr>
          <p:cNvPr id="29" name="Text Placeholder 33">
            <a:extLst xmlns:a="http://schemas.openxmlformats.org/drawingml/2006/main">
              <a:ext uri="{FF2B5EF4-FFF2-40B4-BE49-F238E27FC236}">
                <a16:creationId xmlns:a16="http://schemas.microsoft.com/office/drawing/2014/main" id="{31FE92C1-9507-1C45-8CA1-FA2A0EA3FCED}"/>
              </a:ext>
            </a:extLst>
          </p:cNvPr>
          <p:cNvSpPr>
            <a:spLocks xmlns:a="http://schemas.openxmlformats.org/drawingml/2006/main" noGrp="1"/>
          </p:cNvSpPr>
          <p:nvPr>
            <p:ph type="body" idx="26" hasCustomPrompt="1"/>
          </p:nvPr>
        </p:nvSpPr>
        <p:spPr>
          <a:xfrm xmlns:a="http://schemas.openxmlformats.org/drawingml/2006/main">
            <a:off x="6102256" y="5493978"/>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a:spcBef>
                <a:spcPts val="0"/>
              </a:spcBef>
              <a:buNone/>
            </a:pPr>
            <a:r>
              <a:t>Add speaker title</a:t>
            </a:r>
          </a:p>
        </p:txBody>
      </p:sp>
      <p:sp>
        <p:nvSpPr>
          <p:cNvPr id="31" name="Picture Placeholder 4">
            <a:extLst xmlns:a="http://schemas.openxmlformats.org/drawingml/2006/main">
              <a:ext uri="{FF2B5EF4-FFF2-40B4-BE49-F238E27FC236}">
                <a16:creationId xmlns:a16="http://schemas.microsoft.com/office/drawing/2014/main" id="{ED40B0E3-F4BB-EC49-8D7A-713B54016EEA}"/>
              </a:ext>
            </a:extLst>
          </p:cNvPr>
          <p:cNvSpPr>
            <a:spLocks xmlns:a="http://schemas.openxmlformats.org/drawingml/2006/main" noGrp="1"/>
          </p:cNvSpPr>
          <p:nvPr>
            <p:ph type="pic" idx="28"/>
          </p:nvPr>
        </p:nvSpPr>
        <p:spPr>
          <a:xfrm xmlns:a="http://schemas.openxmlformats.org/drawingml/2006/main">
            <a:off x="9096824" y="3429000"/>
            <a:ext cx="1553265" cy="15544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32" name="Text Placeholder 33">
            <a:extLst xmlns:a="http://schemas.openxmlformats.org/drawingml/2006/main">
              <a:ext uri="{FF2B5EF4-FFF2-40B4-BE49-F238E27FC236}">
                <a16:creationId xmlns:a16="http://schemas.microsoft.com/office/drawing/2014/main" id="{75EA1EAA-9631-6446-9C35-80FDF680DE0B}"/>
              </a:ext>
            </a:extLst>
          </p:cNvPr>
          <p:cNvSpPr>
            <a:spLocks xmlns:a="http://schemas.openxmlformats.org/drawingml/2006/main" noGrp="1"/>
          </p:cNvSpPr>
          <p:nvPr>
            <p:ph type="body" idx="29" hasCustomPrompt="1"/>
          </p:nvPr>
        </p:nvSpPr>
        <p:spPr>
          <a:xfrm xmlns:a="http://schemas.openxmlformats.org/drawingml/2006/main">
            <a:off x="8913336" y="5146172"/>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a:spcBef>
                <a:spcPts val="0"/>
              </a:spcBef>
              <a:buNone/>
            </a:pPr>
            <a:r>
              <a:t>Add speaker name</a:t>
            </a:r>
          </a:p>
        </p:txBody>
      </p:sp>
      <p:sp>
        <p:nvSpPr>
          <p:cNvPr id="33" name="Text Placeholder 33">
            <a:extLst xmlns:a="http://schemas.openxmlformats.org/drawingml/2006/main">
              <a:ext uri="{FF2B5EF4-FFF2-40B4-BE49-F238E27FC236}">
                <a16:creationId xmlns:a16="http://schemas.microsoft.com/office/drawing/2014/main" id="{D9FA6B46-487D-254B-8AB6-DCB6C449BF8B}"/>
              </a:ext>
            </a:extLst>
          </p:cNvPr>
          <p:cNvSpPr>
            <a:spLocks xmlns:a="http://schemas.openxmlformats.org/drawingml/2006/main" noGrp="1"/>
          </p:cNvSpPr>
          <p:nvPr>
            <p:ph type="body" idx="30" hasCustomPrompt="1"/>
          </p:nvPr>
        </p:nvSpPr>
        <p:spPr>
          <a:xfrm xmlns:a="http://schemas.openxmlformats.org/drawingml/2006/main">
            <a:off x="8913336" y="5493978"/>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a:spcBef>
                <a:spcPts val="0"/>
              </a:spcBef>
              <a:buNone/>
            </a:pPr>
            <a:r>
              <a:t>Add speaker title</a:t>
            </a:r>
          </a:p>
        </p:txBody>
      </p:sp>
      <p:sp>
        <p:nvSpPr>
          <p:cNvPr id="5" name="Date Placeholder 4">
            <a:extLst xmlns:a="http://schemas.openxmlformats.org/drawingml/2006/main">
              <a:ext uri="{FF2B5EF4-FFF2-40B4-BE49-F238E27FC236}">
                <a16:creationId xmlns:a16="http://schemas.microsoft.com/office/drawing/2014/main" id="{721AF830-4A85-EB7A-16D7-DD9F69182676}"/>
              </a:ext>
            </a:extLst>
          </p:cNvPr>
          <p:cNvSpPr>
            <a:spLocks xmlns:a="http://schemas.openxmlformats.org/drawingml/2006/main" noGrp="1"/>
          </p:cNvSpPr>
          <p:nvPr>
            <p:ph type="dt" idx="3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6" name="Footer Placeholder 5">
            <a:extLst xmlns:a="http://schemas.openxmlformats.org/drawingml/2006/main">
              <a:ext uri="{FF2B5EF4-FFF2-40B4-BE49-F238E27FC236}">
                <a16:creationId xmlns:a16="http://schemas.microsoft.com/office/drawing/2014/main" id="{B954429E-3093-9306-CF1C-6D38E247E432}"/>
              </a:ext>
            </a:extLst>
          </p:cNvPr>
          <p:cNvSpPr>
            <a:spLocks xmlns:a="http://schemas.openxmlformats.org/drawingml/2006/main" noGrp="1"/>
          </p:cNvSpPr>
          <p:nvPr>
            <p:ph type="ftr" idx="3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7" name="Slide Number Placeholder 6">
            <a:extLst xmlns:a="http://schemas.openxmlformats.org/drawingml/2006/main">
              <a:ext uri="{FF2B5EF4-FFF2-40B4-BE49-F238E27FC236}">
                <a16:creationId xmlns:a16="http://schemas.microsoft.com/office/drawing/2014/main" id="{8039FEDD-E4DD-BBA0-6BC2-3F51F54326ED}"/>
              </a:ext>
            </a:extLst>
          </p:cNvPr>
          <p:cNvSpPr>
            <a:spLocks xmlns:a="http://schemas.openxmlformats.org/drawingml/2006/main" noGrp="1"/>
          </p:cNvSpPr>
          <p:nvPr>
            <p:ph type="sldNum" idx="33"/>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Tree>
  </p:cSld>
</p:sldLayout>
</file>

<file path=ppt/slideLayouts/slideLayout57.xml><?xml version="1.0" encoding="utf-8"?>
<p:sldLayout xmlns:p="http://schemas.openxmlformats.org/presentationml/2006/main" preserve="1" userDrawn="1">
  <p:cSld name="Speaker_6">
    <p:bg>
      <p:bgPr>
        <a:solidFill xmlns:a="http://schemas.openxmlformats.org/drawingml/2006/main">
          <a:schemeClr val="bg2"/>
        </a:solidFill>
      </p:bgPr>
    </p:bg>
    <p:spTree>
      <p:nvGrpSpPr>
        <p:cNvPr id="1" name=""/>
        <p:cNvGrpSpPr/>
        <p:nvPr/>
      </p:nvGrpSpPr>
      <p:grpSpPr>
        <a:xfrm xmlns:a="http://schemas.openxmlformats.org/drawingml/2006/main"/>
      </p:grpSpPr>
      <p:sp>
        <p:nvSpPr>
          <p:cNvPr id="5" name="Title 4">
            <a:extLst xmlns:a="http://schemas.openxmlformats.org/drawingml/2006/main">
              <a:ext uri="{FF2B5EF4-FFF2-40B4-BE49-F238E27FC236}">
                <a16:creationId xmlns:a16="http://schemas.microsoft.com/office/drawing/2014/main" id="{405C068A-F72E-87F3-36CA-42BEFF61804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19" name="Picture 1">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768257" y="1259633"/>
            <a:ext cx="1370529" cy="137160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37" name="Name 1">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2438576" y="1667912"/>
            <a:ext cx="1920240" cy="298064"/>
          </a:xfrm>
        </p:spPr>
        <p:txBody>
          <a:bodyPr xmlns:a="http://schemas.openxmlformats.org/drawingml/2006/main" vert="horz" lIns="0" tIns="0" rIns="0" bIns="0" anchor="t">
            <a:noAutofit/>
          </a:bodyPr>
          <a:lstStyle xmlns:a="http://schemas.openxmlformats.org/drawingml/2006/main">
            <a:lvl1pPr algn="l">
              <a:lnSpc>
                <a:spcPct val="100000"/>
              </a:lnSpc>
              <a:buNone/>
              <a:defRPr sz="1400" b="1" i="0">
                <a:solidFill>
                  <a:schemeClr val="tx1"/>
                </a:solidFill>
                <a:latin typeface="Oracle Sans Tab"/>
                <a:ea typeface="Oracle Sans Tab"/>
                <a:cs typeface="Oracle Sans Tab"/>
              </a:defRPr>
            </a:lvl1pPr>
          </a:lstStyle>
          <a:p xmlns:a="http://schemas.openxmlformats.org/drawingml/2006/main">
            <a:pPr>
              <a:spcBef>
                <a:spcPts val="0"/>
              </a:spcBef>
              <a:buNone/>
            </a:pPr>
            <a:r>
              <a:t>Add speaker name</a:t>
            </a:r>
          </a:p>
        </p:txBody>
      </p:sp>
      <p:sp>
        <p:nvSpPr>
          <p:cNvPr id="38" name="TItle 1">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2438576" y="1983046"/>
            <a:ext cx="1920240" cy="248992"/>
          </a:xfrm>
        </p:spPr>
        <p:txBody>
          <a:bodyPr xmlns:a="http://schemas.openxmlformats.org/drawingml/2006/main" vert="horz" lIns="0" tIns="0" rIns="0" bIns="0" anchor="t">
            <a:noAutofit/>
          </a:bodyPr>
          <a:lstStyle xmlns:a="http://schemas.openxmlformats.org/drawingml/2006/main">
            <a:lvl1pPr algn="l">
              <a:lnSpc>
                <a:spcPct val="100000"/>
              </a:lnSpc>
              <a:buNone/>
              <a:defRPr sz="1200" b="0" i="0">
                <a:solidFill>
                  <a:schemeClr val="tx1"/>
                </a:solidFill>
                <a:latin typeface="Oracle Sans Tab"/>
                <a:ea typeface="Oracle Sans Tab"/>
                <a:cs typeface="Oracle Sans Tab"/>
              </a:defRPr>
            </a:lvl1pPr>
          </a:lstStyle>
          <a:p xmlns:a="http://schemas.openxmlformats.org/drawingml/2006/main">
            <a:pPr>
              <a:spcBef>
                <a:spcPts val="0"/>
              </a:spcBef>
              <a:buNone/>
            </a:pPr>
            <a:r>
              <a:t>Add speaker title</a:t>
            </a:r>
          </a:p>
        </p:txBody>
      </p:sp>
      <p:sp>
        <p:nvSpPr>
          <p:cNvPr id="88" name="Picture 2">
            <a:extLst xmlns:a="http://schemas.openxmlformats.org/drawingml/2006/main">
              <a:ext uri="{FF2B5EF4-FFF2-40B4-BE49-F238E27FC236}">
                <a16:creationId xmlns:a16="http://schemas.microsoft.com/office/drawing/2014/main" id="{E87225CC-8F09-5A46-B785-5C244024F8BB}"/>
              </a:ext>
            </a:extLst>
          </p:cNvPr>
          <p:cNvSpPr>
            <a:spLocks xmlns:a="http://schemas.openxmlformats.org/drawingml/2006/main" noGrp="1"/>
          </p:cNvSpPr>
          <p:nvPr>
            <p:ph type="pic" idx="38"/>
          </p:nvPr>
        </p:nvSpPr>
        <p:spPr>
          <a:xfrm xmlns:a="http://schemas.openxmlformats.org/drawingml/2006/main">
            <a:off x="768257" y="2959714"/>
            <a:ext cx="1370529" cy="137160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89" name="Name 2">
            <a:extLst xmlns:a="http://schemas.openxmlformats.org/drawingml/2006/main">
              <a:ext uri="{FF2B5EF4-FFF2-40B4-BE49-F238E27FC236}">
                <a16:creationId xmlns:a16="http://schemas.microsoft.com/office/drawing/2014/main" id="{213DB2F1-1A57-00A0-D060-4C9E8EA12AC0}"/>
              </a:ext>
            </a:extLst>
          </p:cNvPr>
          <p:cNvSpPr>
            <a:spLocks xmlns:a="http://schemas.openxmlformats.org/drawingml/2006/main" noGrp="1"/>
          </p:cNvSpPr>
          <p:nvPr>
            <p:ph type="body" idx="39" hasCustomPrompt="1"/>
          </p:nvPr>
        </p:nvSpPr>
        <p:spPr>
          <a:xfrm xmlns:a="http://schemas.openxmlformats.org/drawingml/2006/main">
            <a:off x="2438576" y="3371397"/>
            <a:ext cx="1920240" cy="298064"/>
          </a:xfrm>
        </p:spPr>
        <p:txBody>
          <a:bodyPr xmlns:a="http://schemas.openxmlformats.org/drawingml/2006/main" vert="horz" lIns="0" tIns="0" rIns="0" bIns="0" anchor="t">
            <a:noAutofit/>
          </a:bodyPr>
          <a:lstStyle xmlns:a="http://schemas.openxmlformats.org/drawingml/2006/main">
            <a:lvl1pPr algn="l">
              <a:lnSpc>
                <a:spcPct val="100000"/>
              </a:lnSpc>
              <a:buNone/>
              <a:defRPr sz="1400" b="1" i="0">
                <a:solidFill>
                  <a:schemeClr val="tx1"/>
                </a:solidFill>
                <a:latin typeface="Oracle Sans Tab"/>
                <a:ea typeface="Oracle Sans Tab"/>
                <a:cs typeface="Oracle Sans Tab"/>
              </a:defRPr>
            </a:lvl1pPr>
          </a:lstStyle>
          <a:p xmlns:a="http://schemas.openxmlformats.org/drawingml/2006/main">
            <a:pPr>
              <a:spcBef>
                <a:spcPts val="0"/>
              </a:spcBef>
              <a:buNone/>
            </a:pPr>
            <a:r>
              <a:t>Add speaker name</a:t>
            </a:r>
          </a:p>
        </p:txBody>
      </p:sp>
      <p:sp>
        <p:nvSpPr>
          <p:cNvPr id="90" name="Title 2">
            <a:extLst xmlns:a="http://schemas.openxmlformats.org/drawingml/2006/main">
              <a:ext uri="{FF2B5EF4-FFF2-40B4-BE49-F238E27FC236}">
                <a16:creationId xmlns:a16="http://schemas.microsoft.com/office/drawing/2014/main" id="{6D7EA926-2CBE-46FC-736F-448E6E0788B4}"/>
              </a:ext>
            </a:extLst>
          </p:cNvPr>
          <p:cNvSpPr>
            <a:spLocks xmlns:a="http://schemas.openxmlformats.org/drawingml/2006/main" noGrp="1"/>
          </p:cNvSpPr>
          <p:nvPr>
            <p:ph type="body" idx="40" hasCustomPrompt="1"/>
          </p:nvPr>
        </p:nvSpPr>
        <p:spPr>
          <a:xfrm xmlns:a="http://schemas.openxmlformats.org/drawingml/2006/main">
            <a:off x="2438576" y="3675928"/>
            <a:ext cx="1920240" cy="248992"/>
          </a:xfrm>
        </p:spPr>
        <p:txBody>
          <a:bodyPr xmlns:a="http://schemas.openxmlformats.org/drawingml/2006/main" vert="horz" lIns="0" tIns="0" rIns="0" bIns="0" anchor="t">
            <a:noAutofit/>
          </a:bodyPr>
          <a:lstStyle xmlns:a="http://schemas.openxmlformats.org/drawingml/2006/main">
            <a:lvl1pPr algn="l">
              <a:lnSpc>
                <a:spcPct val="100000"/>
              </a:lnSpc>
              <a:buNone/>
              <a:defRPr sz="1200" b="0" i="0">
                <a:solidFill>
                  <a:schemeClr val="tx1"/>
                </a:solidFill>
                <a:latin typeface="Oracle Sans Tab"/>
                <a:ea typeface="Oracle Sans Tab"/>
                <a:cs typeface="Oracle Sans Tab"/>
              </a:defRPr>
            </a:lvl1pPr>
          </a:lstStyle>
          <a:p xmlns:a="http://schemas.openxmlformats.org/drawingml/2006/main">
            <a:pPr>
              <a:spcBef>
                <a:spcPts val="0"/>
              </a:spcBef>
              <a:buNone/>
            </a:pPr>
            <a:r>
              <a:t>Add speaker title</a:t>
            </a:r>
          </a:p>
        </p:txBody>
      </p:sp>
      <p:sp>
        <p:nvSpPr>
          <p:cNvPr id="82" name="Picture 3">
            <a:extLst xmlns:a="http://schemas.openxmlformats.org/drawingml/2006/main">
              <a:ext uri="{FF2B5EF4-FFF2-40B4-BE49-F238E27FC236}">
                <a16:creationId xmlns:a16="http://schemas.microsoft.com/office/drawing/2014/main" id="{B9743AA0-6CB0-2E48-9ADB-1CC690E743B4}"/>
              </a:ext>
            </a:extLst>
          </p:cNvPr>
          <p:cNvSpPr>
            <a:spLocks xmlns:a="http://schemas.openxmlformats.org/drawingml/2006/main" noGrp="1"/>
          </p:cNvSpPr>
          <p:nvPr>
            <p:ph type="pic" idx="32"/>
          </p:nvPr>
        </p:nvSpPr>
        <p:spPr>
          <a:xfrm xmlns:a="http://schemas.openxmlformats.org/drawingml/2006/main">
            <a:off x="768257" y="4658530"/>
            <a:ext cx="1370529" cy="137160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83" name="Name 3">
            <a:extLst xmlns:a="http://schemas.openxmlformats.org/drawingml/2006/main">
              <a:ext uri="{FF2B5EF4-FFF2-40B4-BE49-F238E27FC236}">
                <a16:creationId xmlns:a16="http://schemas.microsoft.com/office/drawing/2014/main" id="{7FE364B2-4B5D-0750-F686-7376A0054F8F}"/>
              </a:ext>
            </a:extLst>
          </p:cNvPr>
          <p:cNvSpPr>
            <a:spLocks xmlns:a="http://schemas.openxmlformats.org/drawingml/2006/main" noGrp="1"/>
          </p:cNvSpPr>
          <p:nvPr>
            <p:ph type="body" idx="33" hasCustomPrompt="1"/>
          </p:nvPr>
        </p:nvSpPr>
        <p:spPr>
          <a:xfrm xmlns:a="http://schemas.openxmlformats.org/drawingml/2006/main">
            <a:off x="2438576" y="5083641"/>
            <a:ext cx="1920240" cy="298064"/>
          </a:xfrm>
        </p:spPr>
        <p:txBody>
          <a:bodyPr xmlns:a="http://schemas.openxmlformats.org/drawingml/2006/main" vert="horz" lIns="0" tIns="0" rIns="0" bIns="0" anchor="t">
            <a:noAutofit/>
          </a:bodyPr>
          <a:lstStyle xmlns:a="http://schemas.openxmlformats.org/drawingml/2006/main">
            <a:lvl1pPr algn="l">
              <a:lnSpc>
                <a:spcPct val="100000"/>
              </a:lnSpc>
              <a:buNone/>
              <a:defRPr sz="1400" b="1" i="0">
                <a:solidFill>
                  <a:schemeClr val="tx1"/>
                </a:solidFill>
                <a:latin typeface="Oracle Sans Tab"/>
                <a:ea typeface="Oracle Sans Tab"/>
                <a:cs typeface="Oracle Sans Tab"/>
              </a:defRPr>
            </a:lvl1pPr>
          </a:lstStyle>
          <a:p xmlns:a="http://schemas.openxmlformats.org/drawingml/2006/main">
            <a:pPr>
              <a:spcBef>
                <a:spcPts val="0"/>
              </a:spcBef>
              <a:buNone/>
            </a:pPr>
            <a:r>
              <a:t>Add speaker name</a:t>
            </a:r>
          </a:p>
        </p:txBody>
      </p:sp>
      <p:sp>
        <p:nvSpPr>
          <p:cNvPr id="84" name="Name 3">
            <a:extLst xmlns:a="http://schemas.openxmlformats.org/drawingml/2006/main">
              <a:ext uri="{FF2B5EF4-FFF2-40B4-BE49-F238E27FC236}">
                <a16:creationId xmlns:a16="http://schemas.microsoft.com/office/drawing/2014/main" id="{111F11BD-FB90-28F4-5BED-A457E1D33F32}"/>
              </a:ext>
            </a:extLst>
          </p:cNvPr>
          <p:cNvSpPr>
            <a:spLocks xmlns:a="http://schemas.openxmlformats.org/drawingml/2006/main" noGrp="1"/>
          </p:cNvSpPr>
          <p:nvPr>
            <p:ph type="body" idx="34" hasCustomPrompt="1"/>
          </p:nvPr>
        </p:nvSpPr>
        <p:spPr>
          <a:xfrm xmlns:a="http://schemas.openxmlformats.org/drawingml/2006/main">
            <a:off x="2438576" y="5388172"/>
            <a:ext cx="1920240" cy="246888"/>
          </a:xfrm>
        </p:spPr>
        <p:txBody>
          <a:bodyPr xmlns:a="http://schemas.openxmlformats.org/drawingml/2006/main" vert="horz" lIns="0" tIns="0" rIns="0" bIns="0" anchor="t">
            <a:noAutofit/>
          </a:bodyPr>
          <a:lstStyle xmlns:a="http://schemas.openxmlformats.org/drawingml/2006/main">
            <a:lvl1pPr algn="l">
              <a:lnSpc>
                <a:spcPct val="100000"/>
              </a:lnSpc>
              <a:buNone/>
              <a:defRPr sz="1200" b="0" i="0">
                <a:solidFill>
                  <a:schemeClr val="tx1"/>
                </a:solidFill>
                <a:latin typeface="Oracle Sans Tab"/>
                <a:ea typeface="Oracle Sans Tab"/>
                <a:cs typeface="Oracle Sans Tab"/>
              </a:defRPr>
            </a:lvl1pPr>
          </a:lstStyle>
          <a:p xmlns:a="http://schemas.openxmlformats.org/drawingml/2006/main">
            <a:pPr>
              <a:spcBef>
                <a:spcPts val="0"/>
              </a:spcBef>
              <a:buNone/>
            </a:pPr>
            <a:r>
              <a:t>Add speaker title</a:t>
            </a:r>
          </a:p>
        </p:txBody>
      </p:sp>
      <p:sp>
        <p:nvSpPr>
          <p:cNvPr id="91" name="Picture 4">
            <a:extLst xmlns:a="http://schemas.openxmlformats.org/drawingml/2006/main">
              <a:ext uri="{FF2B5EF4-FFF2-40B4-BE49-F238E27FC236}">
                <a16:creationId xmlns:a16="http://schemas.microsoft.com/office/drawing/2014/main" id="{288C7677-74A4-87D5-B77D-03AC70679BAC}"/>
              </a:ext>
            </a:extLst>
          </p:cNvPr>
          <p:cNvSpPr>
            <a:spLocks xmlns:a="http://schemas.openxmlformats.org/drawingml/2006/main" noGrp="1"/>
          </p:cNvSpPr>
          <p:nvPr>
            <p:ph type="pic" idx="41"/>
          </p:nvPr>
        </p:nvSpPr>
        <p:spPr>
          <a:xfrm xmlns:a="http://schemas.openxmlformats.org/drawingml/2006/main">
            <a:off x="6379003" y="1259633"/>
            <a:ext cx="1370529" cy="137160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92" name="Name 4">
            <a:extLst xmlns:a="http://schemas.openxmlformats.org/drawingml/2006/main">
              <a:ext uri="{FF2B5EF4-FFF2-40B4-BE49-F238E27FC236}">
                <a16:creationId xmlns:a16="http://schemas.microsoft.com/office/drawing/2014/main" id="{AF588FE9-35BC-F09C-55DF-26752ACAD486}"/>
              </a:ext>
            </a:extLst>
          </p:cNvPr>
          <p:cNvSpPr>
            <a:spLocks xmlns:a="http://schemas.openxmlformats.org/drawingml/2006/main" noGrp="1"/>
          </p:cNvSpPr>
          <p:nvPr>
            <p:ph type="body" idx="42" hasCustomPrompt="1"/>
          </p:nvPr>
        </p:nvSpPr>
        <p:spPr>
          <a:xfrm xmlns:a="http://schemas.openxmlformats.org/drawingml/2006/main">
            <a:off x="8037558" y="1667912"/>
            <a:ext cx="1920240" cy="298064"/>
          </a:xfrm>
        </p:spPr>
        <p:txBody>
          <a:bodyPr xmlns:a="http://schemas.openxmlformats.org/drawingml/2006/main" vert="horz" lIns="0" tIns="0" rIns="0" bIns="0" anchor="t">
            <a:noAutofit/>
          </a:bodyPr>
          <a:lstStyle xmlns:a="http://schemas.openxmlformats.org/drawingml/2006/main">
            <a:lvl1pPr algn="l">
              <a:lnSpc>
                <a:spcPct val="100000"/>
              </a:lnSpc>
              <a:buNone/>
              <a:defRPr sz="1400" b="1" i="0">
                <a:solidFill>
                  <a:schemeClr val="tx1"/>
                </a:solidFill>
                <a:latin typeface="Oracle Sans Tab"/>
                <a:ea typeface="Oracle Sans Tab"/>
                <a:cs typeface="Oracle Sans Tab"/>
              </a:defRPr>
            </a:lvl1pPr>
          </a:lstStyle>
          <a:p xmlns:a="http://schemas.openxmlformats.org/drawingml/2006/main">
            <a:pPr>
              <a:spcBef>
                <a:spcPts val="0"/>
              </a:spcBef>
              <a:buNone/>
            </a:pPr>
            <a:r>
              <a:t>Add speaker name</a:t>
            </a:r>
          </a:p>
        </p:txBody>
      </p:sp>
      <p:sp>
        <p:nvSpPr>
          <p:cNvPr id="93" name="Title 4">
            <a:extLst xmlns:a="http://schemas.openxmlformats.org/drawingml/2006/main">
              <a:ext uri="{FF2B5EF4-FFF2-40B4-BE49-F238E27FC236}">
                <a16:creationId xmlns:a16="http://schemas.microsoft.com/office/drawing/2014/main" id="{BC8C5213-FFE9-AE65-FDE6-CBF115337B71}"/>
              </a:ext>
            </a:extLst>
          </p:cNvPr>
          <p:cNvSpPr>
            <a:spLocks xmlns:a="http://schemas.openxmlformats.org/drawingml/2006/main" noGrp="1"/>
          </p:cNvSpPr>
          <p:nvPr>
            <p:ph type="body" idx="43" hasCustomPrompt="1"/>
          </p:nvPr>
        </p:nvSpPr>
        <p:spPr>
          <a:xfrm xmlns:a="http://schemas.openxmlformats.org/drawingml/2006/main">
            <a:off x="8037558" y="1983046"/>
            <a:ext cx="1920240" cy="248992"/>
          </a:xfrm>
        </p:spPr>
        <p:txBody>
          <a:bodyPr xmlns:a="http://schemas.openxmlformats.org/drawingml/2006/main" vert="horz" lIns="0" tIns="0" rIns="0" bIns="0" anchor="t">
            <a:noAutofit/>
          </a:bodyPr>
          <a:lstStyle xmlns:a="http://schemas.openxmlformats.org/drawingml/2006/main">
            <a:lvl1pPr algn="l">
              <a:lnSpc>
                <a:spcPct val="100000"/>
              </a:lnSpc>
              <a:buNone/>
              <a:defRPr sz="1200" b="0" i="0">
                <a:solidFill>
                  <a:schemeClr val="tx1"/>
                </a:solidFill>
                <a:latin typeface="Oracle Sans Tab"/>
                <a:ea typeface="Oracle Sans Tab"/>
                <a:cs typeface="Oracle Sans Tab"/>
              </a:defRPr>
            </a:lvl1pPr>
          </a:lstStyle>
          <a:p xmlns:a="http://schemas.openxmlformats.org/drawingml/2006/main">
            <a:pPr>
              <a:spcBef>
                <a:spcPts val="0"/>
              </a:spcBef>
              <a:buNone/>
            </a:pPr>
            <a:r>
              <a:t>Add speaker title</a:t>
            </a:r>
          </a:p>
        </p:txBody>
      </p:sp>
      <p:sp>
        <p:nvSpPr>
          <p:cNvPr id="85" name="Picture 5">
            <a:extLst xmlns:a="http://schemas.openxmlformats.org/drawingml/2006/main">
              <a:ext uri="{FF2B5EF4-FFF2-40B4-BE49-F238E27FC236}">
                <a16:creationId xmlns:a16="http://schemas.microsoft.com/office/drawing/2014/main" id="{25483374-F780-293B-7C18-D75F9FA05893}"/>
              </a:ext>
            </a:extLst>
          </p:cNvPr>
          <p:cNvSpPr>
            <a:spLocks xmlns:a="http://schemas.openxmlformats.org/drawingml/2006/main" noGrp="1"/>
          </p:cNvSpPr>
          <p:nvPr>
            <p:ph type="pic" idx="35"/>
          </p:nvPr>
        </p:nvSpPr>
        <p:spPr>
          <a:xfrm xmlns:a="http://schemas.openxmlformats.org/drawingml/2006/main">
            <a:off x="6379003" y="2959714"/>
            <a:ext cx="1370529" cy="137160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86" name="Name 5">
            <a:extLst xmlns:a="http://schemas.openxmlformats.org/drawingml/2006/main">
              <a:ext uri="{FF2B5EF4-FFF2-40B4-BE49-F238E27FC236}">
                <a16:creationId xmlns:a16="http://schemas.microsoft.com/office/drawing/2014/main" id="{BF047364-28B8-1F30-EEEB-7B6E2368A6AB}"/>
              </a:ext>
            </a:extLst>
          </p:cNvPr>
          <p:cNvSpPr>
            <a:spLocks xmlns:a="http://schemas.openxmlformats.org/drawingml/2006/main" noGrp="1"/>
          </p:cNvSpPr>
          <p:nvPr>
            <p:ph type="body" idx="36" hasCustomPrompt="1"/>
          </p:nvPr>
        </p:nvSpPr>
        <p:spPr>
          <a:xfrm xmlns:a="http://schemas.openxmlformats.org/drawingml/2006/main">
            <a:off x="8037558" y="3355413"/>
            <a:ext cx="1920240" cy="298064"/>
          </a:xfrm>
        </p:spPr>
        <p:txBody>
          <a:bodyPr xmlns:a="http://schemas.openxmlformats.org/drawingml/2006/main" vert="horz" lIns="0" tIns="0" rIns="0" bIns="0" anchor="t">
            <a:noAutofit/>
          </a:bodyPr>
          <a:lstStyle xmlns:a="http://schemas.openxmlformats.org/drawingml/2006/main">
            <a:lvl1pPr algn="l">
              <a:lnSpc>
                <a:spcPct val="100000"/>
              </a:lnSpc>
              <a:buNone/>
              <a:defRPr sz="1400" b="1" i="0">
                <a:solidFill>
                  <a:schemeClr val="tx1"/>
                </a:solidFill>
                <a:latin typeface="Oracle Sans Tab"/>
                <a:ea typeface="Oracle Sans Tab"/>
                <a:cs typeface="Oracle Sans Tab"/>
              </a:defRPr>
            </a:lvl1pPr>
          </a:lstStyle>
          <a:p xmlns:a="http://schemas.openxmlformats.org/drawingml/2006/main">
            <a:pPr>
              <a:spcBef>
                <a:spcPts val="0"/>
              </a:spcBef>
              <a:buNone/>
            </a:pPr>
            <a:r>
              <a:t>Add speaker name</a:t>
            </a:r>
          </a:p>
        </p:txBody>
      </p:sp>
      <p:sp>
        <p:nvSpPr>
          <p:cNvPr id="87" name="Title 5">
            <a:extLst xmlns:a="http://schemas.openxmlformats.org/drawingml/2006/main">
              <a:ext uri="{FF2B5EF4-FFF2-40B4-BE49-F238E27FC236}">
                <a16:creationId xmlns:a16="http://schemas.microsoft.com/office/drawing/2014/main" id="{09D55A0B-3944-9795-0EC9-244A2E8C0062}"/>
              </a:ext>
            </a:extLst>
          </p:cNvPr>
          <p:cNvSpPr>
            <a:spLocks xmlns:a="http://schemas.openxmlformats.org/drawingml/2006/main" noGrp="1"/>
          </p:cNvSpPr>
          <p:nvPr>
            <p:ph type="body" idx="37" hasCustomPrompt="1"/>
          </p:nvPr>
        </p:nvSpPr>
        <p:spPr>
          <a:xfrm xmlns:a="http://schemas.openxmlformats.org/drawingml/2006/main">
            <a:off x="8037558" y="3659944"/>
            <a:ext cx="1920240" cy="248992"/>
          </a:xfrm>
        </p:spPr>
        <p:txBody>
          <a:bodyPr xmlns:a="http://schemas.openxmlformats.org/drawingml/2006/main" vert="horz" lIns="0" tIns="0" rIns="0" bIns="0" anchor="t">
            <a:noAutofit/>
          </a:bodyPr>
          <a:lstStyle xmlns:a="http://schemas.openxmlformats.org/drawingml/2006/main">
            <a:lvl1pPr algn="l">
              <a:lnSpc>
                <a:spcPct val="100000"/>
              </a:lnSpc>
              <a:buNone/>
              <a:defRPr sz="1200" b="0" i="0">
                <a:solidFill>
                  <a:schemeClr val="tx1"/>
                </a:solidFill>
                <a:latin typeface="Oracle Sans Tab"/>
                <a:ea typeface="Oracle Sans Tab"/>
                <a:cs typeface="Oracle Sans Tab"/>
              </a:defRPr>
            </a:lvl1pPr>
          </a:lstStyle>
          <a:p xmlns:a="http://schemas.openxmlformats.org/drawingml/2006/main">
            <a:pPr>
              <a:spcBef>
                <a:spcPts val="0"/>
              </a:spcBef>
              <a:buNone/>
            </a:pPr>
            <a:r>
              <a:t>Add speaker title</a:t>
            </a:r>
          </a:p>
        </p:txBody>
      </p:sp>
      <p:sp>
        <p:nvSpPr>
          <p:cNvPr id="94" name="Picture 6">
            <a:extLst xmlns:a="http://schemas.openxmlformats.org/drawingml/2006/main">
              <a:ext uri="{FF2B5EF4-FFF2-40B4-BE49-F238E27FC236}">
                <a16:creationId xmlns:a16="http://schemas.microsoft.com/office/drawing/2014/main" id="{C5596C01-BDD3-872C-1E20-6F26FD847F92}"/>
              </a:ext>
            </a:extLst>
          </p:cNvPr>
          <p:cNvSpPr>
            <a:spLocks xmlns:a="http://schemas.openxmlformats.org/drawingml/2006/main" noGrp="1"/>
          </p:cNvSpPr>
          <p:nvPr>
            <p:ph type="pic" idx="44"/>
          </p:nvPr>
        </p:nvSpPr>
        <p:spPr>
          <a:xfrm xmlns:a="http://schemas.openxmlformats.org/drawingml/2006/main">
            <a:off x="6379003" y="4658530"/>
            <a:ext cx="1370529" cy="137160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95" name="Name 6">
            <a:extLst xmlns:a="http://schemas.openxmlformats.org/drawingml/2006/main">
              <a:ext uri="{FF2B5EF4-FFF2-40B4-BE49-F238E27FC236}">
                <a16:creationId xmlns:a16="http://schemas.microsoft.com/office/drawing/2014/main" id="{908A6C8C-55F0-CAFA-799F-1586491CE534}"/>
              </a:ext>
            </a:extLst>
          </p:cNvPr>
          <p:cNvSpPr>
            <a:spLocks xmlns:a="http://schemas.openxmlformats.org/drawingml/2006/main" noGrp="1"/>
          </p:cNvSpPr>
          <p:nvPr>
            <p:ph type="body" idx="45" hasCustomPrompt="1"/>
          </p:nvPr>
        </p:nvSpPr>
        <p:spPr>
          <a:xfrm xmlns:a="http://schemas.openxmlformats.org/drawingml/2006/main">
            <a:off x="8037558" y="5078984"/>
            <a:ext cx="1920240" cy="298064"/>
          </a:xfrm>
        </p:spPr>
        <p:txBody>
          <a:bodyPr xmlns:a="http://schemas.openxmlformats.org/drawingml/2006/main" vert="horz" lIns="0" tIns="0" rIns="0" bIns="0" anchor="t">
            <a:noAutofit/>
          </a:bodyPr>
          <a:lstStyle xmlns:a="http://schemas.openxmlformats.org/drawingml/2006/main">
            <a:lvl1pPr algn="l">
              <a:lnSpc>
                <a:spcPct val="100000"/>
              </a:lnSpc>
              <a:buNone/>
              <a:defRPr sz="1400" b="1" i="0">
                <a:solidFill>
                  <a:schemeClr val="tx1"/>
                </a:solidFill>
                <a:latin typeface="Oracle Sans Tab"/>
                <a:ea typeface="Oracle Sans Tab"/>
                <a:cs typeface="Oracle Sans Tab"/>
              </a:defRPr>
            </a:lvl1pPr>
          </a:lstStyle>
          <a:p xmlns:a="http://schemas.openxmlformats.org/drawingml/2006/main">
            <a:pPr>
              <a:spcBef>
                <a:spcPts val="0"/>
              </a:spcBef>
              <a:buNone/>
            </a:pPr>
            <a:r>
              <a:t>Add speaker name</a:t>
            </a:r>
          </a:p>
        </p:txBody>
      </p:sp>
      <p:sp>
        <p:nvSpPr>
          <p:cNvPr id="96" name="Name 7">
            <a:extLst xmlns:a="http://schemas.openxmlformats.org/drawingml/2006/main">
              <a:ext uri="{FF2B5EF4-FFF2-40B4-BE49-F238E27FC236}">
                <a16:creationId xmlns:a16="http://schemas.microsoft.com/office/drawing/2014/main" id="{80B8C125-5BDD-9CC4-70C3-CBF897A29E80}"/>
              </a:ext>
            </a:extLst>
          </p:cNvPr>
          <p:cNvSpPr>
            <a:spLocks xmlns:a="http://schemas.openxmlformats.org/drawingml/2006/main" noGrp="1"/>
          </p:cNvSpPr>
          <p:nvPr>
            <p:ph type="body" idx="46" hasCustomPrompt="1"/>
          </p:nvPr>
        </p:nvSpPr>
        <p:spPr>
          <a:xfrm xmlns:a="http://schemas.openxmlformats.org/drawingml/2006/main">
            <a:off x="8037558" y="5383515"/>
            <a:ext cx="1920240" cy="248992"/>
          </a:xfrm>
        </p:spPr>
        <p:txBody>
          <a:bodyPr xmlns:a="http://schemas.openxmlformats.org/drawingml/2006/main" vert="horz" lIns="0" tIns="0" rIns="0" bIns="0" anchor="t">
            <a:noAutofit/>
          </a:bodyPr>
          <a:lstStyle xmlns:a="http://schemas.openxmlformats.org/drawingml/2006/main">
            <a:lvl1pPr algn="l">
              <a:lnSpc>
                <a:spcPct val="100000"/>
              </a:lnSpc>
              <a:buNone/>
              <a:defRPr sz="1200" b="0" i="0">
                <a:solidFill>
                  <a:schemeClr val="tx1"/>
                </a:solidFill>
                <a:latin typeface="Oracle Sans Tab"/>
                <a:ea typeface="Oracle Sans Tab"/>
                <a:cs typeface="Oracle Sans Tab"/>
              </a:defRPr>
            </a:lvl1pPr>
          </a:lstStyle>
          <a:p xmlns:a="http://schemas.openxmlformats.org/drawingml/2006/main">
            <a:pPr>
              <a:spcBef>
                <a:spcPts val="0"/>
              </a:spcBef>
              <a:buNone/>
            </a:pPr>
            <a:r>
              <a:t>Add speaker title</a:t>
            </a:r>
          </a:p>
        </p:txBody>
      </p:sp>
      <p:sp>
        <p:nvSpPr>
          <p:cNvPr id="6" name="Date Placeholder 5">
            <a:extLst xmlns:a="http://schemas.openxmlformats.org/drawingml/2006/main">
              <a:ext uri="{FF2B5EF4-FFF2-40B4-BE49-F238E27FC236}">
                <a16:creationId xmlns:a16="http://schemas.microsoft.com/office/drawing/2014/main" id="{6CBD1BE4-F898-E801-0CB3-FB0B10CBD92C}"/>
              </a:ext>
            </a:extLst>
          </p:cNvPr>
          <p:cNvSpPr>
            <a:spLocks xmlns:a="http://schemas.openxmlformats.org/drawingml/2006/main" noGrp="1"/>
          </p:cNvSpPr>
          <p:nvPr>
            <p:ph type="dt" idx="47"/>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7" name="Footer Placeholder 6">
            <a:extLst xmlns:a="http://schemas.openxmlformats.org/drawingml/2006/main">
              <a:ext uri="{FF2B5EF4-FFF2-40B4-BE49-F238E27FC236}">
                <a16:creationId xmlns:a16="http://schemas.microsoft.com/office/drawing/2014/main" id="{4A66B217-9023-BD3C-C1F4-FE70200F6269}"/>
              </a:ext>
            </a:extLst>
          </p:cNvPr>
          <p:cNvSpPr>
            <a:spLocks xmlns:a="http://schemas.openxmlformats.org/drawingml/2006/main" noGrp="1"/>
          </p:cNvSpPr>
          <p:nvPr>
            <p:ph type="ftr" idx="48"/>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8" name="Slide Number Placeholder 7">
            <a:extLst xmlns:a="http://schemas.openxmlformats.org/drawingml/2006/main">
              <a:ext uri="{FF2B5EF4-FFF2-40B4-BE49-F238E27FC236}">
                <a16:creationId xmlns:a16="http://schemas.microsoft.com/office/drawing/2014/main" id="{558764A5-1BAA-7799-043A-4532D1D749FF}"/>
              </a:ext>
            </a:extLst>
          </p:cNvPr>
          <p:cNvSpPr>
            <a:spLocks xmlns:a="http://schemas.openxmlformats.org/drawingml/2006/main" noGrp="1"/>
          </p:cNvSpPr>
          <p:nvPr>
            <p:ph type="sldNum" idx="49"/>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Tree>
  </p:cSld>
</p:sldLayout>
</file>

<file path=ppt/slideLayouts/slideLayout58.xml><?xml version="1.0" encoding="utf-8"?>
<p:sldLayout xmlns:p="http://schemas.openxmlformats.org/presentationml/2006/main" preserve="1" userDrawn="1">
  <p:cSld name="Speaker_10">
    <p:bg>
      <p:bgPr>
        <a:solidFill xmlns:a="http://schemas.openxmlformats.org/drawingml/2006/main">
          <a:schemeClr val="bg2"/>
        </a:solidFill>
      </p:bgPr>
    </p:bg>
    <p:spTree>
      <p:nvGrpSpPr>
        <p:cNvPr id="1" name=""/>
        <p:cNvGrpSpPr/>
        <p:nvPr/>
      </p:nvGrpSpPr>
      <p:grpSpPr>
        <a:xfrm xmlns:a="http://schemas.openxmlformats.org/drawingml/2006/main"/>
      </p:grpSpPr>
      <p:sp>
        <p:nvSpPr>
          <p:cNvPr id="5" name="Title 4">
            <a:extLst xmlns:a="http://schemas.openxmlformats.org/drawingml/2006/main">
              <a:ext uri="{FF2B5EF4-FFF2-40B4-BE49-F238E27FC236}">
                <a16:creationId xmlns:a16="http://schemas.microsoft.com/office/drawing/2014/main" id="{405C068A-F72E-87F3-36CA-42BEFF61804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19" name="Picture 1">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1112987" y="1494713"/>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37" name="Name 1">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701078" y="2726695"/>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a:spcBef>
                <a:spcPts val="0"/>
              </a:spcBef>
              <a:buNone/>
            </a:pPr>
            <a:r>
              <a:t>Add speaker name</a:t>
            </a:r>
          </a:p>
        </p:txBody>
      </p:sp>
      <p:sp>
        <p:nvSpPr>
          <p:cNvPr id="38" name="Title 1">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701078" y="3031226"/>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a:spcBef>
                <a:spcPts val="0"/>
              </a:spcBef>
              <a:buNone/>
            </a:pPr>
            <a:r>
              <a:t>Add speaker title</a:t>
            </a:r>
          </a:p>
        </p:txBody>
      </p:sp>
      <p:sp>
        <p:nvSpPr>
          <p:cNvPr id="52" name="Picture 2">
            <a:extLst xmlns:a="http://schemas.openxmlformats.org/drawingml/2006/main">
              <a:ext uri="{FF2B5EF4-FFF2-40B4-BE49-F238E27FC236}">
                <a16:creationId xmlns:a16="http://schemas.microsoft.com/office/drawing/2014/main" id="{E3A8C480-E935-0DA4-A150-7A798552D69B}"/>
              </a:ext>
            </a:extLst>
          </p:cNvPr>
          <p:cNvSpPr>
            <a:spLocks xmlns:a="http://schemas.openxmlformats.org/drawingml/2006/main" noGrp="1"/>
          </p:cNvSpPr>
          <p:nvPr>
            <p:ph type="pic" idx="32"/>
          </p:nvPr>
        </p:nvSpPr>
        <p:spPr>
          <a:xfrm xmlns:a="http://schemas.openxmlformats.org/drawingml/2006/main">
            <a:off x="3398962" y="1494713"/>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53" name="Name 2">
            <a:extLst xmlns:a="http://schemas.openxmlformats.org/drawingml/2006/main">
              <a:ext uri="{FF2B5EF4-FFF2-40B4-BE49-F238E27FC236}">
                <a16:creationId xmlns:a16="http://schemas.microsoft.com/office/drawing/2014/main" id="{D53E72DD-B667-6F64-FC11-B158256A1D6A}"/>
              </a:ext>
            </a:extLst>
          </p:cNvPr>
          <p:cNvSpPr>
            <a:spLocks xmlns:a="http://schemas.openxmlformats.org/drawingml/2006/main" noGrp="1"/>
          </p:cNvSpPr>
          <p:nvPr>
            <p:ph type="body" idx="33" hasCustomPrompt="1"/>
          </p:nvPr>
        </p:nvSpPr>
        <p:spPr>
          <a:xfrm xmlns:a="http://schemas.openxmlformats.org/drawingml/2006/main">
            <a:off x="2987053" y="2726695"/>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a:spcBef>
                <a:spcPts val="0"/>
              </a:spcBef>
              <a:buNone/>
            </a:pPr>
            <a:r>
              <a:t>Add speaker name</a:t>
            </a:r>
          </a:p>
        </p:txBody>
      </p:sp>
      <p:sp>
        <p:nvSpPr>
          <p:cNvPr id="54" name="Title 2">
            <a:extLst xmlns:a="http://schemas.openxmlformats.org/drawingml/2006/main">
              <a:ext uri="{FF2B5EF4-FFF2-40B4-BE49-F238E27FC236}">
                <a16:creationId xmlns:a16="http://schemas.microsoft.com/office/drawing/2014/main" id="{1151B9AB-CBE4-1067-D049-3E69A0E78E18}"/>
              </a:ext>
            </a:extLst>
          </p:cNvPr>
          <p:cNvSpPr>
            <a:spLocks xmlns:a="http://schemas.openxmlformats.org/drawingml/2006/main" noGrp="1"/>
          </p:cNvSpPr>
          <p:nvPr>
            <p:ph type="body" idx="34" hasCustomPrompt="1"/>
          </p:nvPr>
        </p:nvSpPr>
        <p:spPr>
          <a:xfrm xmlns:a="http://schemas.openxmlformats.org/drawingml/2006/main">
            <a:off x="2987053" y="3031226"/>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a:spcBef>
                <a:spcPts val="0"/>
              </a:spcBef>
              <a:buNone/>
            </a:pPr>
            <a:r>
              <a:t>Add speaker title</a:t>
            </a:r>
          </a:p>
        </p:txBody>
      </p:sp>
      <p:sp>
        <p:nvSpPr>
          <p:cNvPr id="55" name="Picture 3 ">
            <a:extLst xmlns:a="http://schemas.openxmlformats.org/drawingml/2006/main">
              <a:ext uri="{FF2B5EF4-FFF2-40B4-BE49-F238E27FC236}">
                <a16:creationId xmlns:a16="http://schemas.microsoft.com/office/drawing/2014/main" id="{B3646944-CB74-48E5-20C3-42C4C0663CDF}"/>
              </a:ext>
            </a:extLst>
          </p:cNvPr>
          <p:cNvSpPr>
            <a:spLocks xmlns:a="http://schemas.openxmlformats.org/drawingml/2006/main" noGrp="1"/>
          </p:cNvSpPr>
          <p:nvPr>
            <p:ph type="pic" idx="35"/>
          </p:nvPr>
        </p:nvSpPr>
        <p:spPr>
          <a:xfrm xmlns:a="http://schemas.openxmlformats.org/drawingml/2006/main">
            <a:off x="5684937" y="1494713"/>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56" name="Name 3">
            <a:extLst xmlns:a="http://schemas.openxmlformats.org/drawingml/2006/main">
              <a:ext uri="{FF2B5EF4-FFF2-40B4-BE49-F238E27FC236}">
                <a16:creationId xmlns:a16="http://schemas.microsoft.com/office/drawing/2014/main" id="{4E1E4910-6DC5-4CFB-72D7-6EF41C7392E6}"/>
              </a:ext>
            </a:extLst>
          </p:cNvPr>
          <p:cNvSpPr>
            <a:spLocks xmlns:a="http://schemas.openxmlformats.org/drawingml/2006/main" noGrp="1"/>
          </p:cNvSpPr>
          <p:nvPr>
            <p:ph type="body" idx="36" hasCustomPrompt="1"/>
          </p:nvPr>
        </p:nvSpPr>
        <p:spPr>
          <a:xfrm xmlns:a="http://schemas.openxmlformats.org/drawingml/2006/main">
            <a:off x="5273028" y="2726695"/>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a:spcBef>
                <a:spcPts val="0"/>
              </a:spcBef>
              <a:buNone/>
            </a:pPr>
            <a:r>
              <a:t>Add speaker name</a:t>
            </a:r>
          </a:p>
        </p:txBody>
      </p:sp>
      <p:sp>
        <p:nvSpPr>
          <p:cNvPr id="57" name="Title 3">
            <a:extLst xmlns:a="http://schemas.openxmlformats.org/drawingml/2006/main">
              <a:ext uri="{FF2B5EF4-FFF2-40B4-BE49-F238E27FC236}">
                <a16:creationId xmlns:a16="http://schemas.microsoft.com/office/drawing/2014/main" id="{694BBFD6-ACCD-92AD-91C9-FA5C1A7A9F62}"/>
              </a:ext>
            </a:extLst>
          </p:cNvPr>
          <p:cNvSpPr>
            <a:spLocks xmlns:a="http://schemas.openxmlformats.org/drawingml/2006/main" noGrp="1"/>
          </p:cNvSpPr>
          <p:nvPr>
            <p:ph type="body" idx="37" hasCustomPrompt="1"/>
          </p:nvPr>
        </p:nvSpPr>
        <p:spPr>
          <a:xfrm xmlns:a="http://schemas.openxmlformats.org/drawingml/2006/main">
            <a:off x="5273028" y="3031226"/>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a:spcBef>
                <a:spcPts val="0"/>
              </a:spcBef>
              <a:buNone/>
            </a:pPr>
            <a:r>
              <a:t>Add speaker title</a:t>
            </a:r>
          </a:p>
        </p:txBody>
      </p:sp>
      <p:sp>
        <p:nvSpPr>
          <p:cNvPr id="58" name="Picture 4">
            <a:extLst xmlns:a="http://schemas.openxmlformats.org/drawingml/2006/main">
              <a:ext uri="{FF2B5EF4-FFF2-40B4-BE49-F238E27FC236}">
                <a16:creationId xmlns:a16="http://schemas.microsoft.com/office/drawing/2014/main" id="{8646106B-DADA-406C-A020-501C2210B615}"/>
              </a:ext>
            </a:extLst>
          </p:cNvPr>
          <p:cNvSpPr>
            <a:spLocks xmlns:a="http://schemas.openxmlformats.org/drawingml/2006/main" noGrp="1"/>
          </p:cNvSpPr>
          <p:nvPr>
            <p:ph type="pic" idx="38"/>
          </p:nvPr>
        </p:nvSpPr>
        <p:spPr>
          <a:xfrm xmlns:a="http://schemas.openxmlformats.org/drawingml/2006/main">
            <a:off x="7970912" y="1494713"/>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59" name="Name 4">
            <a:extLst xmlns:a="http://schemas.openxmlformats.org/drawingml/2006/main">
              <a:ext uri="{FF2B5EF4-FFF2-40B4-BE49-F238E27FC236}">
                <a16:creationId xmlns:a16="http://schemas.microsoft.com/office/drawing/2014/main" id="{6279EEA7-C6AB-434D-DDF6-9F7C6BCDE10A}"/>
              </a:ext>
            </a:extLst>
          </p:cNvPr>
          <p:cNvSpPr>
            <a:spLocks xmlns:a="http://schemas.openxmlformats.org/drawingml/2006/main" noGrp="1"/>
          </p:cNvSpPr>
          <p:nvPr>
            <p:ph type="body" idx="39" hasCustomPrompt="1"/>
          </p:nvPr>
        </p:nvSpPr>
        <p:spPr>
          <a:xfrm xmlns:a="http://schemas.openxmlformats.org/drawingml/2006/main">
            <a:off x="7559003" y="2726695"/>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a:spcBef>
                <a:spcPts val="0"/>
              </a:spcBef>
              <a:buNone/>
            </a:pPr>
            <a:r>
              <a:t>Add speaker name</a:t>
            </a:r>
          </a:p>
        </p:txBody>
      </p:sp>
      <p:sp>
        <p:nvSpPr>
          <p:cNvPr id="60" name="Title 4">
            <a:extLst xmlns:a="http://schemas.openxmlformats.org/drawingml/2006/main">
              <a:ext uri="{FF2B5EF4-FFF2-40B4-BE49-F238E27FC236}">
                <a16:creationId xmlns:a16="http://schemas.microsoft.com/office/drawing/2014/main" id="{E6AFB52F-3CFF-BC09-B703-6A62B9560C5A}"/>
              </a:ext>
            </a:extLst>
          </p:cNvPr>
          <p:cNvSpPr>
            <a:spLocks xmlns:a="http://schemas.openxmlformats.org/drawingml/2006/main" noGrp="1"/>
          </p:cNvSpPr>
          <p:nvPr>
            <p:ph type="body" idx="40" hasCustomPrompt="1"/>
          </p:nvPr>
        </p:nvSpPr>
        <p:spPr>
          <a:xfrm xmlns:a="http://schemas.openxmlformats.org/drawingml/2006/main">
            <a:off x="7559003" y="3031226"/>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a:spcBef>
                <a:spcPts val="0"/>
              </a:spcBef>
              <a:buNone/>
            </a:pPr>
            <a:r>
              <a:t>Add speaker title</a:t>
            </a:r>
          </a:p>
        </p:txBody>
      </p:sp>
      <p:sp>
        <p:nvSpPr>
          <p:cNvPr id="61" name="Picture 5">
            <a:extLst xmlns:a="http://schemas.openxmlformats.org/drawingml/2006/main">
              <a:ext uri="{FF2B5EF4-FFF2-40B4-BE49-F238E27FC236}">
                <a16:creationId xmlns:a16="http://schemas.microsoft.com/office/drawing/2014/main" id="{10E92D5F-57AC-A19A-FED7-7254BA223549}"/>
              </a:ext>
            </a:extLst>
          </p:cNvPr>
          <p:cNvSpPr>
            <a:spLocks xmlns:a="http://schemas.openxmlformats.org/drawingml/2006/main" noGrp="1"/>
          </p:cNvSpPr>
          <p:nvPr>
            <p:ph type="pic" idx="41"/>
          </p:nvPr>
        </p:nvSpPr>
        <p:spPr>
          <a:xfrm xmlns:a="http://schemas.openxmlformats.org/drawingml/2006/main">
            <a:off x="10256887" y="1494713"/>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62" name="Name 5">
            <a:extLst xmlns:a="http://schemas.openxmlformats.org/drawingml/2006/main">
              <a:ext uri="{FF2B5EF4-FFF2-40B4-BE49-F238E27FC236}">
                <a16:creationId xmlns:a16="http://schemas.microsoft.com/office/drawing/2014/main" id="{3CEC1BD5-E4C9-59CE-7CCC-3444C64A28AA}"/>
              </a:ext>
            </a:extLst>
          </p:cNvPr>
          <p:cNvSpPr>
            <a:spLocks xmlns:a="http://schemas.openxmlformats.org/drawingml/2006/main" noGrp="1"/>
          </p:cNvSpPr>
          <p:nvPr>
            <p:ph type="body" idx="42" hasCustomPrompt="1"/>
          </p:nvPr>
        </p:nvSpPr>
        <p:spPr>
          <a:xfrm xmlns:a="http://schemas.openxmlformats.org/drawingml/2006/main">
            <a:off x="9844978" y="2726695"/>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a:spcBef>
                <a:spcPts val="0"/>
              </a:spcBef>
              <a:buNone/>
            </a:pPr>
            <a:r>
              <a:t>Add speaker name</a:t>
            </a:r>
          </a:p>
        </p:txBody>
      </p:sp>
      <p:sp>
        <p:nvSpPr>
          <p:cNvPr id="63" name="Title 5">
            <a:extLst xmlns:a="http://schemas.openxmlformats.org/drawingml/2006/main">
              <a:ext uri="{FF2B5EF4-FFF2-40B4-BE49-F238E27FC236}">
                <a16:creationId xmlns:a16="http://schemas.microsoft.com/office/drawing/2014/main" id="{D34A6BDA-F544-70E1-6388-E3C1BF5771E8}"/>
              </a:ext>
            </a:extLst>
          </p:cNvPr>
          <p:cNvSpPr>
            <a:spLocks xmlns:a="http://schemas.openxmlformats.org/drawingml/2006/main" noGrp="1"/>
          </p:cNvSpPr>
          <p:nvPr>
            <p:ph type="body" idx="43" hasCustomPrompt="1"/>
          </p:nvPr>
        </p:nvSpPr>
        <p:spPr>
          <a:xfrm xmlns:a="http://schemas.openxmlformats.org/drawingml/2006/main">
            <a:off x="9844978" y="3031226"/>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a:spcBef>
                <a:spcPts val="0"/>
              </a:spcBef>
              <a:buNone/>
            </a:pPr>
            <a:r>
              <a:t>Add speaker title</a:t>
            </a:r>
          </a:p>
        </p:txBody>
      </p:sp>
      <p:sp>
        <p:nvSpPr>
          <p:cNvPr id="6" name="Picture 1">
            <a:extLst xmlns:a="http://schemas.openxmlformats.org/drawingml/2006/main">
              <a:ext uri="{FF2B5EF4-FFF2-40B4-BE49-F238E27FC236}">
                <a16:creationId xmlns:a16="http://schemas.microsoft.com/office/drawing/2014/main" id="{72521944-24A4-E7C1-7474-2B6FF0394BDA}"/>
              </a:ext>
            </a:extLst>
          </p:cNvPr>
          <p:cNvSpPr>
            <a:spLocks xmlns:a="http://schemas.openxmlformats.org/drawingml/2006/main" noGrp="1"/>
          </p:cNvSpPr>
          <p:nvPr>
            <p:ph type="pic" idx="44"/>
          </p:nvPr>
        </p:nvSpPr>
        <p:spPr>
          <a:xfrm xmlns:a="http://schemas.openxmlformats.org/drawingml/2006/main">
            <a:off x="1112987" y="3810096"/>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7" name="Name 1">
            <a:extLst xmlns:a="http://schemas.openxmlformats.org/drawingml/2006/main">
              <a:ext uri="{FF2B5EF4-FFF2-40B4-BE49-F238E27FC236}">
                <a16:creationId xmlns:a16="http://schemas.microsoft.com/office/drawing/2014/main" id="{FB00A11F-459A-98FB-66B0-1222171BD164}"/>
              </a:ext>
            </a:extLst>
          </p:cNvPr>
          <p:cNvSpPr>
            <a:spLocks xmlns:a="http://schemas.openxmlformats.org/drawingml/2006/main" noGrp="1"/>
          </p:cNvSpPr>
          <p:nvPr>
            <p:ph type="body" idx="45" hasCustomPrompt="1"/>
          </p:nvPr>
        </p:nvSpPr>
        <p:spPr>
          <a:xfrm xmlns:a="http://schemas.openxmlformats.org/drawingml/2006/main">
            <a:off x="701078" y="5042078"/>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a:spcBef>
                <a:spcPts val="0"/>
              </a:spcBef>
              <a:buNone/>
            </a:pPr>
            <a:r>
              <a:t>Add speaker name</a:t>
            </a:r>
          </a:p>
        </p:txBody>
      </p:sp>
      <p:sp>
        <p:nvSpPr>
          <p:cNvPr id="8" name="Title 1">
            <a:extLst xmlns:a="http://schemas.openxmlformats.org/drawingml/2006/main">
              <a:ext uri="{FF2B5EF4-FFF2-40B4-BE49-F238E27FC236}">
                <a16:creationId xmlns:a16="http://schemas.microsoft.com/office/drawing/2014/main" id="{66025BE5-0FFD-92F6-A4BA-CB6102BD8E75}"/>
              </a:ext>
            </a:extLst>
          </p:cNvPr>
          <p:cNvSpPr>
            <a:spLocks xmlns:a="http://schemas.openxmlformats.org/drawingml/2006/main" noGrp="1"/>
          </p:cNvSpPr>
          <p:nvPr>
            <p:ph type="body" idx="46" hasCustomPrompt="1"/>
          </p:nvPr>
        </p:nvSpPr>
        <p:spPr>
          <a:xfrm xmlns:a="http://schemas.openxmlformats.org/drawingml/2006/main">
            <a:off x="701078" y="5346609"/>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a:spcBef>
                <a:spcPts val="0"/>
              </a:spcBef>
              <a:buNone/>
            </a:pPr>
            <a:r>
              <a:t>Add speaker title</a:t>
            </a:r>
          </a:p>
        </p:txBody>
      </p:sp>
      <p:sp>
        <p:nvSpPr>
          <p:cNvPr id="9" name="Picture 2">
            <a:extLst xmlns:a="http://schemas.openxmlformats.org/drawingml/2006/main">
              <a:ext uri="{FF2B5EF4-FFF2-40B4-BE49-F238E27FC236}">
                <a16:creationId xmlns:a16="http://schemas.microsoft.com/office/drawing/2014/main" id="{144C0724-9767-678B-A5C4-93F92C82A294}"/>
              </a:ext>
            </a:extLst>
          </p:cNvPr>
          <p:cNvSpPr>
            <a:spLocks xmlns:a="http://schemas.openxmlformats.org/drawingml/2006/main" noGrp="1"/>
          </p:cNvSpPr>
          <p:nvPr>
            <p:ph type="pic" idx="47"/>
          </p:nvPr>
        </p:nvSpPr>
        <p:spPr>
          <a:xfrm xmlns:a="http://schemas.openxmlformats.org/drawingml/2006/main">
            <a:off x="3398962" y="3810096"/>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10" name="Name 2">
            <a:extLst xmlns:a="http://schemas.openxmlformats.org/drawingml/2006/main">
              <a:ext uri="{FF2B5EF4-FFF2-40B4-BE49-F238E27FC236}">
                <a16:creationId xmlns:a16="http://schemas.microsoft.com/office/drawing/2014/main" id="{8200242F-3C33-4861-1BBB-5205F5F9B02F}"/>
              </a:ext>
            </a:extLst>
          </p:cNvPr>
          <p:cNvSpPr>
            <a:spLocks xmlns:a="http://schemas.openxmlformats.org/drawingml/2006/main" noGrp="1"/>
          </p:cNvSpPr>
          <p:nvPr>
            <p:ph type="body" idx="48" hasCustomPrompt="1"/>
          </p:nvPr>
        </p:nvSpPr>
        <p:spPr>
          <a:xfrm xmlns:a="http://schemas.openxmlformats.org/drawingml/2006/main">
            <a:off x="2987053" y="5042078"/>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a:spcBef>
                <a:spcPts val="0"/>
              </a:spcBef>
              <a:buNone/>
            </a:pPr>
            <a:r>
              <a:t>Add speaker name</a:t>
            </a:r>
          </a:p>
        </p:txBody>
      </p:sp>
      <p:sp>
        <p:nvSpPr>
          <p:cNvPr id="11" name="Title 2">
            <a:extLst xmlns:a="http://schemas.openxmlformats.org/drawingml/2006/main">
              <a:ext uri="{FF2B5EF4-FFF2-40B4-BE49-F238E27FC236}">
                <a16:creationId xmlns:a16="http://schemas.microsoft.com/office/drawing/2014/main" id="{78E243D4-1A0C-2B5D-0602-EC28F75F2CDF}"/>
              </a:ext>
            </a:extLst>
          </p:cNvPr>
          <p:cNvSpPr>
            <a:spLocks xmlns:a="http://schemas.openxmlformats.org/drawingml/2006/main" noGrp="1"/>
          </p:cNvSpPr>
          <p:nvPr>
            <p:ph type="body" idx="49" hasCustomPrompt="1"/>
          </p:nvPr>
        </p:nvSpPr>
        <p:spPr>
          <a:xfrm xmlns:a="http://schemas.openxmlformats.org/drawingml/2006/main">
            <a:off x="2987053" y="5346609"/>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a:spcBef>
                <a:spcPts val="0"/>
              </a:spcBef>
              <a:buNone/>
            </a:pPr>
            <a:r>
              <a:t>Add speaker title</a:t>
            </a:r>
          </a:p>
        </p:txBody>
      </p:sp>
      <p:sp>
        <p:nvSpPr>
          <p:cNvPr id="12" name="Picture 3 ">
            <a:extLst xmlns:a="http://schemas.openxmlformats.org/drawingml/2006/main">
              <a:ext uri="{FF2B5EF4-FFF2-40B4-BE49-F238E27FC236}">
                <a16:creationId xmlns:a16="http://schemas.microsoft.com/office/drawing/2014/main" id="{25BE96FF-1149-A871-059D-5FC5C5724DE2}"/>
              </a:ext>
            </a:extLst>
          </p:cNvPr>
          <p:cNvSpPr>
            <a:spLocks xmlns:a="http://schemas.openxmlformats.org/drawingml/2006/main" noGrp="1"/>
          </p:cNvSpPr>
          <p:nvPr>
            <p:ph type="pic" idx="50"/>
          </p:nvPr>
        </p:nvSpPr>
        <p:spPr>
          <a:xfrm xmlns:a="http://schemas.openxmlformats.org/drawingml/2006/main">
            <a:off x="5684937" y="3810096"/>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13" name="Name 3">
            <a:extLst xmlns:a="http://schemas.openxmlformats.org/drawingml/2006/main">
              <a:ext uri="{FF2B5EF4-FFF2-40B4-BE49-F238E27FC236}">
                <a16:creationId xmlns:a16="http://schemas.microsoft.com/office/drawing/2014/main" id="{C79E27DB-CB5A-5B10-1D20-382BE231D8B4}"/>
              </a:ext>
            </a:extLst>
          </p:cNvPr>
          <p:cNvSpPr>
            <a:spLocks xmlns:a="http://schemas.openxmlformats.org/drawingml/2006/main" noGrp="1"/>
          </p:cNvSpPr>
          <p:nvPr>
            <p:ph type="body" idx="51" hasCustomPrompt="1"/>
          </p:nvPr>
        </p:nvSpPr>
        <p:spPr>
          <a:xfrm xmlns:a="http://schemas.openxmlformats.org/drawingml/2006/main">
            <a:off x="5273028" y="5042078"/>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a:spcBef>
                <a:spcPts val="0"/>
              </a:spcBef>
              <a:buNone/>
            </a:pPr>
            <a:r>
              <a:t>Add speaker name</a:t>
            </a:r>
          </a:p>
        </p:txBody>
      </p:sp>
      <p:sp>
        <p:nvSpPr>
          <p:cNvPr id="14" name="Title 3">
            <a:extLst xmlns:a="http://schemas.openxmlformats.org/drawingml/2006/main">
              <a:ext uri="{FF2B5EF4-FFF2-40B4-BE49-F238E27FC236}">
                <a16:creationId xmlns:a16="http://schemas.microsoft.com/office/drawing/2014/main" id="{E3168F24-D5E1-A01A-9FE4-02BBEBCAC256}"/>
              </a:ext>
            </a:extLst>
          </p:cNvPr>
          <p:cNvSpPr>
            <a:spLocks xmlns:a="http://schemas.openxmlformats.org/drawingml/2006/main" noGrp="1"/>
          </p:cNvSpPr>
          <p:nvPr>
            <p:ph type="body" idx="52" hasCustomPrompt="1"/>
          </p:nvPr>
        </p:nvSpPr>
        <p:spPr>
          <a:xfrm xmlns:a="http://schemas.openxmlformats.org/drawingml/2006/main">
            <a:off x="5273028" y="5346609"/>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a:spcBef>
                <a:spcPts val="0"/>
              </a:spcBef>
              <a:buNone/>
            </a:pPr>
            <a:r>
              <a:t>Add speaker title</a:t>
            </a:r>
          </a:p>
        </p:txBody>
      </p:sp>
      <p:sp>
        <p:nvSpPr>
          <p:cNvPr id="15" name="Picture 4">
            <a:extLst xmlns:a="http://schemas.openxmlformats.org/drawingml/2006/main">
              <a:ext uri="{FF2B5EF4-FFF2-40B4-BE49-F238E27FC236}">
                <a16:creationId xmlns:a16="http://schemas.microsoft.com/office/drawing/2014/main" id="{C28F1BA1-9C38-C15A-DAF0-7D7D17BF4911}"/>
              </a:ext>
            </a:extLst>
          </p:cNvPr>
          <p:cNvSpPr>
            <a:spLocks xmlns:a="http://schemas.openxmlformats.org/drawingml/2006/main" noGrp="1"/>
          </p:cNvSpPr>
          <p:nvPr>
            <p:ph type="pic" idx="53"/>
          </p:nvPr>
        </p:nvSpPr>
        <p:spPr>
          <a:xfrm xmlns:a="http://schemas.openxmlformats.org/drawingml/2006/main">
            <a:off x="7970912" y="3810096"/>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16" name="Name 4">
            <a:extLst xmlns:a="http://schemas.openxmlformats.org/drawingml/2006/main">
              <a:ext uri="{FF2B5EF4-FFF2-40B4-BE49-F238E27FC236}">
                <a16:creationId xmlns:a16="http://schemas.microsoft.com/office/drawing/2014/main" id="{A736C04C-99C8-5B44-F5FF-04676206CDF7}"/>
              </a:ext>
            </a:extLst>
          </p:cNvPr>
          <p:cNvSpPr>
            <a:spLocks xmlns:a="http://schemas.openxmlformats.org/drawingml/2006/main" noGrp="1"/>
          </p:cNvSpPr>
          <p:nvPr>
            <p:ph type="body" idx="54" hasCustomPrompt="1"/>
          </p:nvPr>
        </p:nvSpPr>
        <p:spPr>
          <a:xfrm xmlns:a="http://schemas.openxmlformats.org/drawingml/2006/main">
            <a:off x="7559003" y="5042078"/>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a:spcBef>
                <a:spcPts val="0"/>
              </a:spcBef>
              <a:buNone/>
            </a:pPr>
            <a:r>
              <a:t>Add speaker name</a:t>
            </a:r>
          </a:p>
        </p:txBody>
      </p:sp>
      <p:sp>
        <p:nvSpPr>
          <p:cNvPr id="17" name="Title 4">
            <a:extLst xmlns:a="http://schemas.openxmlformats.org/drawingml/2006/main">
              <a:ext uri="{FF2B5EF4-FFF2-40B4-BE49-F238E27FC236}">
                <a16:creationId xmlns:a16="http://schemas.microsoft.com/office/drawing/2014/main" id="{1B6CC2B9-2432-DD61-FFD2-E986BE8E9F35}"/>
              </a:ext>
            </a:extLst>
          </p:cNvPr>
          <p:cNvSpPr>
            <a:spLocks xmlns:a="http://schemas.openxmlformats.org/drawingml/2006/main" noGrp="1"/>
          </p:cNvSpPr>
          <p:nvPr>
            <p:ph type="body" idx="55" hasCustomPrompt="1"/>
          </p:nvPr>
        </p:nvSpPr>
        <p:spPr>
          <a:xfrm xmlns:a="http://schemas.openxmlformats.org/drawingml/2006/main">
            <a:off x="7559003" y="5346609"/>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a:spcBef>
                <a:spcPts val="0"/>
              </a:spcBef>
              <a:buNone/>
            </a:pPr>
            <a:r>
              <a:t>Add speaker title</a:t>
            </a:r>
          </a:p>
        </p:txBody>
      </p:sp>
      <p:sp>
        <p:nvSpPr>
          <p:cNvPr id="18" name="Picture 5">
            <a:extLst xmlns:a="http://schemas.openxmlformats.org/drawingml/2006/main">
              <a:ext uri="{FF2B5EF4-FFF2-40B4-BE49-F238E27FC236}">
                <a16:creationId xmlns:a16="http://schemas.microsoft.com/office/drawing/2014/main" id="{3A558EAD-D220-0239-69EF-648F93A62478}"/>
              </a:ext>
            </a:extLst>
          </p:cNvPr>
          <p:cNvSpPr>
            <a:spLocks xmlns:a="http://schemas.openxmlformats.org/drawingml/2006/main" noGrp="1"/>
          </p:cNvSpPr>
          <p:nvPr>
            <p:ph type="pic" idx="56"/>
          </p:nvPr>
        </p:nvSpPr>
        <p:spPr>
          <a:xfrm xmlns:a="http://schemas.openxmlformats.org/drawingml/2006/main">
            <a:off x="10256887" y="3810096"/>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20" name="Name 5">
            <a:extLst xmlns:a="http://schemas.openxmlformats.org/drawingml/2006/main">
              <a:ext uri="{FF2B5EF4-FFF2-40B4-BE49-F238E27FC236}">
                <a16:creationId xmlns:a16="http://schemas.microsoft.com/office/drawing/2014/main" id="{007E775B-15B1-5428-C8C9-4B614DEE17D1}"/>
              </a:ext>
            </a:extLst>
          </p:cNvPr>
          <p:cNvSpPr>
            <a:spLocks xmlns:a="http://schemas.openxmlformats.org/drawingml/2006/main" noGrp="1"/>
          </p:cNvSpPr>
          <p:nvPr>
            <p:ph type="body" idx="57" hasCustomPrompt="1"/>
          </p:nvPr>
        </p:nvSpPr>
        <p:spPr>
          <a:xfrm xmlns:a="http://schemas.openxmlformats.org/drawingml/2006/main">
            <a:off x="9844978" y="5042078"/>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a:spcBef>
                <a:spcPts val="0"/>
              </a:spcBef>
              <a:buNone/>
            </a:pPr>
            <a:r>
              <a:t>Add speaker name</a:t>
            </a:r>
          </a:p>
        </p:txBody>
      </p:sp>
      <p:sp>
        <p:nvSpPr>
          <p:cNvPr id="21" name="Title 5">
            <a:extLst xmlns:a="http://schemas.openxmlformats.org/drawingml/2006/main">
              <a:ext uri="{FF2B5EF4-FFF2-40B4-BE49-F238E27FC236}">
                <a16:creationId xmlns:a16="http://schemas.microsoft.com/office/drawing/2014/main" id="{5A22EC85-7769-2401-038D-634693151760}"/>
              </a:ext>
            </a:extLst>
          </p:cNvPr>
          <p:cNvSpPr>
            <a:spLocks xmlns:a="http://schemas.openxmlformats.org/drawingml/2006/main" noGrp="1"/>
          </p:cNvSpPr>
          <p:nvPr>
            <p:ph type="body" idx="58" hasCustomPrompt="1"/>
          </p:nvPr>
        </p:nvSpPr>
        <p:spPr>
          <a:xfrm xmlns:a="http://schemas.openxmlformats.org/drawingml/2006/main">
            <a:off x="9844978" y="5346609"/>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a:spcBef>
                <a:spcPts val="0"/>
              </a:spcBef>
              <a:buNone/>
            </a:pPr>
            <a:r>
              <a:t>Add speaker title</a:t>
            </a:r>
          </a:p>
        </p:txBody>
      </p:sp>
      <p:sp>
        <p:nvSpPr>
          <p:cNvPr id="22" name="Date Placeholder 21">
            <a:extLst xmlns:a="http://schemas.openxmlformats.org/drawingml/2006/main">
              <a:ext uri="{FF2B5EF4-FFF2-40B4-BE49-F238E27FC236}">
                <a16:creationId xmlns:a16="http://schemas.microsoft.com/office/drawing/2014/main" id="{B3F1F898-0D7A-17F1-4F9C-725CE025E75C}"/>
              </a:ext>
            </a:extLst>
          </p:cNvPr>
          <p:cNvSpPr>
            <a:spLocks xmlns:a="http://schemas.openxmlformats.org/drawingml/2006/main" noGrp="1"/>
          </p:cNvSpPr>
          <p:nvPr>
            <p:ph type="dt" idx="59"/>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23" name="Footer Placeholder 22">
            <a:extLst xmlns:a="http://schemas.openxmlformats.org/drawingml/2006/main">
              <a:ext uri="{FF2B5EF4-FFF2-40B4-BE49-F238E27FC236}">
                <a16:creationId xmlns:a16="http://schemas.microsoft.com/office/drawing/2014/main" id="{FA494EFF-A8DB-1C4A-7C7E-E18D5C0CD573}"/>
              </a:ext>
            </a:extLst>
          </p:cNvPr>
          <p:cNvSpPr>
            <a:spLocks xmlns:a="http://schemas.openxmlformats.org/drawingml/2006/main" noGrp="1"/>
          </p:cNvSpPr>
          <p:nvPr>
            <p:ph type="ftr" idx="6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24" name="Slide Number Placeholder 23">
            <a:extLst xmlns:a="http://schemas.openxmlformats.org/drawingml/2006/main">
              <a:ext uri="{FF2B5EF4-FFF2-40B4-BE49-F238E27FC236}">
                <a16:creationId xmlns:a16="http://schemas.microsoft.com/office/drawing/2014/main" id="{14D059B0-C284-FDEC-1BCA-8E26093F9A1A}"/>
              </a:ext>
            </a:extLst>
          </p:cNvPr>
          <p:cNvSpPr>
            <a:spLocks xmlns:a="http://schemas.openxmlformats.org/drawingml/2006/main" noGrp="1"/>
          </p:cNvSpPr>
          <p:nvPr>
            <p:ph type="sldNum" idx="6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Tree>
  </p:cSld>
</p:sldLayout>
</file>

<file path=ppt/slideLayouts/slideLayout59.xml><?xml version="1.0" encoding="utf-8"?>
<p:sldLayout xmlns:p="http://schemas.openxmlformats.org/presentationml/2006/main" preserve="1">
  <p:cSld name="Title + 3points Light">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CA127B8-6459-BEBA-D16E-9D17C5D2578E}"/>
              </a:ext>
            </a:extLst>
          </p:cNvPr>
          <p:cNvSpPr>
            <a:spLocks xmlns:a="http://schemas.openxmlformats.org/drawingml/2006/main" noGrp="1"/>
          </p:cNvSpPr>
          <p:nvPr>
            <p:ph type="title" idx="0"/>
          </p:nvPr>
        </p:nvSpPr>
        <p:spPr>
          <a:xfrm xmlns:a="http://schemas.openxmlformats.org/drawingml/2006/main">
            <a:off x="778406" y="1123950"/>
            <a:ext cx="4941769" cy="4610100"/>
          </a:xfrm>
          <a:prstGeom xmlns:a="http://schemas.openxmlformats.org/drawingml/2006/main" prst="rect">
            <a:avLst/>
          </a:prstGeom>
        </p:spPr>
        <p:txBody>
          <a:bodyPr xmlns:a="http://schemas.openxmlformats.org/drawingml/2006/main" anchor="ctr"/>
          <a:lstStyle xmlns:a="http://schemas.openxmlformats.org/drawingml/2006/main">
            <a:lvl1pPr>
              <a:lnSpc>
                <a:spcPct val="100000"/>
              </a:lnSpc>
              <a:buNone/>
              <a:defRPr sz="3200" b="1">
                <a:solidFill>
                  <a:schemeClr val="tx1"/>
                </a:solidFill>
              </a:defRPr>
            </a:lvl1pPr>
          </a:lstStyle>
          <a:p xmlns:a="http://schemas.openxmlformats.org/drawingml/2006/main">
            <a:r>
              <a:t>Click to edit Master title style</a:t>
            </a:r>
          </a:p>
        </p:txBody>
      </p:sp>
      <p:sp>
        <p:nvSpPr>
          <p:cNvPr id="6" name="Text Placeholder 5">
            <a:extLst xmlns:a="http://schemas.openxmlformats.org/drawingml/2006/main">
              <a:ext uri="{FF2B5EF4-FFF2-40B4-BE49-F238E27FC236}">
                <a16:creationId xmlns:a16="http://schemas.microsoft.com/office/drawing/2014/main" id="{4A36FF17-F9F3-0957-AD05-F18D3D5D9623}"/>
              </a:ext>
            </a:extLst>
          </p:cNvPr>
          <p:cNvSpPr>
            <a:spLocks xmlns:a="http://schemas.openxmlformats.org/drawingml/2006/main" noGrp="1"/>
          </p:cNvSpPr>
          <p:nvPr>
            <p:ph type="body" idx="12" hasCustomPrompt="1"/>
          </p:nvPr>
        </p:nvSpPr>
        <p:spPr>
          <a:xfrm xmlns:a="http://schemas.openxmlformats.org/drawingml/2006/main">
            <a:off x="6095604" y="1308567"/>
            <a:ext cx="5277987" cy="1000125"/>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b="0" i="0">
                <a:solidFill>
                  <a:schemeClr val="tx1"/>
                </a:solidFill>
                <a:latin typeface="Oracle Sans Tab"/>
                <a:ea typeface="Oracle Sans Tab"/>
                <a:cs typeface="Oracle Sans Tab"/>
              </a:defRPr>
            </a:lvl1pPr>
          </a:lstStyle>
          <a:p xmlns:a="http://schemas.openxmlformats.org/drawingml/2006/main">
            <a:pPr>
              <a:buNone/>
            </a:pPr>
            <a:r>
              <a:t>Intro copy or subhead copy goes here, no more than 3 lines</a:t>
            </a:r>
          </a:p>
        </p:txBody>
      </p:sp>
      <p:sp>
        <p:nvSpPr>
          <p:cNvPr id="8" name="Picture Placeholder 7">
            <a:extLst xmlns:a="http://schemas.openxmlformats.org/drawingml/2006/main">
              <a:ext uri="{FF2B5EF4-FFF2-40B4-BE49-F238E27FC236}">
                <a16:creationId xmlns:a16="http://schemas.microsoft.com/office/drawing/2014/main" id="{30B7A9DC-8DB8-E382-172A-A425B0E9AA9C}"/>
              </a:ext>
            </a:extLst>
          </p:cNvPr>
          <p:cNvSpPr>
            <a:spLocks xmlns:a="http://schemas.openxmlformats.org/drawingml/2006/main" noGrp="1"/>
          </p:cNvSpPr>
          <p:nvPr>
            <p:ph type="pic" idx="13" hasCustomPrompt="1"/>
          </p:nvPr>
        </p:nvSpPr>
        <p:spPr>
          <a:xfrm xmlns:a="http://schemas.openxmlformats.org/drawingml/2006/main">
            <a:off x="6095603" y="2381250"/>
            <a:ext cx="667587" cy="667544"/>
          </a:xfrm>
          <a:prstGeom xmlns:a="http://schemas.openxmlformats.org/drawingml/2006/main" prst="rect">
            <a:avLst/>
          </a:prstGeom>
        </p:spPr>
        <p:txBody>
          <a:bodyPr xmlns:a="http://schemas.openxmlformats.org/drawingml/2006/main" anchor="ctr">
            <a:normAutofit/>
          </a:bodyPr>
          <a:lstStyle xmlns:a="http://schemas.openxmlformats.org/drawingml/2006/main">
            <a:lvl1pPr marL="0" indent="0" algn="ctr">
              <a:buNone/>
              <a:defRPr sz="1600">
                <a:solidFill>
                  <a:schemeClr val="tx1"/>
                </a:solidFill>
              </a:defRPr>
            </a:lvl1pPr>
          </a:lstStyle>
          <a:p xmlns:a="http://schemas.openxmlformats.org/drawingml/2006/main">
            <a:r>
              <a:t>Icon</a:t>
            </a:r>
          </a:p>
        </p:txBody>
      </p:sp>
      <p:sp>
        <p:nvSpPr>
          <p:cNvPr id="10" name="Text Placeholder 9">
            <a:extLst xmlns:a="http://schemas.openxmlformats.org/drawingml/2006/main">
              <a:ext uri="{FF2B5EF4-FFF2-40B4-BE49-F238E27FC236}">
                <a16:creationId xmlns:a16="http://schemas.microsoft.com/office/drawing/2014/main" id="{566D40C5-F7F2-3539-6999-2D283256E3C1}"/>
              </a:ext>
            </a:extLst>
          </p:cNvPr>
          <p:cNvSpPr>
            <a:spLocks xmlns:a="http://schemas.openxmlformats.org/drawingml/2006/main" noGrp="1"/>
          </p:cNvSpPr>
          <p:nvPr>
            <p:ph type="body" idx="14" hasCustomPrompt="1"/>
          </p:nvPr>
        </p:nvSpPr>
        <p:spPr>
          <a:xfrm xmlns:a="http://schemas.openxmlformats.org/drawingml/2006/main">
            <a:off x="7010856" y="2529168"/>
            <a:ext cx="4781861" cy="667544"/>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a:solidFill>
                  <a:schemeClr val="tx1"/>
                </a:solidFill>
              </a:defRPr>
            </a:lvl1pPr>
          </a:lstStyle>
          <a:p xmlns:a="http://schemas.openxmlformats.org/drawingml/2006/main">
            <a:pPr>
              <a:buNone/>
            </a:pPr>
            <a:r>
              <a:t>Copy goes here, do not exceed 2 lines of copy</a:t>
            </a:r>
          </a:p>
        </p:txBody>
      </p:sp>
      <p:sp>
        <p:nvSpPr>
          <p:cNvPr id="11" name="Picture Placeholder 7">
            <a:extLst xmlns:a="http://schemas.openxmlformats.org/drawingml/2006/main">
              <a:ext uri="{FF2B5EF4-FFF2-40B4-BE49-F238E27FC236}">
                <a16:creationId xmlns:a16="http://schemas.microsoft.com/office/drawing/2014/main" id="{0991BEB9-51BB-F077-EC9E-195DA698686E}"/>
              </a:ext>
            </a:extLst>
          </p:cNvPr>
          <p:cNvSpPr>
            <a:spLocks xmlns:a="http://schemas.openxmlformats.org/drawingml/2006/main" noGrp="1"/>
          </p:cNvSpPr>
          <p:nvPr>
            <p:ph type="pic" idx="15" hasCustomPrompt="1"/>
          </p:nvPr>
        </p:nvSpPr>
        <p:spPr>
          <a:xfrm xmlns:a="http://schemas.openxmlformats.org/drawingml/2006/main">
            <a:off x="6095603" y="3429001"/>
            <a:ext cx="667587" cy="667544"/>
          </a:xfrm>
          <a:prstGeom xmlns:a="http://schemas.openxmlformats.org/drawingml/2006/main" prst="rect">
            <a:avLst/>
          </a:prstGeom>
        </p:spPr>
        <p:txBody>
          <a:bodyPr xmlns:a="http://schemas.openxmlformats.org/drawingml/2006/main" anchor="ctr">
            <a:normAutofit/>
          </a:bodyPr>
          <a:lstStyle xmlns:a="http://schemas.openxmlformats.org/drawingml/2006/main">
            <a:lvl1pPr marL="0" indent="0" algn="ctr">
              <a:buNone/>
              <a:defRPr sz="1600">
                <a:solidFill>
                  <a:schemeClr val="tx1"/>
                </a:solidFill>
              </a:defRPr>
            </a:lvl1pPr>
          </a:lstStyle>
          <a:p xmlns:a="http://schemas.openxmlformats.org/drawingml/2006/main">
            <a:r>
              <a:t>Icon</a:t>
            </a:r>
          </a:p>
        </p:txBody>
      </p:sp>
      <p:sp>
        <p:nvSpPr>
          <p:cNvPr id="12" name="Text Placeholder 9">
            <a:extLst xmlns:a="http://schemas.openxmlformats.org/drawingml/2006/main">
              <a:ext uri="{FF2B5EF4-FFF2-40B4-BE49-F238E27FC236}">
                <a16:creationId xmlns:a16="http://schemas.microsoft.com/office/drawing/2014/main" id="{6D1033AF-581A-B853-652D-A540146FD490}"/>
              </a:ext>
            </a:extLst>
          </p:cNvPr>
          <p:cNvSpPr>
            <a:spLocks xmlns:a="http://schemas.openxmlformats.org/drawingml/2006/main" noGrp="1"/>
          </p:cNvSpPr>
          <p:nvPr>
            <p:ph type="body" idx="16" hasCustomPrompt="1"/>
          </p:nvPr>
        </p:nvSpPr>
        <p:spPr>
          <a:xfrm xmlns:a="http://schemas.openxmlformats.org/drawingml/2006/main">
            <a:off x="7010856" y="3576918"/>
            <a:ext cx="4781861" cy="667544"/>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a:solidFill>
                  <a:schemeClr val="tx1"/>
                </a:solidFill>
              </a:defRPr>
            </a:lvl1pPr>
          </a:lstStyle>
          <a:p xmlns:a="http://schemas.openxmlformats.org/drawingml/2006/main">
            <a:pPr>
              <a:buNone/>
            </a:pPr>
            <a:r>
              <a:t>Copy goes here, do not exceed 2 lines of copy</a:t>
            </a:r>
          </a:p>
        </p:txBody>
      </p:sp>
      <p:sp>
        <p:nvSpPr>
          <p:cNvPr id="13" name="Picture Placeholder 7">
            <a:extLst xmlns:a="http://schemas.openxmlformats.org/drawingml/2006/main">
              <a:ext uri="{FF2B5EF4-FFF2-40B4-BE49-F238E27FC236}">
                <a16:creationId xmlns:a16="http://schemas.microsoft.com/office/drawing/2014/main" id="{CC3296DC-4AB5-F02C-2B70-0A1223A2FA07}"/>
              </a:ext>
            </a:extLst>
          </p:cNvPr>
          <p:cNvSpPr>
            <a:spLocks xmlns:a="http://schemas.openxmlformats.org/drawingml/2006/main" noGrp="1"/>
          </p:cNvSpPr>
          <p:nvPr>
            <p:ph type="pic" idx="17" hasCustomPrompt="1"/>
          </p:nvPr>
        </p:nvSpPr>
        <p:spPr>
          <a:xfrm xmlns:a="http://schemas.openxmlformats.org/drawingml/2006/main">
            <a:off x="6095603" y="4476751"/>
            <a:ext cx="667587" cy="667544"/>
          </a:xfrm>
          <a:prstGeom xmlns:a="http://schemas.openxmlformats.org/drawingml/2006/main" prst="rect">
            <a:avLst/>
          </a:prstGeom>
        </p:spPr>
        <p:txBody>
          <a:bodyPr xmlns:a="http://schemas.openxmlformats.org/drawingml/2006/main" anchor="ctr">
            <a:normAutofit/>
          </a:bodyPr>
          <a:lstStyle xmlns:a="http://schemas.openxmlformats.org/drawingml/2006/main">
            <a:lvl1pPr marL="0" indent="0" algn="ctr">
              <a:buNone/>
              <a:defRPr sz="1600">
                <a:solidFill>
                  <a:schemeClr val="tx1"/>
                </a:solidFill>
              </a:defRPr>
            </a:lvl1pPr>
          </a:lstStyle>
          <a:p xmlns:a="http://schemas.openxmlformats.org/drawingml/2006/main">
            <a:r>
              <a:t>Icon</a:t>
            </a:r>
          </a:p>
        </p:txBody>
      </p:sp>
      <p:sp>
        <p:nvSpPr>
          <p:cNvPr id="14" name="Text Placeholder 9">
            <a:extLst xmlns:a="http://schemas.openxmlformats.org/drawingml/2006/main">
              <a:ext uri="{FF2B5EF4-FFF2-40B4-BE49-F238E27FC236}">
                <a16:creationId xmlns:a16="http://schemas.microsoft.com/office/drawing/2014/main" id="{D1ACBBE6-39A5-38B2-48B9-953EF0B15CAA}"/>
              </a:ext>
            </a:extLst>
          </p:cNvPr>
          <p:cNvSpPr>
            <a:spLocks xmlns:a="http://schemas.openxmlformats.org/drawingml/2006/main" noGrp="1"/>
          </p:cNvSpPr>
          <p:nvPr>
            <p:ph type="body" idx="18" hasCustomPrompt="1"/>
          </p:nvPr>
        </p:nvSpPr>
        <p:spPr>
          <a:xfrm xmlns:a="http://schemas.openxmlformats.org/drawingml/2006/main">
            <a:off x="7010856" y="4624668"/>
            <a:ext cx="4781861" cy="667544"/>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a:solidFill>
                  <a:schemeClr val="tx1"/>
                </a:solidFill>
              </a:defRPr>
            </a:lvl1pPr>
          </a:lstStyle>
          <a:p xmlns:a="http://schemas.openxmlformats.org/drawingml/2006/main">
            <a:pPr>
              <a:buNone/>
            </a:pPr>
            <a:r>
              <a:t>Copy goes here, do not exceed 2 lines of copy</a:t>
            </a:r>
          </a:p>
        </p:txBody>
      </p:sp>
      <p:sp>
        <p:nvSpPr>
          <p:cNvPr id="3" name="Date Placeholder 2">
            <a:extLst xmlns:a="http://schemas.openxmlformats.org/drawingml/2006/main">
              <a:ext uri="{FF2B5EF4-FFF2-40B4-BE49-F238E27FC236}">
                <a16:creationId xmlns:a16="http://schemas.microsoft.com/office/drawing/2014/main" id="{078A1592-428A-2EC4-98E4-077723536569}"/>
              </a:ext>
            </a:extLst>
          </p:cNvPr>
          <p:cNvSpPr>
            <a:spLocks xmlns:a="http://schemas.openxmlformats.org/drawingml/2006/main" noGrp="1"/>
          </p:cNvSpPr>
          <p:nvPr>
            <p:ph type="dt" idx="19"/>
          </p:nvPr>
        </p:nvSpPr>
        <p:spPr/>
        <p:txBody>
          <a:bodyPr xmlns:a="http://schemas.openxmlformats.org/drawingml/2006/main"/>
          <a:lstStyle xmlns:a="http://schemas.openxmlformats.org/drawingml/2006/main"/>
          <a:p xmlns:a="http://schemas.openxmlformats.org/drawingml/2006/main">
            <a:r>
              <a:t>[Date]</a:t>
            </a:r>
          </a:p>
        </p:txBody>
      </p:sp>
      <p:sp>
        <p:nvSpPr>
          <p:cNvPr id="5" name="Footer Placeholder 4">
            <a:extLst xmlns:a="http://schemas.openxmlformats.org/drawingml/2006/main">
              <a:ext uri="{FF2B5EF4-FFF2-40B4-BE49-F238E27FC236}">
                <a16:creationId xmlns:a16="http://schemas.microsoft.com/office/drawing/2014/main" id="{58044CCD-E2F2-A75E-F6CE-02D9345EA34A}"/>
              </a:ext>
            </a:extLst>
          </p:cNvPr>
          <p:cNvSpPr>
            <a:spLocks xmlns:a="http://schemas.openxmlformats.org/drawingml/2006/main" noGrp="1"/>
          </p:cNvSpPr>
          <p:nvPr>
            <p:ph type="ftr" idx="20"/>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7" name="Slide Number Placeholder 6">
            <a:extLst xmlns:a="http://schemas.openxmlformats.org/drawingml/2006/main">
              <a:ext uri="{FF2B5EF4-FFF2-40B4-BE49-F238E27FC236}">
                <a16:creationId xmlns:a16="http://schemas.microsoft.com/office/drawing/2014/main" id="{19007D50-85DB-20C7-F055-144405737B39}"/>
              </a:ext>
            </a:extLst>
          </p:cNvPr>
          <p:cNvSpPr>
            <a:spLocks xmlns:a="http://schemas.openxmlformats.org/drawingml/2006/main" noGrp="1"/>
          </p:cNvSpPr>
          <p:nvPr>
            <p:ph type="sldNum" idx="21"/>
          </p:nvPr>
        </p:nvSpPr>
        <p:spPr/>
        <p:txBody>
          <a:bodyPr xmlns:a="http://schemas.openxmlformats.org/drawingml/2006/main"/>
          <a:lstStyle xmlns:a="http://schemas.openxmlformats.org/drawingml/2006/main"/>
          <a:p xmlns:a="http://schemas.openxmlformats.org/drawingml/2006/main">
            <a:fld id="{345D60D9-5372-5F40-9443-0F9AE5BDC3C8}" type="slidenum">
              <a:t>‹#›</a:t>
            </a:fld>
          </a:p>
        </p:txBody>
      </p:sp>
    </p:spTree>
  </p:cSld>
</p:sldLayout>
</file>

<file path=ppt/slideLayouts/slideLayout60.xml><?xml version="1.0" encoding="utf-8"?>
<p:sldLayout xmlns:p="http://schemas.openxmlformats.org/presentationml/2006/main" preserve="1">
  <p:cSld name="Title + 3points Dark">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CA127B8-6459-BEBA-D16E-9D17C5D2578E}"/>
              </a:ext>
            </a:extLst>
          </p:cNvPr>
          <p:cNvSpPr>
            <a:spLocks xmlns:a="http://schemas.openxmlformats.org/drawingml/2006/main" noGrp="1"/>
          </p:cNvSpPr>
          <p:nvPr>
            <p:ph type="title" idx="0"/>
          </p:nvPr>
        </p:nvSpPr>
        <p:spPr>
          <a:xfrm xmlns:a="http://schemas.openxmlformats.org/drawingml/2006/main">
            <a:off x="778406" y="1123950"/>
            <a:ext cx="4941769" cy="4610100"/>
          </a:xfrm>
          <a:prstGeom xmlns:a="http://schemas.openxmlformats.org/drawingml/2006/main" prst="rect">
            <a:avLst/>
          </a:prstGeom>
        </p:spPr>
        <p:txBody>
          <a:bodyPr xmlns:a="http://schemas.openxmlformats.org/drawingml/2006/main" anchor="ctr"/>
          <a:lstStyle xmlns:a="http://schemas.openxmlformats.org/drawingml/2006/main">
            <a:lvl1pPr>
              <a:lnSpc>
                <a:spcPct val="100000"/>
              </a:lnSpc>
              <a:buNone/>
              <a:defRPr sz="3200" b="1">
                <a:solidFill>
                  <a:schemeClr val="tx1"/>
                </a:solidFill>
              </a:defRPr>
            </a:lvl1pPr>
          </a:lstStyle>
          <a:p xmlns:a="http://schemas.openxmlformats.org/drawingml/2006/main">
            <a:r>
              <a:t>Click to edit Master title style</a:t>
            </a:r>
          </a:p>
        </p:txBody>
      </p:sp>
      <p:sp>
        <p:nvSpPr>
          <p:cNvPr id="6" name="Text Placeholder 5">
            <a:extLst xmlns:a="http://schemas.openxmlformats.org/drawingml/2006/main">
              <a:ext uri="{FF2B5EF4-FFF2-40B4-BE49-F238E27FC236}">
                <a16:creationId xmlns:a16="http://schemas.microsoft.com/office/drawing/2014/main" id="{4A36FF17-F9F3-0957-AD05-F18D3D5D9623}"/>
              </a:ext>
            </a:extLst>
          </p:cNvPr>
          <p:cNvSpPr>
            <a:spLocks xmlns:a="http://schemas.openxmlformats.org/drawingml/2006/main" noGrp="1"/>
          </p:cNvSpPr>
          <p:nvPr>
            <p:ph type="body" idx="12" hasCustomPrompt="1"/>
          </p:nvPr>
        </p:nvSpPr>
        <p:spPr>
          <a:xfrm xmlns:a="http://schemas.openxmlformats.org/drawingml/2006/main">
            <a:off x="6095604" y="1308567"/>
            <a:ext cx="5277987" cy="1000125"/>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b="0" i="0">
                <a:solidFill>
                  <a:schemeClr val="tx1"/>
                </a:solidFill>
                <a:latin typeface="Oracle Sans Tab"/>
                <a:ea typeface="Oracle Sans Tab"/>
                <a:cs typeface="Oracle Sans Tab"/>
              </a:defRPr>
            </a:lvl1pPr>
          </a:lstStyle>
          <a:p xmlns:a="http://schemas.openxmlformats.org/drawingml/2006/main">
            <a:pPr>
              <a:buNone/>
            </a:pPr>
            <a:r>
              <a:t>Intro copy or subhead copy goes here, no more than 3 lines</a:t>
            </a:r>
          </a:p>
        </p:txBody>
      </p:sp>
      <p:sp>
        <p:nvSpPr>
          <p:cNvPr id="8" name="Picture Placeholder 7">
            <a:extLst xmlns:a="http://schemas.openxmlformats.org/drawingml/2006/main">
              <a:ext uri="{FF2B5EF4-FFF2-40B4-BE49-F238E27FC236}">
                <a16:creationId xmlns:a16="http://schemas.microsoft.com/office/drawing/2014/main" id="{30B7A9DC-8DB8-E382-172A-A425B0E9AA9C}"/>
              </a:ext>
            </a:extLst>
          </p:cNvPr>
          <p:cNvSpPr>
            <a:spLocks xmlns:a="http://schemas.openxmlformats.org/drawingml/2006/main" noGrp="1"/>
          </p:cNvSpPr>
          <p:nvPr>
            <p:ph type="pic" idx="13" hasCustomPrompt="1"/>
          </p:nvPr>
        </p:nvSpPr>
        <p:spPr>
          <a:xfrm xmlns:a="http://schemas.openxmlformats.org/drawingml/2006/main">
            <a:off x="6095603" y="2381250"/>
            <a:ext cx="667587" cy="667544"/>
          </a:xfrm>
          <a:prstGeom xmlns:a="http://schemas.openxmlformats.org/drawingml/2006/main" prst="rect">
            <a:avLst/>
          </a:prstGeom>
        </p:spPr>
        <p:txBody>
          <a:bodyPr xmlns:a="http://schemas.openxmlformats.org/drawingml/2006/main" anchor="ctr">
            <a:normAutofit/>
          </a:bodyPr>
          <a:lstStyle xmlns:a="http://schemas.openxmlformats.org/drawingml/2006/main">
            <a:lvl1pPr marL="0" indent="0" algn="ctr">
              <a:buNone/>
              <a:defRPr sz="1600">
                <a:solidFill>
                  <a:schemeClr val="tx1"/>
                </a:solidFill>
              </a:defRPr>
            </a:lvl1pPr>
          </a:lstStyle>
          <a:p xmlns:a="http://schemas.openxmlformats.org/drawingml/2006/main">
            <a:r>
              <a:t>Icon</a:t>
            </a:r>
          </a:p>
        </p:txBody>
      </p:sp>
      <p:sp>
        <p:nvSpPr>
          <p:cNvPr id="10" name="Text Placeholder 9">
            <a:extLst xmlns:a="http://schemas.openxmlformats.org/drawingml/2006/main">
              <a:ext uri="{FF2B5EF4-FFF2-40B4-BE49-F238E27FC236}">
                <a16:creationId xmlns:a16="http://schemas.microsoft.com/office/drawing/2014/main" id="{566D40C5-F7F2-3539-6999-2D283256E3C1}"/>
              </a:ext>
            </a:extLst>
          </p:cNvPr>
          <p:cNvSpPr>
            <a:spLocks xmlns:a="http://schemas.openxmlformats.org/drawingml/2006/main" noGrp="1"/>
          </p:cNvSpPr>
          <p:nvPr>
            <p:ph type="body" idx="14" hasCustomPrompt="1"/>
          </p:nvPr>
        </p:nvSpPr>
        <p:spPr>
          <a:xfrm xmlns:a="http://schemas.openxmlformats.org/drawingml/2006/main">
            <a:off x="7010856" y="2529168"/>
            <a:ext cx="4781861" cy="667544"/>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a:solidFill>
                  <a:schemeClr val="tx1"/>
                </a:solidFill>
              </a:defRPr>
            </a:lvl1pPr>
          </a:lstStyle>
          <a:p xmlns:a="http://schemas.openxmlformats.org/drawingml/2006/main">
            <a:pPr>
              <a:buNone/>
            </a:pPr>
            <a:r>
              <a:t>Copy goes here, do not exceed 2 lines of copy</a:t>
            </a:r>
          </a:p>
        </p:txBody>
      </p:sp>
      <p:sp>
        <p:nvSpPr>
          <p:cNvPr id="11" name="Picture Placeholder 7">
            <a:extLst xmlns:a="http://schemas.openxmlformats.org/drawingml/2006/main">
              <a:ext uri="{FF2B5EF4-FFF2-40B4-BE49-F238E27FC236}">
                <a16:creationId xmlns:a16="http://schemas.microsoft.com/office/drawing/2014/main" id="{0991BEB9-51BB-F077-EC9E-195DA698686E}"/>
              </a:ext>
            </a:extLst>
          </p:cNvPr>
          <p:cNvSpPr>
            <a:spLocks xmlns:a="http://schemas.openxmlformats.org/drawingml/2006/main" noGrp="1"/>
          </p:cNvSpPr>
          <p:nvPr>
            <p:ph type="pic" idx="15" hasCustomPrompt="1"/>
          </p:nvPr>
        </p:nvSpPr>
        <p:spPr>
          <a:xfrm xmlns:a="http://schemas.openxmlformats.org/drawingml/2006/main">
            <a:off x="6095603" y="3429001"/>
            <a:ext cx="667587" cy="667544"/>
          </a:xfrm>
          <a:prstGeom xmlns:a="http://schemas.openxmlformats.org/drawingml/2006/main" prst="rect">
            <a:avLst/>
          </a:prstGeom>
        </p:spPr>
        <p:txBody>
          <a:bodyPr xmlns:a="http://schemas.openxmlformats.org/drawingml/2006/main" anchor="ctr">
            <a:normAutofit/>
          </a:bodyPr>
          <a:lstStyle xmlns:a="http://schemas.openxmlformats.org/drawingml/2006/main">
            <a:lvl1pPr marL="0" indent="0" algn="ctr">
              <a:buNone/>
              <a:defRPr sz="1600">
                <a:solidFill>
                  <a:schemeClr val="tx1"/>
                </a:solidFill>
              </a:defRPr>
            </a:lvl1pPr>
          </a:lstStyle>
          <a:p xmlns:a="http://schemas.openxmlformats.org/drawingml/2006/main">
            <a:r>
              <a:t>Icon</a:t>
            </a:r>
          </a:p>
        </p:txBody>
      </p:sp>
      <p:sp>
        <p:nvSpPr>
          <p:cNvPr id="12" name="Text Placeholder 9">
            <a:extLst xmlns:a="http://schemas.openxmlformats.org/drawingml/2006/main">
              <a:ext uri="{FF2B5EF4-FFF2-40B4-BE49-F238E27FC236}">
                <a16:creationId xmlns:a16="http://schemas.microsoft.com/office/drawing/2014/main" id="{6D1033AF-581A-B853-652D-A540146FD490}"/>
              </a:ext>
            </a:extLst>
          </p:cNvPr>
          <p:cNvSpPr>
            <a:spLocks xmlns:a="http://schemas.openxmlformats.org/drawingml/2006/main" noGrp="1"/>
          </p:cNvSpPr>
          <p:nvPr>
            <p:ph type="body" idx="16" hasCustomPrompt="1"/>
          </p:nvPr>
        </p:nvSpPr>
        <p:spPr>
          <a:xfrm xmlns:a="http://schemas.openxmlformats.org/drawingml/2006/main">
            <a:off x="7010856" y="3576918"/>
            <a:ext cx="4781861" cy="667544"/>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a:solidFill>
                  <a:schemeClr val="tx1"/>
                </a:solidFill>
              </a:defRPr>
            </a:lvl1pPr>
          </a:lstStyle>
          <a:p xmlns:a="http://schemas.openxmlformats.org/drawingml/2006/main">
            <a:pPr>
              <a:buNone/>
            </a:pPr>
            <a:r>
              <a:t>Copy goes here, do not exceed 2 lines of copy</a:t>
            </a:r>
          </a:p>
        </p:txBody>
      </p:sp>
      <p:sp>
        <p:nvSpPr>
          <p:cNvPr id="13" name="Picture Placeholder 7">
            <a:extLst xmlns:a="http://schemas.openxmlformats.org/drawingml/2006/main">
              <a:ext uri="{FF2B5EF4-FFF2-40B4-BE49-F238E27FC236}">
                <a16:creationId xmlns:a16="http://schemas.microsoft.com/office/drawing/2014/main" id="{CC3296DC-4AB5-F02C-2B70-0A1223A2FA07}"/>
              </a:ext>
            </a:extLst>
          </p:cNvPr>
          <p:cNvSpPr>
            <a:spLocks xmlns:a="http://schemas.openxmlformats.org/drawingml/2006/main" noGrp="1"/>
          </p:cNvSpPr>
          <p:nvPr>
            <p:ph type="pic" idx="17" hasCustomPrompt="1"/>
          </p:nvPr>
        </p:nvSpPr>
        <p:spPr>
          <a:xfrm xmlns:a="http://schemas.openxmlformats.org/drawingml/2006/main">
            <a:off x="6095603" y="4476751"/>
            <a:ext cx="667587" cy="667544"/>
          </a:xfrm>
          <a:prstGeom xmlns:a="http://schemas.openxmlformats.org/drawingml/2006/main" prst="rect">
            <a:avLst/>
          </a:prstGeom>
        </p:spPr>
        <p:txBody>
          <a:bodyPr xmlns:a="http://schemas.openxmlformats.org/drawingml/2006/main" anchor="ctr">
            <a:normAutofit/>
          </a:bodyPr>
          <a:lstStyle xmlns:a="http://schemas.openxmlformats.org/drawingml/2006/main">
            <a:lvl1pPr marL="0" indent="0" algn="ctr">
              <a:buNone/>
              <a:defRPr sz="1600">
                <a:solidFill>
                  <a:schemeClr val="tx1"/>
                </a:solidFill>
              </a:defRPr>
            </a:lvl1pPr>
          </a:lstStyle>
          <a:p xmlns:a="http://schemas.openxmlformats.org/drawingml/2006/main">
            <a:r>
              <a:t>Icon</a:t>
            </a:r>
          </a:p>
        </p:txBody>
      </p:sp>
      <p:sp>
        <p:nvSpPr>
          <p:cNvPr id="14" name="Text Placeholder 9">
            <a:extLst xmlns:a="http://schemas.openxmlformats.org/drawingml/2006/main">
              <a:ext uri="{FF2B5EF4-FFF2-40B4-BE49-F238E27FC236}">
                <a16:creationId xmlns:a16="http://schemas.microsoft.com/office/drawing/2014/main" id="{D1ACBBE6-39A5-38B2-48B9-953EF0B15CAA}"/>
              </a:ext>
            </a:extLst>
          </p:cNvPr>
          <p:cNvSpPr>
            <a:spLocks xmlns:a="http://schemas.openxmlformats.org/drawingml/2006/main" noGrp="1"/>
          </p:cNvSpPr>
          <p:nvPr>
            <p:ph type="body" idx="18" hasCustomPrompt="1"/>
          </p:nvPr>
        </p:nvSpPr>
        <p:spPr>
          <a:xfrm xmlns:a="http://schemas.openxmlformats.org/drawingml/2006/main">
            <a:off x="7010856" y="4624668"/>
            <a:ext cx="4781861" cy="667544"/>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a:solidFill>
                  <a:schemeClr val="tx1"/>
                </a:solidFill>
              </a:defRPr>
            </a:lvl1pPr>
          </a:lstStyle>
          <a:p xmlns:a="http://schemas.openxmlformats.org/drawingml/2006/main">
            <a:pPr>
              <a:buNone/>
            </a:pPr>
            <a:r>
              <a:t>Copy goes here, do not exceed 2 lines of copy</a:t>
            </a:r>
          </a:p>
        </p:txBody>
      </p:sp>
      <p:sp>
        <p:nvSpPr>
          <p:cNvPr id="4" name="Date Placeholder 3">
            <a:extLst xmlns:a="http://schemas.openxmlformats.org/drawingml/2006/main">
              <a:ext uri="{FF2B5EF4-FFF2-40B4-BE49-F238E27FC236}">
                <a16:creationId xmlns:a16="http://schemas.microsoft.com/office/drawing/2014/main" id="{998C7B89-9919-27D5-3CA3-59231744A8D1}"/>
              </a:ext>
            </a:extLst>
          </p:cNvPr>
          <p:cNvSpPr>
            <a:spLocks xmlns:a="http://schemas.openxmlformats.org/drawingml/2006/main" noGrp="1"/>
          </p:cNvSpPr>
          <p:nvPr>
            <p:ph type="dt" idx="19"/>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9" name="Footer Placeholder 8">
            <a:extLst xmlns:a="http://schemas.openxmlformats.org/drawingml/2006/main">
              <a:ext uri="{FF2B5EF4-FFF2-40B4-BE49-F238E27FC236}">
                <a16:creationId xmlns:a16="http://schemas.microsoft.com/office/drawing/2014/main" id="{3E870DE9-DE63-752A-F432-5906F9312978}"/>
              </a:ext>
            </a:extLst>
          </p:cNvPr>
          <p:cNvSpPr>
            <a:spLocks xmlns:a="http://schemas.openxmlformats.org/drawingml/2006/main" noGrp="1"/>
          </p:cNvSpPr>
          <p:nvPr>
            <p:ph type="ftr" idx="2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5" name="Slide Number Placeholder 14">
            <a:extLst xmlns:a="http://schemas.openxmlformats.org/drawingml/2006/main">
              <a:ext uri="{FF2B5EF4-FFF2-40B4-BE49-F238E27FC236}">
                <a16:creationId xmlns:a16="http://schemas.microsoft.com/office/drawing/2014/main" id="{883696C6-F350-8E61-ECA5-EDD80B9EF607}"/>
              </a:ext>
            </a:extLst>
          </p:cNvPr>
          <p:cNvSpPr>
            <a:spLocks xmlns:a="http://schemas.openxmlformats.org/drawingml/2006/main" noGrp="1"/>
          </p:cNvSpPr>
          <p:nvPr>
            <p:ph type="sldNum" idx="2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Tree>
  </p:cSld>
</p:sldLayout>
</file>

<file path=ppt/slideLayouts/slideLayout61.xml><?xml version="1.0" encoding="utf-8"?>
<p:sldLayout xmlns:p="http://schemas.openxmlformats.org/presentationml/2006/main" preserve="1" userDrawn="1">
  <p:cSld name="Light - Title">
    <p:bg>
      <p:bgRef idx="1001">
        <a:schemeClr xmlns:a="http://schemas.openxmlformats.org/drawingml/2006/main" val="bg2"/>
      </p:bgRef>
    </p:bg>
    <p:spTree>
      <p:nvGrpSpPr>
        <p:cNvPr id="1" name=""/>
        <p:cNvGrpSpPr/>
        <p:nvPr/>
      </p:nvGrpSpPr>
      <p:grpSpPr>
        <a:xfrm xmlns:a="http://schemas.openxmlformats.org/drawingml/2006/main"/>
      </p:grpSpPr>
      <p:sp>
        <p:nvSpPr>
          <p:cNvPr id="8" name="Title 3">
            <a:extLst xmlns:a="http://schemas.openxmlformats.org/drawingml/2006/main">
              <a:ext uri="{FF2B5EF4-FFF2-40B4-BE49-F238E27FC236}">
                <a16:creationId xmlns:a16="http://schemas.microsoft.com/office/drawing/2014/main" id="{0638DF7B-BBB6-684E-A5BB-80F1125943EF}"/>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Date Placeholder 2">
            <a:extLst xmlns:a="http://schemas.openxmlformats.org/drawingml/2006/main">
              <a:ext uri="{FF2B5EF4-FFF2-40B4-BE49-F238E27FC236}">
                <a16:creationId xmlns:a16="http://schemas.microsoft.com/office/drawing/2014/main" id="{1A717C8D-5EC6-2E03-FE32-AE0BA356B53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[Date]</a:t>
            </a:r>
          </a:p>
        </p:txBody>
      </p:sp>
      <p:sp>
        <p:nvSpPr>
          <p:cNvPr id="4" name="Footer Placeholder 3">
            <a:extLst xmlns:a="http://schemas.openxmlformats.org/drawingml/2006/main">
              <a:ext uri="{FF2B5EF4-FFF2-40B4-BE49-F238E27FC236}">
                <a16:creationId xmlns:a16="http://schemas.microsoft.com/office/drawing/2014/main" id="{0BB1B9ED-D3AD-56B3-0FDA-A9021AFF92A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5" name="Slide Number Placeholder 4">
            <a:extLst xmlns:a="http://schemas.openxmlformats.org/drawingml/2006/main">
              <a:ext uri="{FF2B5EF4-FFF2-40B4-BE49-F238E27FC236}">
                <a16:creationId xmlns:a16="http://schemas.microsoft.com/office/drawing/2014/main" id="{BFE285C2-B932-57F8-DC51-30D032A454C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345D60D9-5372-5F40-9443-0F9AE5BDC3C8}" type="slidenum">
              <a:t>‹#›</a:t>
            </a:fld>
          </a:p>
        </p:txBody>
      </p:sp>
    </p:spTree>
  </p:cSld>
</p:sldLayout>
</file>

<file path=ppt/slideLayouts/slideLayout62.xml><?xml version="1.0" encoding="utf-8"?>
<p:sldLayout xmlns:p="http://schemas.openxmlformats.org/presentationml/2006/main" preserve="1" userDrawn="1">
  <p:cSld name="Dark - Title">
    <p:bg>
      <p:bgRef idx="1001">
        <a:schemeClr xmlns:a="http://schemas.openxmlformats.org/drawingml/2006/main" val="bg2"/>
      </p:bgRef>
    </p:bg>
    <p:spTree>
      <p:nvGrpSpPr>
        <p:cNvPr id="1" name=""/>
        <p:cNvGrpSpPr/>
        <p:nvPr/>
      </p:nvGrpSpPr>
      <p:grpSpPr>
        <a:xfrm xmlns:a="http://schemas.openxmlformats.org/drawingml/2006/main"/>
      </p:grpSpPr>
      <p:sp>
        <p:nvSpPr>
          <p:cNvPr id="8" name="Title 3">
            <a:extLst xmlns:a="http://schemas.openxmlformats.org/drawingml/2006/main">
              <a:ext uri="{FF2B5EF4-FFF2-40B4-BE49-F238E27FC236}">
                <a16:creationId xmlns:a16="http://schemas.microsoft.com/office/drawing/2014/main" id="{0638DF7B-BBB6-684E-A5BB-80F1125943EF}"/>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Title</a:t>
            </a:r>
          </a:p>
        </p:txBody>
      </p:sp>
      <p:sp>
        <p:nvSpPr>
          <p:cNvPr id="9" name="Date Placeholder 8">
            <a:extLst xmlns:a="http://schemas.openxmlformats.org/drawingml/2006/main">
              <a:ext uri="{FF2B5EF4-FFF2-40B4-BE49-F238E27FC236}">
                <a16:creationId xmlns:a16="http://schemas.microsoft.com/office/drawing/2014/main" id="{4ACA5DC3-86B0-1F65-3F2B-CA7D6A4147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10" name="Footer Placeholder 9">
            <a:extLst xmlns:a="http://schemas.openxmlformats.org/drawingml/2006/main">
              <a:ext uri="{FF2B5EF4-FFF2-40B4-BE49-F238E27FC236}">
                <a16:creationId xmlns:a16="http://schemas.microsoft.com/office/drawing/2014/main" id="{8EEC5612-9EFC-A5C7-60F5-422AA3E3BA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1" name="Slide Number Placeholder 10">
            <a:extLst xmlns:a="http://schemas.openxmlformats.org/drawingml/2006/main">
              <a:ext uri="{FF2B5EF4-FFF2-40B4-BE49-F238E27FC236}">
                <a16:creationId xmlns:a16="http://schemas.microsoft.com/office/drawing/2014/main" id="{B01A2761-9610-DAD1-E4E2-18899B9B52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Tree>
  </p:cSld>
</p:sldLayout>
</file>

<file path=ppt/slideLayouts/slideLayout63.xml><?xml version="1.0" encoding="utf-8"?>
<p:sldLayout xmlns:p="http://schemas.openxmlformats.org/presentationml/2006/main" preserve="1" userDrawn="1">
  <p:cSld name="Light - Title/Subtitle">
    <p:bg>
      <p:bgRef idx="1001">
        <a:schemeClr xmlns:a="http://schemas.openxmlformats.org/drawingml/2006/main" val="bg2"/>
      </p:bgRef>
    </p:bg>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AC6A8D35-C90D-428D-8E15-6F958679D947}"/>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Subtitle">
            <a:extLst xmlns:a="http://schemas.openxmlformats.org/drawingml/2006/main">
              <a:ext uri="{FF2B5EF4-FFF2-40B4-BE49-F238E27FC236}">
                <a16:creationId xmlns:a16="http://schemas.microsoft.com/office/drawing/2014/main" id="{120DA5B7-17E8-2CF4-4B51-F677DF6CE73C}"/>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a:buNone/>
            </a:pPr>
            <a:r>
              <a:t>Subtitle</a:t>
            </a:r>
          </a:p>
        </p:txBody>
      </p:sp>
      <p:sp>
        <p:nvSpPr>
          <p:cNvPr id="2" name="Date Placeholder 1">
            <a:extLst xmlns:a="http://schemas.openxmlformats.org/drawingml/2006/main">
              <a:ext uri="{FF2B5EF4-FFF2-40B4-BE49-F238E27FC236}">
                <a16:creationId xmlns:a16="http://schemas.microsoft.com/office/drawing/2014/main" id="{8D11770B-32A5-FC20-4AEA-99D4D7D2C379}"/>
              </a:ext>
            </a:extLst>
          </p:cNvPr>
          <p:cNvSpPr>
            <a:spLocks xmlns:a="http://schemas.openxmlformats.org/drawingml/2006/main" noGrp="1"/>
          </p:cNvSpPr>
          <p:nvPr>
            <p:ph type="dt" idx="12"/>
          </p:nvPr>
        </p:nvSpPr>
        <p:spPr/>
        <p:txBody>
          <a:bodyPr xmlns:a="http://schemas.openxmlformats.org/drawingml/2006/main"/>
          <a:lstStyle xmlns:a="http://schemas.openxmlformats.org/drawingml/2006/main"/>
          <a:p xmlns:a="http://schemas.openxmlformats.org/drawingml/2006/main">
            <a:r>
              <a:t>[Date]</a:t>
            </a:r>
          </a:p>
        </p:txBody>
      </p:sp>
      <p:sp>
        <p:nvSpPr>
          <p:cNvPr id="7" name="Footer Placeholder 6">
            <a:extLst xmlns:a="http://schemas.openxmlformats.org/drawingml/2006/main">
              <a:ext uri="{FF2B5EF4-FFF2-40B4-BE49-F238E27FC236}">
                <a16:creationId xmlns:a16="http://schemas.microsoft.com/office/drawing/2014/main" id="{94942D56-A4AA-64BD-C5B3-F1A651AA15F4}"/>
              </a:ext>
            </a:extLst>
          </p:cNvPr>
          <p:cNvSpPr>
            <a:spLocks xmlns:a="http://schemas.openxmlformats.org/drawingml/2006/main" noGrp="1"/>
          </p:cNvSpPr>
          <p:nvPr>
            <p:ph type="ftr" idx="13"/>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8" name="Slide Number Placeholder 7">
            <a:extLst xmlns:a="http://schemas.openxmlformats.org/drawingml/2006/main">
              <a:ext uri="{FF2B5EF4-FFF2-40B4-BE49-F238E27FC236}">
                <a16:creationId xmlns:a16="http://schemas.microsoft.com/office/drawing/2014/main" id="{E3919A85-F8E5-83F6-8177-442319079E82}"/>
              </a:ext>
            </a:extLst>
          </p:cNvPr>
          <p:cNvSpPr>
            <a:spLocks xmlns:a="http://schemas.openxmlformats.org/drawingml/2006/main" noGrp="1"/>
          </p:cNvSpPr>
          <p:nvPr>
            <p:ph type="sldNum" idx="14"/>
          </p:nvPr>
        </p:nvSpPr>
        <p:spPr/>
        <p:txBody>
          <a:bodyPr xmlns:a="http://schemas.openxmlformats.org/drawingml/2006/main"/>
          <a:lstStyle xmlns:a="http://schemas.openxmlformats.org/drawingml/2006/main"/>
          <a:p xmlns:a="http://schemas.openxmlformats.org/drawingml/2006/main">
            <a:fld id="{345D60D9-5372-5F40-9443-0F9AE5BDC3C8}" type="slidenum">
              <a:t>‹#›</a:t>
            </a:fld>
          </a:p>
        </p:txBody>
      </p:sp>
    </p:spTree>
  </p:cSld>
</p:sldLayout>
</file>

<file path=ppt/slideLayouts/slideLayout64.xml><?xml version="1.0" encoding="utf-8"?>
<p:sldLayout xmlns:p="http://schemas.openxmlformats.org/presentationml/2006/main" preserve="1" userDrawn="1">
  <p:cSld name="Dark - Title/Subtitle">
    <p:bg>
      <p:bgRef idx="1001">
        <a:schemeClr xmlns:a="http://schemas.openxmlformats.org/drawingml/2006/main" val="bg2"/>
      </p:bgRef>
    </p:bg>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1FF06-338B-46FE-B4FE-F72B7ABAED7F}"/>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6" name="Subtitle">
            <a:extLst xmlns:a="http://schemas.openxmlformats.org/drawingml/2006/main">
              <a:ext uri="{FF2B5EF4-FFF2-40B4-BE49-F238E27FC236}">
                <a16:creationId xmlns:a16="http://schemas.microsoft.com/office/drawing/2014/main" id="{756DCC98-315C-61EE-3BD9-275F39B0D5BB}"/>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a:buNone/>
            </a:pPr>
            <a:r>
              <a:t>Subtitle</a:t>
            </a:r>
          </a:p>
        </p:txBody>
      </p:sp>
      <p:sp>
        <p:nvSpPr>
          <p:cNvPr id="2" name="Date Placeholder 1">
            <a:extLst xmlns:a="http://schemas.openxmlformats.org/drawingml/2006/main">
              <a:ext uri="{FF2B5EF4-FFF2-40B4-BE49-F238E27FC236}">
                <a16:creationId xmlns:a16="http://schemas.microsoft.com/office/drawing/2014/main" id="{0D371182-26A9-2156-0553-E34D067D3EE0}"/>
              </a:ext>
            </a:extLst>
          </p:cNvPr>
          <p:cNvSpPr>
            <a:spLocks xmlns:a="http://schemas.openxmlformats.org/drawingml/2006/main" noGrp="1"/>
          </p:cNvSpPr>
          <p:nvPr>
            <p:ph type="dt" idx="1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3" name="Footer Placeholder 2">
            <a:extLst xmlns:a="http://schemas.openxmlformats.org/drawingml/2006/main">
              <a:ext uri="{FF2B5EF4-FFF2-40B4-BE49-F238E27FC236}">
                <a16:creationId xmlns:a16="http://schemas.microsoft.com/office/drawing/2014/main" id="{15904337-652A-F60A-384B-A215C2E930D5}"/>
              </a:ext>
            </a:extLst>
          </p:cNvPr>
          <p:cNvSpPr>
            <a:spLocks xmlns:a="http://schemas.openxmlformats.org/drawingml/2006/main" noGrp="1"/>
          </p:cNvSpPr>
          <p:nvPr>
            <p:ph type="ftr" idx="13"/>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7" name="Slide Number Placeholder 6">
            <a:extLst xmlns:a="http://schemas.openxmlformats.org/drawingml/2006/main">
              <a:ext uri="{FF2B5EF4-FFF2-40B4-BE49-F238E27FC236}">
                <a16:creationId xmlns:a16="http://schemas.microsoft.com/office/drawing/2014/main" id="{025AB84E-2CD6-A676-1BC4-28536EDB000A}"/>
              </a:ext>
            </a:extLst>
          </p:cNvPr>
          <p:cNvSpPr>
            <a:spLocks xmlns:a="http://schemas.openxmlformats.org/drawingml/2006/main" noGrp="1"/>
          </p:cNvSpPr>
          <p:nvPr>
            <p:ph type="sldNum" idx="14"/>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Tree>
  </p:cSld>
</p:sldLayout>
</file>

<file path=ppt/slideLayouts/slideLayout65.xml><?xml version="1.0" encoding="utf-8"?>
<p:sldLayout xmlns:p="http://schemas.openxmlformats.org/presentationml/2006/main" preserve="1" userDrawn="1">
  <p:cSld name="Light - Title 1 Column">
    <p:bg>
      <p:bgRef idx="1001">
        <a:schemeClr xmlns:a="http://schemas.openxmlformats.org/drawingml/2006/main" val="bg2"/>
      </p:bgRef>
    </p:bg>
    <p:spTree>
      <p:nvGrpSpPr>
        <p:cNvPr id="1" name=""/>
        <p:cNvGrpSpPr/>
        <p:nvPr/>
      </p:nvGrpSpPr>
      <p:grpSpPr>
        <a:xfrm xmlns:a="http://schemas.openxmlformats.org/drawingml/2006/main"/>
      </p:grpSpPr>
      <p:sp>
        <p:nvSpPr>
          <p:cNvPr id="13" name="Title 12">
            <a:extLst xmlns:a="http://schemas.openxmlformats.org/drawingml/2006/main">
              <a:ext uri="{FF2B5EF4-FFF2-40B4-BE49-F238E27FC236}">
                <a16:creationId xmlns:a16="http://schemas.microsoft.com/office/drawing/2014/main" id="{B4B5BB6C-77A2-4299-98DB-F23A8BBC354D}"/>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2" name="Content">
            <a:extLst xmlns:a="http://schemas.openxmlformats.org/drawingml/2006/main">
              <a:ext uri="{FF2B5EF4-FFF2-40B4-BE49-F238E27FC236}">
                <a16:creationId xmlns:a16="http://schemas.microsoft.com/office/drawing/2014/main" id="{5D03235E-81C6-F058-9141-4468DA219785}"/>
              </a:ext>
            </a:extLst>
          </p:cNvPr>
          <p:cNvSpPr>
            <a:spLocks xmlns:a="http://schemas.openxmlformats.org/drawingml/2006/main" noGrp="1"/>
          </p:cNvSpPr>
          <p:nvPr>
            <p:ph idx="14"/>
          </p:nvPr>
        </p:nvSpPr>
        <p:spPr>
          <a:xfrm xmlns:a="http://schemas.openxmlformats.org/drawingml/2006/main">
            <a:off x="766762" y="1600199"/>
            <a:ext cx="10671048"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6" name="Date Placeholder 5">
            <a:extLst xmlns:a="http://schemas.openxmlformats.org/drawingml/2006/main">
              <a:ext uri="{FF2B5EF4-FFF2-40B4-BE49-F238E27FC236}">
                <a16:creationId xmlns:a16="http://schemas.microsoft.com/office/drawing/2014/main" id="{7AE25497-EB32-37FB-7B7C-5AACD4F9D2DF}"/>
              </a:ext>
            </a:extLst>
          </p:cNvPr>
          <p:cNvSpPr>
            <a:spLocks xmlns:a="http://schemas.openxmlformats.org/drawingml/2006/main" noGrp="1"/>
          </p:cNvSpPr>
          <p:nvPr>
            <p:ph type="dt" idx="15"/>
          </p:nvPr>
        </p:nvSpPr>
        <p:spPr/>
        <p:txBody>
          <a:bodyPr xmlns:a="http://schemas.openxmlformats.org/drawingml/2006/main"/>
          <a:lstStyle xmlns:a="http://schemas.openxmlformats.org/drawingml/2006/main"/>
          <a:p xmlns:a="http://schemas.openxmlformats.org/drawingml/2006/main">
            <a:r>
              <a:t>[Date]</a:t>
            </a:r>
          </a:p>
        </p:txBody>
      </p:sp>
      <p:sp>
        <p:nvSpPr>
          <p:cNvPr id="7" name="Footer Placeholder 6">
            <a:extLst xmlns:a="http://schemas.openxmlformats.org/drawingml/2006/main">
              <a:ext uri="{FF2B5EF4-FFF2-40B4-BE49-F238E27FC236}">
                <a16:creationId xmlns:a16="http://schemas.microsoft.com/office/drawing/2014/main" id="{CF729C5D-6FF3-FF26-11CE-C82C183E6466}"/>
              </a:ext>
            </a:extLst>
          </p:cNvPr>
          <p:cNvSpPr>
            <a:spLocks xmlns:a="http://schemas.openxmlformats.org/drawingml/2006/main" noGrp="1"/>
          </p:cNvSpPr>
          <p:nvPr>
            <p:ph type="ftr" idx="16"/>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8" name="Slide Number Placeholder 7">
            <a:extLst xmlns:a="http://schemas.openxmlformats.org/drawingml/2006/main">
              <a:ext uri="{FF2B5EF4-FFF2-40B4-BE49-F238E27FC236}">
                <a16:creationId xmlns:a16="http://schemas.microsoft.com/office/drawing/2014/main" id="{E407E1E2-BFA1-3887-DB9A-2239E245B72C}"/>
              </a:ext>
            </a:extLst>
          </p:cNvPr>
          <p:cNvSpPr>
            <a:spLocks xmlns:a="http://schemas.openxmlformats.org/drawingml/2006/main" noGrp="1"/>
          </p:cNvSpPr>
          <p:nvPr>
            <p:ph type="sldNum" idx="17"/>
          </p:nvPr>
        </p:nvSpPr>
        <p:spPr/>
        <p:txBody>
          <a:bodyPr xmlns:a="http://schemas.openxmlformats.org/drawingml/2006/main"/>
          <a:lstStyle xmlns:a="http://schemas.openxmlformats.org/drawingml/2006/main"/>
          <a:p xmlns:a="http://schemas.openxmlformats.org/drawingml/2006/main">
            <a:fld id="{345D60D9-5372-5F40-9443-0F9AE5BDC3C8}" type="slidenum">
              <a:t>‹#›</a:t>
            </a:fld>
          </a:p>
        </p:txBody>
      </p:sp>
    </p:spTree>
  </p:cSld>
</p:sldLayout>
</file>

<file path=ppt/slideLayouts/slideLayout66.xml><?xml version="1.0" encoding="utf-8"?>
<p:sldLayout xmlns:p="http://schemas.openxmlformats.org/presentationml/2006/main" preserve="1" userDrawn="1">
  <p:cSld name="Dark - Title 1 Column">
    <p:bg>
      <p:bgRef idx="1001">
        <a:schemeClr xmlns:a="http://schemas.openxmlformats.org/drawingml/2006/main" val="bg2"/>
      </p:bgRef>
    </p:bg>
    <p:spTree>
      <p:nvGrpSpPr>
        <p:cNvPr id="1" name=""/>
        <p:cNvGrpSpPr/>
        <p:nvPr/>
      </p:nvGrpSpPr>
      <p:grpSpPr>
        <a:xfrm xmlns:a="http://schemas.openxmlformats.org/drawingml/2006/main"/>
      </p:grpSpPr>
      <p:sp>
        <p:nvSpPr>
          <p:cNvPr id="13" name="Title 12">
            <a:extLst xmlns:a="http://schemas.openxmlformats.org/drawingml/2006/main">
              <a:ext uri="{FF2B5EF4-FFF2-40B4-BE49-F238E27FC236}">
                <a16:creationId xmlns:a16="http://schemas.microsoft.com/office/drawing/2014/main" id="{B4B5BB6C-77A2-4299-98DB-F23A8BBC354D}"/>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2" name="Content">
            <a:extLst xmlns:a="http://schemas.openxmlformats.org/drawingml/2006/main">
              <a:ext uri="{FF2B5EF4-FFF2-40B4-BE49-F238E27FC236}">
                <a16:creationId xmlns:a16="http://schemas.microsoft.com/office/drawing/2014/main" id="{5D03235E-81C6-F058-9141-4468DA219785}"/>
              </a:ext>
            </a:extLst>
          </p:cNvPr>
          <p:cNvSpPr>
            <a:spLocks xmlns:a="http://schemas.openxmlformats.org/drawingml/2006/main" noGrp="1"/>
          </p:cNvSpPr>
          <p:nvPr>
            <p:ph idx="14"/>
          </p:nvPr>
        </p:nvSpPr>
        <p:spPr>
          <a:xfrm xmlns:a="http://schemas.openxmlformats.org/drawingml/2006/main">
            <a:off x="766762" y="1600199"/>
            <a:ext cx="10671048"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3" name="Date Placeholder 2">
            <a:extLst xmlns:a="http://schemas.openxmlformats.org/drawingml/2006/main">
              <a:ext uri="{FF2B5EF4-FFF2-40B4-BE49-F238E27FC236}">
                <a16:creationId xmlns:a16="http://schemas.microsoft.com/office/drawing/2014/main" id="{47DBC98D-86BA-FEDC-3762-DC8479B86512}"/>
              </a:ext>
            </a:extLst>
          </p:cNvPr>
          <p:cNvSpPr>
            <a:spLocks xmlns:a="http://schemas.openxmlformats.org/drawingml/2006/main" noGrp="1"/>
          </p:cNvSpPr>
          <p:nvPr>
            <p:ph type="dt" idx="15"/>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4" name="Footer Placeholder 3">
            <a:extLst xmlns:a="http://schemas.openxmlformats.org/drawingml/2006/main">
              <a:ext uri="{FF2B5EF4-FFF2-40B4-BE49-F238E27FC236}">
                <a16:creationId xmlns:a16="http://schemas.microsoft.com/office/drawing/2014/main" id="{BFD82F6C-687B-E154-6AF0-3371B974D364}"/>
              </a:ext>
            </a:extLst>
          </p:cNvPr>
          <p:cNvSpPr>
            <a:spLocks xmlns:a="http://schemas.openxmlformats.org/drawingml/2006/main" noGrp="1"/>
          </p:cNvSpPr>
          <p:nvPr>
            <p:ph type="ftr" idx="16"/>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5" name="Slide Number Placeholder 4">
            <a:extLst xmlns:a="http://schemas.openxmlformats.org/drawingml/2006/main">
              <a:ext uri="{FF2B5EF4-FFF2-40B4-BE49-F238E27FC236}">
                <a16:creationId xmlns:a16="http://schemas.microsoft.com/office/drawing/2014/main" id="{99CECF25-0A7C-E724-DF7A-CD4BA097F030}"/>
              </a:ext>
            </a:extLst>
          </p:cNvPr>
          <p:cNvSpPr>
            <a:spLocks xmlns:a="http://schemas.openxmlformats.org/drawingml/2006/main" noGrp="1"/>
          </p:cNvSpPr>
          <p:nvPr>
            <p:ph type="sldNum" idx="17"/>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Tree>
  </p:cSld>
</p:sldLayout>
</file>

<file path=ppt/slideLayouts/slideLayout67.xml><?xml version="1.0" encoding="utf-8"?>
<p:sldLayout xmlns:p="http://schemas.openxmlformats.org/presentationml/2006/main" preserve="1" userDrawn="1">
  <p:cSld name="Light - Title/Subtitle 1 Column">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EE4D9CD-CDC4-4642-8CDA-7351404FC2D2}"/>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Subtitle">
            <a:extLst xmlns:a="http://schemas.openxmlformats.org/drawingml/2006/main">
              <a:ext uri="{FF2B5EF4-FFF2-40B4-BE49-F238E27FC236}">
                <a16:creationId xmlns:a16="http://schemas.microsoft.com/office/drawing/2014/main" id="{B28271ED-B1CF-9F0D-4AA0-883D80DEDBF0}"/>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a:buNone/>
            </a:pPr>
            <a:r>
              <a:t>Subtitle</a:t>
            </a:r>
          </a:p>
        </p:txBody>
      </p:sp>
      <p:sp>
        <p:nvSpPr>
          <p:cNvPr id="9" name="Content">
            <a:extLst xmlns:a="http://schemas.openxmlformats.org/drawingml/2006/main">
              <a:ext uri="{FF2B5EF4-FFF2-40B4-BE49-F238E27FC236}">
                <a16:creationId xmlns:a16="http://schemas.microsoft.com/office/drawing/2014/main" id="{B95271D6-CF2C-D8C3-F7FB-D555FC2D9469}"/>
              </a:ext>
            </a:extLst>
          </p:cNvPr>
          <p:cNvSpPr>
            <a:spLocks xmlns:a="http://schemas.openxmlformats.org/drawingml/2006/main" noGrp="1"/>
          </p:cNvSpPr>
          <p:nvPr>
            <p:ph idx="14"/>
          </p:nvPr>
        </p:nvSpPr>
        <p:spPr>
          <a:xfrm xmlns:a="http://schemas.openxmlformats.org/drawingml/2006/main">
            <a:off x="766762" y="1600199"/>
            <a:ext cx="10671048"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C153FACC-D922-8B8C-D230-D54541C777A5}"/>
              </a:ext>
            </a:extLst>
          </p:cNvPr>
          <p:cNvSpPr>
            <a:spLocks xmlns:a="http://schemas.openxmlformats.org/drawingml/2006/main" noGrp="1"/>
          </p:cNvSpPr>
          <p:nvPr>
            <p:ph type="dt" idx="15"/>
          </p:nvPr>
        </p:nvSpPr>
        <p:spPr/>
        <p:txBody>
          <a:bodyPr xmlns:a="http://schemas.openxmlformats.org/drawingml/2006/main"/>
          <a:lstStyle xmlns:a="http://schemas.openxmlformats.org/drawingml/2006/main"/>
          <a:p xmlns:a="http://schemas.openxmlformats.org/drawingml/2006/main">
            <a:r>
              <a:t>[Date]</a:t>
            </a:r>
          </a:p>
        </p:txBody>
      </p:sp>
      <p:sp>
        <p:nvSpPr>
          <p:cNvPr id="6" name="Footer Placeholder 5">
            <a:extLst xmlns:a="http://schemas.openxmlformats.org/drawingml/2006/main">
              <a:ext uri="{FF2B5EF4-FFF2-40B4-BE49-F238E27FC236}">
                <a16:creationId xmlns:a16="http://schemas.microsoft.com/office/drawing/2014/main" id="{1BA0E5BA-28D7-84BB-8F24-82E11BBD96B5}"/>
              </a:ext>
            </a:extLst>
          </p:cNvPr>
          <p:cNvSpPr>
            <a:spLocks xmlns:a="http://schemas.openxmlformats.org/drawingml/2006/main" noGrp="1"/>
          </p:cNvSpPr>
          <p:nvPr>
            <p:ph type="ftr" idx="16"/>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10" name="Slide Number Placeholder 9">
            <a:extLst xmlns:a="http://schemas.openxmlformats.org/drawingml/2006/main">
              <a:ext uri="{FF2B5EF4-FFF2-40B4-BE49-F238E27FC236}">
                <a16:creationId xmlns:a16="http://schemas.microsoft.com/office/drawing/2014/main" id="{045585FA-A4EB-D6B9-72C2-AEC97D2BA793}"/>
              </a:ext>
            </a:extLst>
          </p:cNvPr>
          <p:cNvSpPr>
            <a:spLocks xmlns:a="http://schemas.openxmlformats.org/drawingml/2006/main" noGrp="1"/>
          </p:cNvSpPr>
          <p:nvPr>
            <p:ph type="sldNum" idx="17"/>
          </p:nvPr>
        </p:nvSpPr>
        <p:spPr/>
        <p:txBody>
          <a:bodyPr xmlns:a="http://schemas.openxmlformats.org/drawingml/2006/main"/>
          <a:lstStyle xmlns:a="http://schemas.openxmlformats.org/drawingml/2006/main"/>
          <a:p xmlns:a="http://schemas.openxmlformats.org/drawingml/2006/main">
            <a:fld id="{345D60D9-5372-5F40-9443-0F9AE5BDC3C8}" type="slidenum">
              <a:t>‹#›</a:t>
            </a:fld>
          </a:p>
        </p:txBody>
      </p:sp>
    </p:spTree>
  </p:cSld>
</p:sldLayout>
</file>

<file path=ppt/slideLayouts/slideLayout68.xml><?xml version="1.0" encoding="utf-8"?>
<p:sldLayout xmlns:p="http://schemas.openxmlformats.org/presentationml/2006/main" preserve="1" userDrawn="1">
  <p:cSld name="Dark - Title/Subtitle 1 Column">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3E68516-E3E0-4F22-9EB7-1A85E1D3B5A1}"/>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Subtitle">
            <a:extLst xmlns:a="http://schemas.openxmlformats.org/drawingml/2006/main">
              <a:ext uri="{FF2B5EF4-FFF2-40B4-BE49-F238E27FC236}">
                <a16:creationId xmlns:a16="http://schemas.microsoft.com/office/drawing/2014/main" id="{46A3BF75-E03A-3149-A8B6-C22593F32B62}"/>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a:buNone/>
            </a:pPr>
            <a:r>
              <a:t>Subtitle</a:t>
            </a:r>
          </a:p>
        </p:txBody>
      </p:sp>
      <p:sp>
        <p:nvSpPr>
          <p:cNvPr id="6" name="Content">
            <a:extLst xmlns:a="http://schemas.openxmlformats.org/drawingml/2006/main">
              <a:ext uri="{FF2B5EF4-FFF2-40B4-BE49-F238E27FC236}">
                <a16:creationId xmlns:a16="http://schemas.microsoft.com/office/drawing/2014/main" id="{238CEDEE-F37B-4496-9270-0479A31C9762}"/>
              </a:ext>
            </a:extLst>
          </p:cNvPr>
          <p:cNvSpPr>
            <a:spLocks xmlns:a="http://schemas.openxmlformats.org/drawingml/2006/main" noGrp="1"/>
          </p:cNvSpPr>
          <p:nvPr>
            <p:ph idx="14"/>
          </p:nvPr>
        </p:nvSpPr>
        <p:spPr>
          <a:xfrm xmlns:a="http://schemas.openxmlformats.org/drawingml/2006/main">
            <a:off x="766763" y="1600199"/>
            <a:ext cx="10671175"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marL="547688" indent="-182563">
              <a:lnSpc>
                <a:spcPct val="100000"/>
              </a:lnSpc>
              <a:buChar char="-"/>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marL="914400" indent="-182880">
              <a:lnSpc>
                <a:spcPct val="100000"/>
              </a:lnSpc>
              <a:buChar char="-"/>
              <a:defRPr sz="1600" b="0" i="0">
                <a:latin typeface="Oracle Sans Tab"/>
                <a:ea typeface="Oracle Sans Tab"/>
                <a:cs typeface="Oracle Sans Tab"/>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8" name="Slide Number Placeholder 7">
            <a:extLst xmlns:a="http://schemas.openxmlformats.org/drawingml/2006/main">
              <a:ext uri="{FF2B5EF4-FFF2-40B4-BE49-F238E27FC236}">
                <a16:creationId xmlns:a16="http://schemas.microsoft.com/office/drawing/2014/main" id="{657290E2-8EA8-4572-BB48-C18007201785}"/>
              </a:ext>
            </a:extLst>
          </p:cNvPr>
          <p:cNvSpPr>
            <a:spLocks xmlns:a="http://schemas.openxmlformats.org/drawingml/2006/main" noGrp="1"/>
          </p:cNvSpPr>
          <p:nvPr>
            <p:ph type="sldNum" idx="17"/>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7" name="Footer Placeholder 6">
            <a:extLst xmlns:a="http://schemas.openxmlformats.org/drawingml/2006/main">
              <a:ext uri="{FF2B5EF4-FFF2-40B4-BE49-F238E27FC236}">
                <a16:creationId xmlns:a16="http://schemas.microsoft.com/office/drawing/2014/main" id="{C1A7F3B8-F794-4AF5-B07B-32A3084A6AB2}"/>
              </a:ext>
            </a:extLst>
          </p:cNvPr>
          <p:cNvSpPr>
            <a:spLocks xmlns:a="http://schemas.openxmlformats.org/drawingml/2006/main" noGrp="1"/>
          </p:cNvSpPr>
          <p:nvPr>
            <p:ph type="ftr" idx="16"/>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5" name="Date Placeholder 4">
            <a:extLst xmlns:a="http://schemas.openxmlformats.org/drawingml/2006/main">
              <a:ext uri="{FF2B5EF4-FFF2-40B4-BE49-F238E27FC236}">
                <a16:creationId xmlns:a16="http://schemas.microsoft.com/office/drawing/2014/main" id="{7A72FE7D-30FF-45E2-9F8B-D073887C33E8}"/>
              </a:ext>
            </a:extLst>
          </p:cNvPr>
          <p:cNvSpPr>
            <a:spLocks xmlns:a="http://schemas.openxmlformats.org/drawingml/2006/main" noGrp="1"/>
          </p:cNvSpPr>
          <p:nvPr>
            <p:ph type="dt" idx="15"/>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69.xml><?xml version="1.0" encoding="utf-8"?>
<p:sldLayout xmlns:p="http://schemas.openxmlformats.org/presentationml/2006/main" preserve="1" userDrawn="1">
  <p:cSld name="Light - Title/Subtitle 2 Column">
    <p:bg>
      <p:bgRef idx="1001">
        <a:schemeClr xmlns:a="http://schemas.openxmlformats.org/drawingml/2006/main" val="bg2"/>
      </p:bgRef>
    </p:bg>
    <p:spTree>
      <p:nvGrpSpPr>
        <p:cNvPr id="1" name=""/>
        <p:cNvGrpSpPr/>
        <p:nvPr/>
      </p:nvGrpSpPr>
      <p:grpSpPr>
        <a:xfrm xmlns:a="http://schemas.openxmlformats.org/drawingml/2006/main"/>
      </p:grpSpPr>
      <p:sp>
        <p:nvSpPr>
          <p:cNvPr id="5" name="Title 4">
            <a:extLst xmlns:a="http://schemas.openxmlformats.org/drawingml/2006/main">
              <a:ext uri="{FF2B5EF4-FFF2-40B4-BE49-F238E27FC236}">
                <a16:creationId xmlns:a16="http://schemas.microsoft.com/office/drawing/2014/main" id="{D69740FE-E1B8-466B-970A-4E081BCA3143}"/>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Title</a:t>
            </a:r>
          </a:p>
        </p:txBody>
      </p:sp>
      <p:sp>
        <p:nvSpPr>
          <p:cNvPr id="7" name="Subtitle">
            <a:extLst xmlns:a="http://schemas.openxmlformats.org/drawingml/2006/main">
              <a:ext uri="{FF2B5EF4-FFF2-40B4-BE49-F238E27FC236}">
                <a16:creationId xmlns:a16="http://schemas.microsoft.com/office/drawing/2014/main" id="{1C3705B9-F5B6-D7DA-A986-BD2522922780}"/>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a:buNone/>
            </a:pPr>
            <a:r>
              <a:t>Subtitle</a:t>
            </a:r>
          </a:p>
        </p:txBody>
      </p:sp>
      <p:sp>
        <p:nvSpPr>
          <p:cNvPr id="2" name="Content">
            <a:extLst xmlns:a="http://schemas.openxmlformats.org/drawingml/2006/main">
              <a:ext uri="{FF2B5EF4-FFF2-40B4-BE49-F238E27FC236}">
                <a16:creationId xmlns:a16="http://schemas.microsoft.com/office/drawing/2014/main" id="{002F888E-0FBB-6617-9462-4201B11F2A44}"/>
              </a:ext>
            </a:extLst>
          </p:cNvPr>
          <p:cNvSpPr>
            <a:spLocks xmlns:a="http://schemas.openxmlformats.org/drawingml/2006/main" noGrp="1"/>
          </p:cNvSpPr>
          <p:nvPr>
            <p:ph idx="14"/>
          </p:nvPr>
        </p:nvSpPr>
        <p:spPr>
          <a:xfrm xmlns:a="http://schemas.openxmlformats.org/drawingml/2006/main">
            <a:off x="766762" y="1600199"/>
            <a:ext cx="5084064" cy="4507992"/>
          </a:xfrm>
        </p:spPr>
        <p:txBody>
          <a:bodyPr xmlns:a="http://schemas.openxmlformats.org/drawingml/2006/main"/>
          <a:lstStyle xmlns:a="http://schemas.openxmlformats.org/drawingml/2006/main">
            <a:lvl1pPr>
              <a:lnSpc>
                <a:spcPct val="100000"/>
              </a:lnSpc>
              <a:buNone/>
              <a:defRPr sz="1600" b="0" i="0">
                <a:solidFill>
                  <a:schemeClr val="tx1"/>
                </a:solidFill>
                <a:latin typeface="Oracle Sans Tab"/>
                <a:ea typeface="Oracle Sans Tab"/>
                <a:cs typeface="Oracle Sans Tab"/>
              </a:defRPr>
            </a:lvl1pPr>
            <a:lvl2pPr>
              <a:lnSpc>
                <a:spcPct val="100000"/>
              </a:lnSpc>
              <a:buNone/>
              <a:defRPr sz="1600" b="0" i="0">
                <a:solidFill>
                  <a:schemeClr val="tx1"/>
                </a:solidFill>
                <a:latin typeface="Oracle Sans Tab"/>
                <a:ea typeface="Oracle Sans Tab"/>
                <a:cs typeface="Oracle Sans Tab"/>
              </a:defRPr>
            </a:lvl2pPr>
            <a:lvl3pPr>
              <a:lnSpc>
                <a:spcPct val="100000"/>
              </a:lnSpc>
              <a:buNone/>
              <a:defRPr sz="1600" b="0" i="0">
                <a:solidFill>
                  <a:schemeClr val="tx1"/>
                </a:solidFill>
                <a:latin typeface="Oracle Sans Tab"/>
                <a:ea typeface="Oracle Sans Tab"/>
                <a:cs typeface="Oracle Sans Tab"/>
              </a:defRPr>
            </a:lvl3pPr>
            <a:lvl4pPr>
              <a:lnSpc>
                <a:spcPct val="100000"/>
              </a:lnSpc>
              <a:buNone/>
              <a:defRPr sz="1600" b="0" i="0">
                <a:solidFill>
                  <a:schemeClr val="tx1"/>
                </a:solidFill>
                <a:latin typeface="Oracle Sans Tab"/>
                <a:ea typeface="Oracle Sans Tab"/>
                <a:cs typeface="Oracle Sans Tab"/>
              </a:defRPr>
            </a:lvl4pPr>
            <a:lvl5pPr>
              <a:lnSpc>
                <a:spcPct val="100000"/>
              </a:lnSpc>
              <a:buNone/>
              <a:defRPr sz="1600" b="0" i="0">
                <a:solidFill>
                  <a:schemeClr val="tx1"/>
                </a:solidFill>
                <a:latin typeface="Oracle Sans Tab"/>
                <a:ea typeface="Oracle Sans Tab"/>
                <a:cs typeface="Oracle Sans Tab"/>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cxnSp>
        <p:nvCxnSpPr>
          <p:cNvPr id="9" name="Column Divider"/>
          <p:cNvCxnSpPr/>
          <p:nvPr/>
        </p:nvCxnSpPr>
        <p:spPr>
          <a:xfrm xmlns:a="http://schemas.openxmlformats.org/drawingml/2006/main">
            <a:off x="6109577" y="1608575"/>
            <a:ext cx="0" cy="4507992"/>
          </a:xfrm>
          <a:prstGeom xmlns:a="http://schemas.openxmlformats.org/drawingml/2006/main" prst="line">
            <a:avLst/>
          </a:prstGeom>
          <a:ln xmlns:a="http://schemas.openxmlformats.org/drawingml/2006/main" w="12700" cap="flat">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3" name="Content">
            <a:extLst xmlns:a="http://schemas.openxmlformats.org/drawingml/2006/main">
              <a:ext uri="{FF2B5EF4-FFF2-40B4-BE49-F238E27FC236}">
                <a16:creationId xmlns:a16="http://schemas.microsoft.com/office/drawing/2014/main" id="{4F57E862-706F-9432-1E5B-C66745958B78}"/>
              </a:ext>
            </a:extLst>
          </p:cNvPr>
          <p:cNvSpPr>
            <a:spLocks xmlns:a="http://schemas.openxmlformats.org/drawingml/2006/main" noGrp="1"/>
          </p:cNvSpPr>
          <p:nvPr>
            <p:ph idx="19"/>
          </p:nvPr>
        </p:nvSpPr>
        <p:spPr>
          <a:xfrm xmlns:a="http://schemas.openxmlformats.org/drawingml/2006/main">
            <a:off x="6370317" y="1600220"/>
            <a:ext cx="5084064" cy="4507992"/>
          </a:xfrm>
        </p:spPr>
        <p:txBody>
          <a:bodyPr xmlns:a="http://schemas.openxmlformats.org/drawingml/2006/main"/>
          <a:lstStyle xmlns:a="http://schemas.openxmlformats.org/drawingml/2006/main">
            <a:lvl1pPr>
              <a:lnSpc>
                <a:spcPct val="100000"/>
              </a:lnSpc>
              <a:buNone/>
              <a:defRPr sz="1600" b="0" i="0">
                <a:solidFill>
                  <a:schemeClr val="tx1"/>
                </a:solidFill>
                <a:latin typeface="Oracle Sans Tab"/>
                <a:ea typeface="Oracle Sans Tab"/>
                <a:cs typeface="Oracle Sans Tab"/>
              </a:defRPr>
            </a:lvl1pPr>
            <a:lvl2pPr>
              <a:lnSpc>
                <a:spcPct val="100000"/>
              </a:lnSpc>
              <a:buNone/>
              <a:defRPr sz="1600" b="0" i="0">
                <a:solidFill>
                  <a:schemeClr val="tx1"/>
                </a:solidFill>
                <a:latin typeface="Oracle Sans Tab"/>
                <a:ea typeface="Oracle Sans Tab"/>
                <a:cs typeface="Oracle Sans Tab"/>
              </a:defRPr>
            </a:lvl2pPr>
            <a:lvl3pPr>
              <a:lnSpc>
                <a:spcPct val="100000"/>
              </a:lnSpc>
              <a:buNone/>
              <a:defRPr sz="1600" b="0" i="0">
                <a:solidFill>
                  <a:schemeClr val="tx1"/>
                </a:solidFill>
                <a:latin typeface="Oracle Sans Tab"/>
                <a:ea typeface="Oracle Sans Tab"/>
                <a:cs typeface="Oracle Sans Tab"/>
              </a:defRPr>
            </a:lvl3pPr>
            <a:lvl4pPr>
              <a:lnSpc>
                <a:spcPct val="100000"/>
              </a:lnSpc>
              <a:buNone/>
              <a:defRPr sz="1600" b="0" i="0">
                <a:solidFill>
                  <a:schemeClr val="tx1"/>
                </a:solidFill>
                <a:latin typeface="Oracle Sans Tab"/>
                <a:ea typeface="Oracle Sans Tab"/>
                <a:cs typeface="Oracle Sans Tab"/>
              </a:defRPr>
            </a:lvl4pPr>
            <a:lvl5pPr>
              <a:lnSpc>
                <a:spcPct val="100000"/>
              </a:lnSpc>
              <a:buNone/>
              <a:defRPr sz="1600" b="0" i="0">
                <a:solidFill>
                  <a:schemeClr val="tx1"/>
                </a:solidFill>
                <a:latin typeface="Oracle Sans Tab"/>
                <a:ea typeface="Oracle Sans Tab"/>
                <a:cs typeface="Oracle Sans Tab"/>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39D4988D-8DA8-8B2B-1150-F3ABCCA014FB}"/>
              </a:ext>
            </a:extLst>
          </p:cNvPr>
          <p:cNvSpPr>
            <a:spLocks xmlns:a="http://schemas.openxmlformats.org/drawingml/2006/main" noGrp="1"/>
          </p:cNvSpPr>
          <p:nvPr>
            <p:ph type="dt" idx="20"/>
          </p:nvPr>
        </p:nvSpPr>
        <p:spPr/>
        <p:txBody>
          <a:bodyPr xmlns:a="http://schemas.openxmlformats.org/drawingml/2006/main"/>
          <a:lstStyle xmlns:a="http://schemas.openxmlformats.org/drawingml/2006/main"/>
          <a:p xmlns:a="http://schemas.openxmlformats.org/drawingml/2006/main">
            <a:r>
              <a:t>[Date]</a:t>
            </a:r>
          </a:p>
        </p:txBody>
      </p:sp>
      <p:sp>
        <p:nvSpPr>
          <p:cNvPr id="8" name="Footer Placeholder 7">
            <a:extLst xmlns:a="http://schemas.openxmlformats.org/drawingml/2006/main">
              <a:ext uri="{FF2B5EF4-FFF2-40B4-BE49-F238E27FC236}">
                <a16:creationId xmlns:a16="http://schemas.microsoft.com/office/drawing/2014/main" id="{DD208B36-3CED-A139-C128-ECCEF1C84D99}"/>
              </a:ext>
            </a:extLst>
          </p:cNvPr>
          <p:cNvSpPr>
            <a:spLocks xmlns:a="http://schemas.openxmlformats.org/drawingml/2006/main" noGrp="1"/>
          </p:cNvSpPr>
          <p:nvPr>
            <p:ph type="ftr" idx="21"/>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9" name="Slide Number Placeholder 8">
            <a:extLst xmlns:a="http://schemas.openxmlformats.org/drawingml/2006/main">
              <a:ext uri="{FF2B5EF4-FFF2-40B4-BE49-F238E27FC236}">
                <a16:creationId xmlns:a16="http://schemas.microsoft.com/office/drawing/2014/main" id="{36AC562A-0D53-D9EB-3E91-D7B6920AA63F}"/>
              </a:ext>
            </a:extLst>
          </p:cNvPr>
          <p:cNvSpPr>
            <a:spLocks xmlns:a="http://schemas.openxmlformats.org/drawingml/2006/main" noGrp="1"/>
          </p:cNvSpPr>
          <p:nvPr>
            <p:ph type="sldNum" idx="22"/>
          </p:nvPr>
        </p:nvSpPr>
        <p:spPr/>
        <p:txBody>
          <a:bodyPr xmlns:a="http://schemas.openxmlformats.org/drawingml/2006/main"/>
          <a:lstStyle xmlns:a="http://schemas.openxmlformats.org/drawingml/2006/main"/>
          <a:p xmlns:a="http://schemas.openxmlformats.org/drawingml/2006/main">
            <a:fld id="{345D60D9-5372-5F40-9443-0F9AE5BDC3C8}" type="slidenum">
              <a:t>‹#›</a:t>
            </a:fld>
          </a:p>
        </p:txBody>
      </p:sp>
    </p:spTree>
  </p:cSld>
</p:sldLayout>
</file>

<file path=ppt/slideLayouts/slideLayout70.xml><?xml version="1.0" encoding="utf-8"?>
<p:sldLayout xmlns:p="http://schemas.openxmlformats.org/presentationml/2006/main" preserve="1" userDrawn="1">
  <p:cSld name="Dark - Title/Subtitle 2 Column">
    <p:bg>
      <p:bgRef idx="1001">
        <a:schemeClr xmlns:a="http://schemas.openxmlformats.org/drawingml/2006/main" val="bg2"/>
      </p:bgRef>
    </p:bg>
    <p:spTree>
      <p:nvGrpSpPr>
        <p:cNvPr id="1" name=""/>
        <p:cNvGrpSpPr/>
        <p:nvPr/>
      </p:nvGrpSpPr>
      <p:grpSpPr>
        <a:xfrm xmlns:a="http://schemas.openxmlformats.org/drawingml/2006/main"/>
      </p:grpSpPr>
      <p:sp>
        <p:nvSpPr>
          <p:cNvPr id="11" name="Title 1">
            <a:extLst xmlns:a="http://schemas.openxmlformats.org/drawingml/2006/main">
              <a:ext uri="{FF2B5EF4-FFF2-40B4-BE49-F238E27FC236}">
                <a16:creationId xmlns:a16="http://schemas.microsoft.com/office/drawing/2014/main" id="{16E20D12-1316-3177-701A-67F816263680}"/>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12" name="Subtitle">
            <a:extLst xmlns:a="http://schemas.openxmlformats.org/drawingml/2006/main">
              <a:ext uri="{FF2B5EF4-FFF2-40B4-BE49-F238E27FC236}">
                <a16:creationId xmlns:a16="http://schemas.microsoft.com/office/drawing/2014/main" id="{491B9BE2-1C80-DD0F-2348-944405667FA4}"/>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a:buNone/>
            </a:pPr>
            <a:r>
              <a:t>Subtitle</a:t>
            </a:r>
          </a:p>
        </p:txBody>
      </p:sp>
      <p:sp>
        <p:nvSpPr>
          <p:cNvPr id="4" name="Content">
            <a:extLst xmlns:a="http://schemas.openxmlformats.org/drawingml/2006/main">
              <a:ext uri="{FF2B5EF4-FFF2-40B4-BE49-F238E27FC236}">
                <a16:creationId xmlns:a16="http://schemas.microsoft.com/office/drawing/2014/main" id="{FA05E257-5557-514A-2025-3EF63D1140D3}"/>
              </a:ext>
            </a:extLst>
          </p:cNvPr>
          <p:cNvSpPr>
            <a:spLocks xmlns:a="http://schemas.openxmlformats.org/drawingml/2006/main" noGrp="1"/>
          </p:cNvSpPr>
          <p:nvPr>
            <p:ph idx="14"/>
          </p:nvPr>
        </p:nvSpPr>
        <p:spPr>
          <a:xfrm xmlns:a="http://schemas.openxmlformats.org/drawingml/2006/main">
            <a:off x="766762" y="1600199"/>
            <a:ext cx="5084064"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a:p xmlns:a="http://schemas.openxmlformats.org/drawingml/2006/main">
            <a:pPr>
              <a:buNone/>
            </a:pPr>
            <a:r>
              <a:t>Sixth level</a:t>
            </a:r>
          </a:p>
        </p:txBody>
      </p:sp>
      <p:sp>
        <p:nvSpPr>
          <p:cNvPr id="8" name="Content">
            <a:extLst xmlns:a="http://schemas.openxmlformats.org/drawingml/2006/main">
              <a:ext uri="{FF2B5EF4-FFF2-40B4-BE49-F238E27FC236}">
                <a16:creationId xmlns:a16="http://schemas.microsoft.com/office/drawing/2014/main" id="{1A8D2713-0A2C-B9EC-921A-E43EBB54D7F1}"/>
              </a:ext>
            </a:extLst>
          </p:cNvPr>
          <p:cNvSpPr>
            <a:spLocks xmlns:a="http://schemas.openxmlformats.org/drawingml/2006/main" noGrp="1"/>
          </p:cNvSpPr>
          <p:nvPr>
            <p:ph idx="19"/>
          </p:nvPr>
        </p:nvSpPr>
        <p:spPr>
          <a:xfrm xmlns:a="http://schemas.openxmlformats.org/drawingml/2006/main">
            <a:off x="6370317" y="1600220"/>
            <a:ext cx="5084064"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cxnSp>
        <p:nvCxnSpPr>
          <p:cNvPr id="15" name="Column Divider"/>
          <p:cNvCxnSpPr/>
          <p:nvPr/>
        </p:nvCxnSpPr>
        <p:spPr>
          <a:xfrm xmlns:a="http://schemas.openxmlformats.org/drawingml/2006/main">
            <a:off x="6096000" y="1609725"/>
            <a:ext cx="0" cy="4507992"/>
          </a:xfrm>
          <a:prstGeom xmlns:a="http://schemas.openxmlformats.org/drawingml/2006/main" prst="line">
            <a:avLst/>
          </a:prstGeom>
          <a:ln xmlns:a="http://schemas.openxmlformats.org/drawingml/2006/main" w="12700" cap="flat">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3" name="Date Placeholder 2">
            <a:extLst xmlns:a="http://schemas.openxmlformats.org/drawingml/2006/main">
              <a:ext uri="{FF2B5EF4-FFF2-40B4-BE49-F238E27FC236}">
                <a16:creationId xmlns:a16="http://schemas.microsoft.com/office/drawing/2014/main" id="{DDAA3E6A-B62A-D012-BAED-3B3E77626A3B}"/>
              </a:ext>
            </a:extLst>
          </p:cNvPr>
          <p:cNvSpPr>
            <a:spLocks xmlns:a="http://schemas.openxmlformats.org/drawingml/2006/main" noGrp="1"/>
          </p:cNvSpPr>
          <p:nvPr>
            <p:ph type="dt" idx="2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9" name="Footer Placeholder 8">
            <a:extLst xmlns:a="http://schemas.openxmlformats.org/drawingml/2006/main">
              <a:ext uri="{FF2B5EF4-FFF2-40B4-BE49-F238E27FC236}">
                <a16:creationId xmlns:a16="http://schemas.microsoft.com/office/drawing/2014/main" id="{060BBCA5-33D3-63A5-F27E-63BAD8B0C2BA}"/>
              </a:ext>
            </a:extLst>
          </p:cNvPr>
          <p:cNvSpPr>
            <a:spLocks xmlns:a="http://schemas.openxmlformats.org/drawingml/2006/main" noGrp="1"/>
          </p:cNvSpPr>
          <p:nvPr>
            <p:ph type="ftr" idx="2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0" name="Slide Number Placeholder 9">
            <a:extLst xmlns:a="http://schemas.openxmlformats.org/drawingml/2006/main">
              <a:ext uri="{FF2B5EF4-FFF2-40B4-BE49-F238E27FC236}">
                <a16:creationId xmlns:a16="http://schemas.microsoft.com/office/drawing/2014/main" id="{1EA4C53C-6F8F-65E1-359E-3A0AE7992AA4}"/>
              </a:ext>
            </a:extLst>
          </p:cNvPr>
          <p:cNvSpPr>
            <a:spLocks xmlns:a="http://schemas.openxmlformats.org/drawingml/2006/main" noGrp="1"/>
          </p:cNvSpPr>
          <p:nvPr>
            <p:ph type="sldNum" idx="2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Tree>
  </p:cSld>
</p:sldLayout>
</file>

<file path=ppt/slideLayouts/slideLayout71.xml><?xml version="1.0" encoding="utf-8"?>
<p:sldLayout xmlns:p="http://schemas.openxmlformats.org/presentationml/2006/main" preserve="1" userDrawn="1">
  <p:cSld name="Light - Title/Subtitle 3 Column">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226210A-4112-4730-8F81-3CAE5C391FDB}"/>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a:lvl1pPr>
          </a:lstStyle>
          <a:p xmlns:a="http://schemas.openxmlformats.org/drawingml/2006/main">
            <a:r>
              <a:t>Title</a:t>
            </a:r>
          </a:p>
        </p:txBody>
      </p:sp>
      <p:sp>
        <p:nvSpPr>
          <p:cNvPr id="11" name="Subtitle">
            <a:extLst xmlns:a="http://schemas.openxmlformats.org/drawingml/2006/main">
              <a:ext uri="{FF2B5EF4-FFF2-40B4-BE49-F238E27FC236}">
                <a16:creationId xmlns:a16="http://schemas.microsoft.com/office/drawing/2014/main" id="{AC6B64F9-2DA0-A690-C71E-B99D471B02DB}"/>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a:buNone/>
            </a:pPr>
            <a:r>
              <a:t>Subtitle</a:t>
            </a:r>
          </a:p>
        </p:txBody>
      </p:sp>
      <p:sp>
        <p:nvSpPr>
          <p:cNvPr id="4" name="Content">
            <a:extLst xmlns:a="http://schemas.openxmlformats.org/drawingml/2006/main">
              <a:ext uri="{FF2B5EF4-FFF2-40B4-BE49-F238E27FC236}">
                <a16:creationId xmlns:a16="http://schemas.microsoft.com/office/drawing/2014/main" id="{CC34BF80-B5D4-D7B6-8CCA-80AF04A72B45}"/>
              </a:ext>
            </a:extLst>
          </p:cNvPr>
          <p:cNvSpPr>
            <a:spLocks xmlns:a="http://schemas.openxmlformats.org/drawingml/2006/main" noGrp="1"/>
          </p:cNvSpPr>
          <p:nvPr>
            <p:ph idx="14"/>
          </p:nvPr>
        </p:nvSpPr>
        <p:spPr>
          <a:xfrm xmlns:a="http://schemas.openxmlformats.org/drawingml/2006/main">
            <a:off x="766762" y="1600199"/>
            <a:ext cx="3291840"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9" name="Content">
            <a:extLst xmlns:a="http://schemas.openxmlformats.org/drawingml/2006/main">
              <a:ext uri="{FF2B5EF4-FFF2-40B4-BE49-F238E27FC236}">
                <a16:creationId xmlns:a16="http://schemas.microsoft.com/office/drawing/2014/main" id="{C0573275-C70D-AE89-EF3D-A7DAC9B01BE7}"/>
              </a:ext>
            </a:extLst>
          </p:cNvPr>
          <p:cNvSpPr>
            <a:spLocks xmlns:a="http://schemas.openxmlformats.org/drawingml/2006/main" noGrp="1"/>
          </p:cNvSpPr>
          <p:nvPr>
            <p:ph idx="20"/>
          </p:nvPr>
        </p:nvSpPr>
        <p:spPr>
          <a:xfrm xmlns:a="http://schemas.openxmlformats.org/drawingml/2006/main">
            <a:off x="4450080" y="1607058"/>
            <a:ext cx="3291840"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10" name="Content">
            <a:extLst xmlns:a="http://schemas.openxmlformats.org/drawingml/2006/main">
              <a:ext uri="{FF2B5EF4-FFF2-40B4-BE49-F238E27FC236}">
                <a16:creationId xmlns:a16="http://schemas.microsoft.com/office/drawing/2014/main" id="{2CF00143-3379-1D5D-5D8F-463C800F8EA1}"/>
              </a:ext>
            </a:extLst>
          </p:cNvPr>
          <p:cNvSpPr>
            <a:spLocks xmlns:a="http://schemas.openxmlformats.org/drawingml/2006/main" noGrp="1"/>
          </p:cNvSpPr>
          <p:nvPr>
            <p:ph idx="21"/>
          </p:nvPr>
        </p:nvSpPr>
        <p:spPr>
          <a:xfrm xmlns:a="http://schemas.openxmlformats.org/drawingml/2006/main">
            <a:off x="8133398" y="1613917"/>
            <a:ext cx="3291840"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cxnSp>
        <p:nvCxnSpPr>
          <p:cNvPr id="15" name="Column Divider"/>
          <p:cNvCxnSpPr/>
          <p:nvPr/>
        </p:nvCxnSpPr>
        <p:spPr>
          <a:xfrm xmlns:a="http://schemas.openxmlformats.org/drawingml/2006/main">
            <a:off x="4261915" y="1609724"/>
            <a:ext cx="0" cy="4507992"/>
          </a:xfrm>
          <a:prstGeom xmlns:a="http://schemas.openxmlformats.org/drawingml/2006/main" prst="line">
            <a:avLst/>
          </a:prstGeom>
          <a:ln xmlns:a="http://schemas.openxmlformats.org/drawingml/2006/main" w="12700" cap="flat">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16" name="Column Divider 2"/>
          <p:cNvCxnSpPr/>
          <p:nvPr/>
        </p:nvCxnSpPr>
        <p:spPr>
          <a:xfrm xmlns:a="http://schemas.openxmlformats.org/drawingml/2006/main">
            <a:off x="7951236" y="1609724"/>
            <a:ext cx="0" cy="4507992"/>
          </a:xfrm>
          <a:prstGeom xmlns:a="http://schemas.openxmlformats.org/drawingml/2006/main" prst="line">
            <a:avLst/>
          </a:prstGeom>
          <a:ln xmlns:a="http://schemas.openxmlformats.org/drawingml/2006/main" w="12700" cap="flat">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3" name="Date Placeholder 2">
            <a:extLst xmlns:a="http://schemas.openxmlformats.org/drawingml/2006/main">
              <a:ext uri="{FF2B5EF4-FFF2-40B4-BE49-F238E27FC236}">
                <a16:creationId xmlns:a16="http://schemas.microsoft.com/office/drawing/2014/main" id="{F845C433-9172-3DE1-4180-6CA247A09DD8}"/>
              </a:ext>
            </a:extLst>
          </p:cNvPr>
          <p:cNvSpPr>
            <a:spLocks xmlns:a="http://schemas.openxmlformats.org/drawingml/2006/main" noGrp="1"/>
          </p:cNvSpPr>
          <p:nvPr>
            <p:ph type="dt" idx="22"/>
          </p:nvPr>
        </p:nvSpPr>
        <p:spPr/>
        <p:txBody>
          <a:bodyPr xmlns:a="http://schemas.openxmlformats.org/drawingml/2006/main"/>
          <a:lstStyle xmlns:a="http://schemas.openxmlformats.org/drawingml/2006/main"/>
          <a:p xmlns:a="http://schemas.openxmlformats.org/drawingml/2006/main">
            <a:r>
              <a:t>[Date]</a:t>
            </a:r>
          </a:p>
        </p:txBody>
      </p:sp>
      <p:sp>
        <p:nvSpPr>
          <p:cNvPr id="6" name="Footer Placeholder 5">
            <a:extLst xmlns:a="http://schemas.openxmlformats.org/drawingml/2006/main">
              <a:ext uri="{FF2B5EF4-FFF2-40B4-BE49-F238E27FC236}">
                <a16:creationId xmlns:a16="http://schemas.microsoft.com/office/drawing/2014/main" id="{4F056002-F2D5-3DAE-594F-E71D3FC6F0D7}"/>
              </a:ext>
            </a:extLst>
          </p:cNvPr>
          <p:cNvSpPr>
            <a:spLocks xmlns:a="http://schemas.openxmlformats.org/drawingml/2006/main" noGrp="1"/>
          </p:cNvSpPr>
          <p:nvPr>
            <p:ph type="ftr" idx="23"/>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12" name="Slide Number Placeholder 11">
            <a:extLst xmlns:a="http://schemas.openxmlformats.org/drawingml/2006/main">
              <a:ext uri="{FF2B5EF4-FFF2-40B4-BE49-F238E27FC236}">
                <a16:creationId xmlns:a16="http://schemas.microsoft.com/office/drawing/2014/main" id="{6CC263EF-09AE-7439-C19A-BFD14290AB01}"/>
              </a:ext>
            </a:extLst>
          </p:cNvPr>
          <p:cNvSpPr>
            <a:spLocks xmlns:a="http://schemas.openxmlformats.org/drawingml/2006/main" noGrp="1"/>
          </p:cNvSpPr>
          <p:nvPr>
            <p:ph type="sldNum" idx="24"/>
          </p:nvPr>
        </p:nvSpPr>
        <p:spPr/>
        <p:txBody>
          <a:bodyPr xmlns:a="http://schemas.openxmlformats.org/drawingml/2006/main"/>
          <a:lstStyle xmlns:a="http://schemas.openxmlformats.org/drawingml/2006/main"/>
          <a:p xmlns:a="http://schemas.openxmlformats.org/drawingml/2006/main">
            <a:fld id="{345D60D9-5372-5F40-9443-0F9AE5BDC3C8}" type="slidenum">
              <a:t>‹#›</a:t>
            </a:fld>
          </a:p>
        </p:txBody>
      </p:sp>
    </p:spTree>
  </p:cSld>
</p:sldLayout>
</file>

<file path=ppt/slideLayouts/slideLayout72.xml><?xml version="1.0" encoding="utf-8"?>
<p:sldLayout xmlns:p="http://schemas.openxmlformats.org/presentationml/2006/main" preserve="1" userDrawn="1">
  <p:cSld name="Dark - Title/Subtitle 3 Column">
    <p:bg>
      <p:bgRef idx="1001">
        <a:schemeClr xmlns:a="http://schemas.openxmlformats.org/drawingml/2006/main" val="bg2"/>
      </p:bgRef>
    </p:bg>
    <p:spTree>
      <p:nvGrpSpPr>
        <p:cNvPr id="1" name=""/>
        <p:cNvGrpSpPr/>
        <p:nvPr/>
      </p:nvGrpSpPr>
      <p:grpSpPr>
        <a:xfrm xmlns:a="http://schemas.openxmlformats.org/drawingml/2006/main"/>
      </p:grpSpPr>
      <p:sp>
        <p:nvSpPr>
          <p:cNvPr id="4" name="Title 1">
            <a:extLst xmlns:a="http://schemas.openxmlformats.org/drawingml/2006/main">
              <a:ext uri="{FF2B5EF4-FFF2-40B4-BE49-F238E27FC236}">
                <a16:creationId xmlns:a16="http://schemas.microsoft.com/office/drawing/2014/main" id="{3CD77C36-1C4D-DE80-1F7B-60E8297188D0}"/>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9" name="Subtitle">
            <a:extLst xmlns:a="http://schemas.openxmlformats.org/drawingml/2006/main">
              <a:ext uri="{FF2B5EF4-FFF2-40B4-BE49-F238E27FC236}">
                <a16:creationId xmlns:a16="http://schemas.microsoft.com/office/drawing/2014/main" id="{1F28BA13-39F7-FD62-A580-1BFD9EDD58CA}"/>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a:buNone/>
            </a:pPr>
            <a:r>
              <a:t>Subtitle</a:t>
            </a:r>
          </a:p>
        </p:txBody>
      </p:sp>
      <p:sp>
        <p:nvSpPr>
          <p:cNvPr id="2" name="Content">
            <a:extLst xmlns:a="http://schemas.openxmlformats.org/drawingml/2006/main">
              <a:ext uri="{FF2B5EF4-FFF2-40B4-BE49-F238E27FC236}">
                <a16:creationId xmlns:a16="http://schemas.microsoft.com/office/drawing/2014/main" id="{EEBF987F-38F4-709F-2C5C-6A33F92ABAC2}"/>
              </a:ext>
            </a:extLst>
          </p:cNvPr>
          <p:cNvSpPr>
            <a:spLocks xmlns:a="http://schemas.openxmlformats.org/drawingml/2006/main" noGrp="1"/>
          </p:cNvSpPr>
          <p:nvPr>
            <p:ph idx="14"/>
          </p:nvPr>
        </p:nvSpPr>
        <p:spPr>
          <a:xfrm xmlns:a="http://schemas.openxmlformats.org/drawingml/2006/main">
            <a:off x="766762" y="1600199"/>
            <a:ext cx="3291840"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10" name="Content">
            <a:extLst xmlns:a="http://schemas.openxmlformats.org/drawingml/2006/main">
              <a:ext uri="{FF2B5EF4-FFF2-40B4-BE49-F238E27FC236}">
                <a16:creationId xmlns:a16="http://schemas.microsoft.com/office/drawing/2014/main" id="{C8007CC0-7806-5000-E1A2-EE5C157D0752}"/>
              </a:ext>
            </a:extLst>
          </p:cNvPr>
          <p:cNvSpPr>
            <a:spLocks xmlns:a="http://schemas.openxmlformats.org/drawingml/2006/main" noGrp="1"/>
          </p:cNvSpPr>
          <p:nvPr>
            <p:ph idx="20"/>
          </p:nvPr>
        </p:nvSpPr>
        <p:spPr>
          <a:xfrm xmlns:a="http://schemas.openxmlformats.org/drawingml/2006/main">
            <a:off x="4450080" y="1607058"/>
            <a:ext cx="3291840"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11" name="Content">
            <a:extLst xmlns:a="http://schemas.openxmlformats.org/drawingml/2006/main">
              <a:ext uri="{FF2B5EF4-FFF2-40B4-BE49-F238E27FC236}">
                <a16:creationId xmlns:a16="http://schemas.microsoft.com/office/drawing/2014/main" id="{67D5716D-0077-0121-818A-02B0496ECCC9}"/>
              </a:ext>
            </a:extLst>
          </p:cNvPr>
          <p:cNvSpPr>
            <a:spLocks xmlns:a="http://schemas.openxmlformats.org/drawingml/2006/main" noGrp="1"/>
          </p:cNvSpPr>
          <p:nvPr>
            <p:ph idx="21"/>
          </p:nvPr>
        </p:nvSpPr>
        <p:spPr>
          <a:xfrm xmlns:a="http://schemas.openxmlformats.org/drawingml/2006/main">
            <a:off x="8133398" y="1613917"/>
            <a:ext cx="3291840"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cxnSp>
        <p:nvCxnSpPr>
          <p:cNvPr id="13" name="Column Divider"/>
          <p:cNvCxnSpPr/>
          <p:nvPr/>
        </p:nvCxnSpPr>
        <p:spPr>
          <a:xfrm xmlns:a="http://schemas.openxmlformats.org/drawingml/2006/main">
            <a:off x="4261915" y="1609725"/>
            <a:ext cx="0" cy="4507992"/>
          </a:xfrm>
          <a:prstGeom xmlns:a="http://schemas.openxmlformats.org/drawingml/2006/main" prst="line">
            <a:avLst/>
          </a:prstGeom>
          <a:ln xmlns:a="http://schemas.openxmlformats.org/drawingml/2006/main" w="12700" cap="flat">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14" name="Column Divider 2"/>
          <p:cNvCxnSpPr/>
          <p:nvPr/>
        </p:nvCxnSpPr>
        <p:spPr>
          <a:xfrm xmlns:a="http://schemas.openxmlformats.org/drawingml/2006/main">
            <a:off x="7951236" y="1609725"/>
            <a:ext cx="0" cy="4507992"/>
          </a:xfrm>
          <a:prstGeom xmlns:a="http://schemas.openxmlformats.org/drawingml/2006/main" prst="line">
            <a:avLst/>
          </a:prstGeom>
          <a:ln xmlns:a="http://schemas.openxmlformats.org/drawingml/2006/main" w="12700" cap="flat">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5" name="Date Placeholder 4">
            <a:extLst xmlns:a="http://schemas.openxmlformats.org/drawingml/2006/main">
              <a:ext uri="{FF2B5EF4-FFF2-40B4-BE49-F238E27FC236}">
                <a16:creationId xmlns:a16="http://schemas.microsoft.com/office/drawing/2014/main" id="{71CEF2D1-6907-CC12-9362-D658A7F41948}"/>
              </a:ext>
            </a:extLst>
          </p:cNvPr>
          <p:cNvSpPr>
            <a:spLocks xmlns:a="http://schemas.openxmlformats.org/drawingml/2006/main" noGrp="1"/>
          </p:cNvSpPr>
          <p:nvPr>
            <p:ph type="dt" idx="2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7" name="Footer Placeholder 6">
            <a:extLst xmlns:a="http://schemas.openxmlformats.org/drawingml/2006/main">
              <a:ext uri="{FF2B5EF4-FFF2-40B4-BE49-F238E27FC236}">
                <a16:creationId xmlns:a16="http://schemas.microsoft.com/office/drawing/2014/main" id="{81FDCF54-DE26-30BD-25CD-FC8B72CB540F}"/>
              </a:ext>
            </a:extLst>
          </p:cNvPr>
          <p:cNvSpPr>
            <a:spLocks xmlns:a="http://schemas.openxmlformats.org/drawingml/2006/main" noGrp="1"/>
          </p:cNvSpPr>
          <p:nvPr>
            <p:ph type="ftr" idx="23"/>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8" name="Slide Number Placeholder 7">
            <a:extLst xmlns:a="http://schemas.openxmlformats.org/drawingml/2006/main">
              <a:ext uri="{FF2B5EF4-FFF2-40B4-BE49-F238E27FC236}">
                <a16:creationId xmlns:a16="http://schemas.microsoft.com/office/drawing/2014/main" id="{1EEB9DAB-8C8B-6D59-3A36-9B68EFF31EE0}"/>
              </a:ext>
            </a:extLst>
          </p:cNvPr>
          <p:cNvSpPr>
            <a:spLocks xmlns:a="http://schemas.openxmlformats.org/drawingml/2006/main" noGrp="1"/>
          </p:cNvSpPr>
          <p:nvPr>
            <p:ph type="sldNum" idx="24"/>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Tree>
  </p:cSld>
</p:sldLayout>
</file>

<file path=ppt/slideLayouts/slideLayout73.xml><?xml version="1.0" encoding="utf-8"?>
<p:sldLayout xmlns:p="http://schemas.openxmlformats.org/presentationml/2006/main" preserve="1" userDrawn="1">
  <p:cSld name="Dark - Title/Subtitle 4 Column">
    <p:bg>
      <p:bgRef idx="1001">
        <a:schemeClr xmlns:a="http://schemas.openxmlformats.org/drawingml/2006/main" val="bg2"/>
      </p:bgRef>
    </p:bg>
    <p:spTree>
      <p:nvGrpSpPr>
        <p:cNvPr id="1" name=""/>
        <p:cNvGrpSpPr/>
        <p:nvPr/>
      </p:nvGrpSpPr>
      <p:grpSpPr>
        <a:xfrm xmlns:a="http://schemas.openxmlformats.org/drawingml/2006/main"/>
      </p:grpSpPr>
      <p:sp>
        <p:nvSpPr>
          <p:cNvPr id="6" name="Content">
            <a:extLst xmlns:a="http://schemas.openxmlformats.org/drawingml/2006/main">
              <a:ext uri="{FF2B5EF4-FFF2-40B4-BE49-F238E27FC236}">
                <a16:creationId xmlns:a16="http://schemas.microsoft.com/office/drawing/2014/main" id="{238CEDEE-F37B-4496-9270-0479A31C9762}"/>
              </a:ext>
            </a:extLst>
          </p:cNvPr>
          <p:cNvSpPr>
            <a:spLocks xmlns:a="http://schemas.openxmlformats.org/drawingml/2006/main" noGrp="1"/>
          </p:cNvSpPr>
          <p:nvPr>
            <p:ph idx="14"/>
          </p:nvPr>
        </p:nvSpPr>
        <p:spPr>
          <a:xfrm xmlns:a="http://schemas.openxmlformats.org/drawingml/2006/main">
            <a:off x="766763" y="1609726"/>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18" name="Content 2">
            <a:extLst xmlns:a="http://schemas.openxmlformats.org/drawingml/2006/main">
              <a:ext uri="{FF2B5EF4-FFF2-40B4-BE49-F238E27FC236}">
                <a16:creationId xmlns:a16="http://schemas.microsoft.com/office/drawing/2014/main" id="{22A9895A-06CA-46D6-B3EB-7038E6493585}"/>
              </a:ext>
            </a:extLst>
          </p:cNvPr>
          <p:cNvSpPr>
            <a:spLocks xmlns:a="http://schemas.openxmlformats.org/drawingml/2006/main" noGrp="1"/>
          </p:cNvSpPr>
          <p:nvPr>
            <p:ph idx="15"/>
          </p:nvPr>
        </p:nvSpPr>
        <p:spPr>
          <a:xfrm xmlns:a="http://schemas.openxmlformats.org/drawingml/2006/main">
            <a:off x="3500819" y="1609725"/>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21" name="Content 3">
            <a:extLst xmlns:a="http://schemas.openxmlformats.org/drawingml/2006/main">
              <a:ext uri="{FF2B5EF4-FFF2-40B4-BE49-F238E27FC236}">
                <a16:creationId xmlns:a16="http://schemas.microsoft.com/office/drawing/2014/main" id="{58EF7396-F6CE-404A-B85F-455D3F5341AE}"/>
              </a:ext>
            </a:extLst>
          </p:cNvPr>
          <p:cNvSpPr>
            <a:spLocks xmlns:a="http://schemas.openxmlformats.org/drawingml/2006/main" noGrp="1"/>
          </p:cNvSpPr>
          <p:nvPr>
            <p:ph idx="16"/>
          </p:nvPr>
        </p:nvSpPr>
        <p:spPr>
          <a:xfrm xmlns:a="http://schemas.openxmlformats.org/drawingml/2006/main">
            <a:off x="6234875" y="1609725"/>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Title 1">
            <a:extLst xmlns:a="http://schemas.openxmlformats.org/drawingml/2006/main">
              <a:ext uri="{FF2B5EF4-FFF2-40B4-BE49-F238E27FC236}">
                <a16:creationId xmlns:a16="http://schemas.microsoft.com/office/drawing/2014/main" id="{3CD77C36-1C4D-DE80-1F7B-60E8297188D0}"/>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9" name="Subtitle">
            <a:extLst xmlns:a="http://schemas.openxmlformats.org/drawingml/2006/main">
              <a:ext uri="{FF2B5EF4-FFF2-40B4-BE49-F238E27FC236}">
                <a16:creationId xmlns:a16="http://schemas.microsoft.com/office/drawing/2014/main" id="{1F28BA13-39F7-FD62-A580-1BFD9EDD58CA}"/>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a:buNone/>
            </a:pPr>
            <a:r>
              <a:t>Subtitle</a:t>
            </a:r>
          </a:p>
        </p:txBody>
      </p:sp>
      <p:sp>
        <p:nvSpPr>
          <p:cNvPr id="2" name="Content 3">
            <a:extLst xmlns:a="http://schemas.openxmlformats.org/drawingml/2006/main">
              <a:ext uri="{FF2B5EF4-FFF2-40B4-BE49-F238E27FC236}">
                <a16:creationId xmlns:a16="http://schemas.microsoft.com/office/drawing/2014/main" id="{D3DD214E-B770-0B46-25F4-55FE29C664BE}"/>
              </a:ext>
            </a:extLst>
          </p:cNvPr>
          <p:cNvSpPr>
            <a:spLocks xmlns:a="http://schemas.openxmlformats.org/drawingml/2006/main" noGrp="1"/>
          </p:cNvSpPr>
          <p:nvPr>
            <p:ph idx="20"/>
          </p:nvPr>
        </p:nvSpPr>
        <p:spPr>
          <a:xfrm xmlns:a="http://schemas.openxmlformats.org/drawingml/2006/main">
            <a:off x="8968931" y="1605827"/>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cxnSp>
        <p:nvCxnSpPr>
          <p:cNvPr id="25" name="Column Divider"/>
          <p:cNvCxnSpPr/>
          <p:nvPr/>
        </p:nvCxnSpPr>
        <p:spPr>
          <a:xfrm xmlns:a="http://schemas.openxmlformats.org/drawingml/2006/main">
            <a:off x="3364740" y="1622606"/>
            <a:ext cx="0" cy="4507992"/>
          </a:xfrm>
          <a:prstGeom xmlns:a="http://schemas.openxmlformats.org/drawingml/2006/main" prst="line">
            <a:avLst/>
          </a:prstGeom>
          <a:ln xmlns:a="http://schemas.openxmlformats.org/drawingml/2006/main" w="12700" cap="flat">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26" name="Column Divider"/>
          <p:cNvCxnSpPr/>
          <p:nvPr/>
        </p:nvCxnSpPr>
        <p:spPr>
          <a:xfrm xmlns:a="http://schemas.openxmlformats.org/drawingml/2006/main">
            <a:off x="6104399" y="1622606"/>
            <a:ext cx="0" cy="4507992"/>
          </a:xfrm>
          <a:prstGeom xmlns:a="http://schemas.openxmlformats.org/drawingml/2006/main" prst="line">
            <a:avLst/>
          </a:prstGeom>
          <a:ln xmlns:a="http://schemas.openxmlformats.org/drawingml/2006/main" w="12700" cap="flat">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27" name="Column Divider"/>
          <p:cNvCxnSpPr/>
          <p:nvPr/>
        </p:nvCxnSpPr>
        <p:spPr>
          <a:xfrm xmlns:a="http://schemas.openxmlformats.org/drawingml/2006/main">
            <a:off x="8840439" y="1622606"/>
            <a:ext cx="0" cy="4507992"/>
          </a:xfrm>
          <a:prstGeom xmlns:a="http://schemas.openxmlformats.org/drawingml/2006/main" prst="line">
            <a:avLst/>
          </a:prstGeom>
          <a:ln xmlns:a="http://schemas.openxmlformats.org/drawingml/2006/main" w="12700" cap="flat">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11" name="Date Placeholder 10">
            <a:extLst xmlns:a="http://schemas.openxmlformats.org/drawingml/2006/main">
              <a:ext uri="{FF2B5EF4-FFF2-40B4-BE49-F238E27FC236}">
                <a16:creationId xmlns:a16="http://schemas.microsoft.com/office/drawing/2014/main" id="{2363AF13-54B3-2494-C7F1-5F9B596DA0B0}"/>
              </a:ext>
            </a:extLst>
          </p:cNvPr>
          <p:cNvSpPr>
            <a:spLocks xmlns:a="http://schemas.openxmlformats.org/drawingml/2006/main" noGrp="1"/>
          </p:cNvSpPr>
          <p:nvPr>
            <p:ph type="dt" idx="2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12" name="Footer Placeholder 11">
            <a:extLst xmlns:a="http://schemas.openxmlformats.org/drawingml/2006/main">
              <a:ext uri="{FF2B5EF4-FFF2-40B4-BE49-F238E27FC236}">
                <a16:creationId xmlns:a16="http://schemas.microsoft.com/office/drawing/2014/main" id="{EF2C9EBF-D6B1-2F19-A933-42AC275A7514}"/>
              </a:ext>
            </a:extLst>
          </p:cNvPr>
          <p:cNvSpPr>
            <a:spLocks xmlns:a="http://schemas.openxmlformats.org/drawingml/2006/main" noGrp="1"/>
          </p:cNvSpPr>
          <p:nvPr>
            <p:ph type="ftr" idx="2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3" name="Slide Number Placeholder 12">
            <a:extLst xmlns:a="http://schemas.openxmlformats.org/drawingml/2006/main">
              <a:ext uri="{FF2B5EF4-FFF2-40B4-BE49-F238E27FC236}">
                <a16:creationId xmlns:a16="http://schemas.microsoft.com/office/drawing/2014/main" id="{52E800BF-4776-65BD-D78D-49E2E3339C1D}"/>
              </a:ext>
            </a:extLst>
          </p:cNvPr>
          <p:cNvSpPr>
            <a:spLocks xmlns:a="http://schemas.openxmlformats.org/drawingml/2006/main" noGrp="1"/>
          </p:cNvSpPr>
          <p:nvPr>
            <p:ph type="sldNum" idx="23"/>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Tree>
  </p:cSld>
</p:sldLayout>
</file>

<file path=ppt/slideLayouts/slideLayout74.xml><?xml version="1.0" encoding="utf-8"?>
<p:sldLayout xmlns:p="http://schemas.openxmlformats.org/presentationml/2006/main" preserve="1" userDrawn="1">
  <p:cSld name="Light - Title/Subtitle 4 Column">
    <p:bg>
      <p:bgRef idx="1001">
        <a:schemeClr xmlns:a="http://schemas.openxmlformats.org/drawingml/2006/main" val="bg2"/>
      </p:bgRef>
    </p:bg>
    <p:spTree>
      <p:nvGrpSpPr>
        <p:cNvPr id="1" name=""/>
        <p:cNvGrpSpPr/>
        <p:nvPr/>
      </p:nvGrpSpPr>
      <p:grpSpPr>
        <a:xfrm xmlns:a="http://schemas.openxmlformats.org/drawingml/2006/main"/>
      </p:grpSpPr>
      <p:sp>
        <p:nvSpPr>
          <p:cNvPr id="6" name="Content">
            <a:extLst xmlns:a="http://schemas.openxmlformats.org/drawingml/2006/main">
              <a:ext uri="{FF2B5EF4-FFF2-40B4-BE49-F238E27FC236}">
                <a16:creationId xmlns:a16="http://schemas.microsoft.com/office/drawing/2014/main" id="{238CEDEE-F37B-4496-9270-0479A31C9762}"/>
              </a:ext>
            </a:extLst>
          </p:cNvPr>
          <p:cNvSpPr>
            <a:spLocks xmlns:a="http://schemas.openxmlformats.org/drawingml/2006/main" noGrp="1"/>
          </p:cNvSpPr>
          <p:nvPr>
            <p:ph idx="14"/>
          </p:nvPr>
        </p:nvSpPr>
        <p:spPr>
          <a:xfrm xmlns:a="http://schemas.openxmlformats.org/drawingml/2006/main">
            <a:off x="766763" y="1609726"/>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18" name="Content 2">
            <a:extLst xmlns:a="http://schemas.openxmlformats.org/drawingml/2006/main">
              <a:ext uri="{FF2B5EF4-FFF2-40B4-BE49-F238E27FC236}">
                <a16:creationId xmlns:a16="http://schemas.microsoft.com/office/drawing/2014/main" id="{22A9895A-06CA-46D6-B3EB-7038E6493585}"/>
              </a:ext>
            </a:extLst>
          </p:cNvPr>
          <p:cNvSpPr>
            <a:spLocks xmlns:a="http://schemas.openxmlformats.org/drawingml/2006/main" noGrp="1"/>
          </p:cNvSpPr>
          <p:nvPr>
            <p:ph idx="15"/>
          </p:nvPr>
        </p:nvSpPr>
        <p:spPr>
          <a:xfrm xmlns:a="http://schemas.openxmlformats.org/drawingml/2006/main">
            <a:off x="3500819" y="1609725"/>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21" name="Content 3">
            <a:extLst xmlns:a="http://schemas.openxmlformats.org/drawingml/2006/main">
              <a:ext uri="{FF2B5EF4-FFF2-40B4-BE49-F238E27FC236}">
                <a16:creationId xmlns:a16="http://schemas.microsoft.com/office/drawing/2014/main" id="{58EF7396-F6CE-404A-B85F-455D3F5341AE}"/>
              </a:ext>
            </a:extLst>
          </p:cNvPr>
          <p:cNvSpPr>
            <a:spLocks xmlns:a="http://schemas.openxmlformats.org/drawingml/2006/main" noGrp="1"/>
          </p:cNvSpPr>
          <p:nvPr>
            <p:ph idx="16"/>
          </p:nvPr>
        </p:nvSpPr>
        <p:spPr>
          <a:xfrm xmlns:a="http://schemas.openxmlformats.org/drawingml/2006/main">
            <a:off x="6234875" y="1609725"/>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Title 1">
            <a:extLst xmlns:a="http://schemas.openxmlformats.org/drawingml/2006/main">
              <a:ext uri="{FF2B5EF4-FFF2-40B4-BE49-F238E27FC236}">
                <a16:creationId xmlns:a16="http://schemas.microsoft.com/office/drawing/2014/main" id="{3CD77C36-1C4D-DE80-1F7B-60E8297188D0}"/>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2" name="Content 3">
            <a:extLst xmlns:a="http://schemas.openxmlformats.org/drawingml/2006/main">
              <a:ext uri="{FF2B5EF4-FFF2-40B4-BE49-F238E27FC236}">
                <a16:creationId xmlns:a16="http://schemas.microsoft.com/office/drawing/2014/main" id="{D3DD214E-B770-0B46-25F4-55FE29C664BE}"/>
              </a:ext>
            </a:extLst>
          </p:cNvPr>
          <p:cNvSpPr>
            <a:spLocks xmlns:a="http://schemas.openxmlformats.org/drawingml/2006/main" noGrp="1"/>
          </p:cNvSpPr>
          <p:nvPr>
            <p:ph idx="20"/>
          </p:nvPr>
        </p:nvSpPr>
        <p:spPr>
          <a:xfrm xmlns:a="http://schemas.openxmlformats.org/drawingml/2006/main">
            <a:off x="8968931" y="1605827"/>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cxnSp>
        <p:nvCxnSpPr>
          <p:cNvPr id="24" name="Column Divider"/>
          <p:cNvCxnSpPr/>
          <p:nvPr/>
        </p:nvCxnSpPr>
        <p:spPr>
          <a:xfrm xmlns:a="http://schemas.openxmlformats.org/drawingml/2006/main">
            <a:off x="3364740" y="1622606"/>
            <a:ext cx="0" cy="4507992"/>
          </a:xfrm>
          <a:prstGeom xmlns:a="http://schemas.openxmlformats.org/drawingml/2006/main" prst="line">
            <a:avLst/>
          </a:prstGeom>
          <a:ln xmlns:a="http://schemas.openxmlformats.org/drawingml/2006/main" w="12700" cap="flat">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25" name="Column Divider"/>
          <p:cNvCxnSpPr/>
          <p:nvPr/>
        </p:nvCxnSpPr>
        <p:spPr>
          <a:xfrm xmlns:a="http://schemas.openxmlformats.org/drawingml/2006/main">
            <a:off x="6104399" y="1622606"/>
            <a:ext cx="0" cy="4507992"/>
          </a:xfrm>
          <a:prstGeom xmlns:a="http://schemas.openxmlformats.org/drawingml/2006/main" prst="line">
            <a:avLst/>
          </a:prstGeom>
          <a:ln xmlns:a="http://schemas.openxmlformats.org/drawingml/2006/main" w="12700" cap="flat">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26" name="Column Divider"/>
          <p:cNvCxnSpPr/>
          <p:nvPr/>
        </p:nvCxnSpPr>
        <p:spPr>
          <a:xfrm xmlns:a="http://schemas.openxmlformats.org/drawingml/2006/main">
            <a:off x="8840439" y="1622606"/>
            <a:ext cx="0" cy="4507992"/>
          </a:xfrm>
          <a:prstGeom xmlns:a="http://schemas.openxmlformats.org/drawingml/2006/main" prst="line">
            <a:avLst/>
          </a:prstGeom>
          <a:ln xmlns:a="http://schemas.openxmlformats.org/drawingml/2006/main" w="12700" cap="flat">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11" name="Subtitle">
            <a:extLst xmlns:a="http://schemas.openxmlformats.org/drawingml/2006/main">
              <a:ext uri="{FF2B5EF4-FFF2-40B4-BE49-F238E27FC236}">
                <a16:creationId xmlns:a16="http://schemas.microsoft.com/office/drawing/2014/main" id="{C9A0F016-4DAC-1E29-77F1-0AE340758202}"/>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a:buNone/>
            </a:pPr>
            <a:r>
              <a:t>Subtitle</a:t>
            </a:r>
          </a:p>
        </p:txBody>
      </p:sp>
      <p:sp>
        <p:nvSpPr>
          <p:cNvPr id="14" name="Date Placeholder 13">
            <a:extLst xmlns:a="http://schemas.openxmlformats.org/drawingml/2006/main">
              <a:ext uri="{FF2B5EF4-FFF2-40B4-BE49-F238E27FC236}">
                <a16:creationId xmlns:a16="http://schemas.microsoft.com/office/drawing/2014/main" id="{F14D88C3-85BA-C99C-9877-32BAD78E6A9A}"/>
              </a:ext>
            </a:extLst>
          </p:cNvPr>
          <p:cNvSpPr>
            <a:spLocks xmlns:a="http://schemas.openxmlformats.org/drawingml/2006/main" noGrp="1"/>
          </p:cNvSpPr>
          <p:nvPr>
            <p:ph type="dt" idx="21"/>
          </p:nvPr>
        </p:nvSpPr>
        <p:spPr/>
        <p:txBody>
          <a:bodyPr xmlns:a="http://schemas.openxmlformats.org/drawingml/2006/main"/>
          <a:lstStyle xmlns:a="http://schemas.openxmlformats.org/drawingml/2006/main"/>
          <a:p xmlns:a="http://schemas.openxmlformats.org/drawingml/2006/main">
            <a:r>
              <a:t>[Date]</a:t>
            </a:r>
          </a:p>
        </p:txBody>
      </p:sp>
      <p:sp>
        <p:nvSpPr>
          <p:cNvPr id="16" name="Footer Placeholder 15">
            <a:extLst xmlns:a="http://schemas.openxmlformats.org/drawingml/2006/main">
              <a:ext uri="{FF2B5EF4-FFF2-40B4-BE49-F238E27FC236}">
                <a16:creationId xmlns:a16="http://schemas.microsoft.com/office/drawing/2014/main" id="{B1E0C70D-CC65-4285-D496-FB34A70A6FEE}"/>
              </a:ext>
            </a:extLst>
          </p:cNvPr>
          <p:cNvSpPr>
            <a:spLocks xmlns:a="http://schemas.openxmlformats.org/drawingml/2006/main" noGrp="1"/>
          </p:cNvSpPr>
          <p:nvPr>
            <p:ph type="ftr" idx="22"/>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17" name="Slide Number Placeholder 16">
            <a:extLst xmlns:a="http://schemas.openxmlformats.org/drawingml/2006/main">
              <a:ext uri="{FF2B5EF4-FFF2-40B4-BE49-F238E27FC236}">
                <a16:creationId xmlns:a16="http://schemas.microsoft.com/office/drawing/2014/main" id="{48A4656A-0B47-1F87-8CB9-58932D721680}"/>
              </a:ext>
            </a:extLst>
          </p:cNvPr>
          <p:cNvSpPr>
            <a:spLocks xmlns:a="http://schemas.openxmlformats.org/drawingml/2006/main" noGrp="1"/>
          </p:cNvSpPr>
          <p:nvPr>
            <p:ph type="sldNum" idx="23"/>
          </p:nvPr>
        </p:nvSpPr>
        <p:spPr/>
        <p:txBody>
          <a:bodyPr xmlns:a="http://schemas.openxmlformats.org/drawingml/2006/main"/>
          <a:lstStyle xmlns:a="http://schemas.openxmlformats.org/drawingml/2006/main"/>
          <a:p xmlns:a="http://schemas.openxmlformats.org/drawingml/2006/main">
            <a:fld id="{345D60D9-5372-5F40-9443-0F9AE5BDC3C8}" type="slidenum">
              <a:t>‹#›</a:t>
            </a:fld>
          </a:p>
        </p:txBody>
      </p:sp>
    </p:spTree>
  </p:cSld>
</p:sldLayout>
</file>

<file path=ppt/slideLayouts/slideLayout75.xml><?xml version="1.0" encoding="utf-8"?>
<p:sldLayout xmlns:p="http://schemas.openxmlformats.org/presentationml/2006/main" preserve="1" userDrawn="1">
  <p:cSld name="Light - Title, Content and 1/3 Photo">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B1F59826-0B3C-4973-B5FA-B18F68758F38}"/>
              </a:ext>
            </a:extLst>
          </p:cNvPr>
          <p:cNvSpPr>
            <a:spLocks xmlns:a="http://schemas.openxmlformats.org/drawingml/2006/main" noGrp="1"/>
          </p:cNvSpPr>
          <p:nvPr>
            <p:ph type="title" idx="0" hasCustomPrompt="1"/>
          </p:nvPr>
        </p:nvSpPr>
        <p:spPr>
          <a:xfrm xmlns:a="http://schemas.openxmlformats.org/drawingml/2006/main">
            <a:off x="768875" y="182403"/>
            <a:ext cx="6790149"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4" name="Content">
            <a:extLst xmlns:a="http://schemas.openxmlformats.org/drawingml/2006/main">
              <a:ext uri="{FF2B5EF4-FFF2-40B4-BE49-F238E27FC236}">
                <a16:creationId xmlns:a16="http://schemas.microsoft.com/office/drawing/2014/main" id="{FA05E257-5557-514A-2025-3EF63D1140D3}"/>
              </a:ext>
            </a:extLst>
          </p:cNvPr>
          <p:cNvSpPr>
            <a:spLocks xmlns:a="http://schemas.openxmlformats.org/drawingml/2006/main" noGrp="1"/>
          </p:cNvSpPr>
          <p:nvPr>
            <p:ph idx="14"/>
          </p:nvPr>
        </p:nvSpPr>
        <p:spPr>
          <a:xfrm xmlns:a="http://schemas.openxmlformats.org/drawingml/2006/main">
            <a:off x="766762" y="1600199"/>
            <a:ext cx="6792262"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10" name="Picture Placeholder 9">
            <a:extLst xmlns:a="http://schemas.openxmlformats.org/drawingml/2006/main">
              <a:ext uri="{FF2B5EF4-FFF2-40B4-BE49-F238E27FC236}">
                <a16:creationId xmlns:a16="http://schemas.microsoft.com/office/drawing/2014/main" id="{22033CC1-6A5D-D20A-D1C7-358398AE8124}"/>
              </a:ext>
            </a:extLst>
          </p:cNvPr>
          <p:cNvSpPr>
            <a:spLocks xmlns:a="http://schemas.openxmlformats.org/drawingml/2006/main" noGrp="1"/>
          </p:cNvSpPr>
          <p:nvPr>
            <p:ph type="pic" idx="18"/>
          </p:nvPr>
        </p:nvSpPr>
        <p:spPr>
          <a:xfrm xmlns:a="http://schemas.openxmlformats.org/drawingml/2006/main">
            <a:off x="8132064" y="0"/>
            <a:ext cx="4059936" cy="6858000"/>
          </a:xfrm>
          <a:prstGeom xmlns:a="http://schemas.openxmlformats.org/drawingml/2006/main" prst="rect">
            <a:avLst/>
          </a:prstGeom>
          <a:solidFill xmlns:a="http://schemas.openxmlformats.org/drawingml/2006/main">
            <a:srgbClr val="AEA8A2"/>
          </a:solidFill>
        </p:spPr>
        <p:txBody>
          <a:bodyPr xmlns:a="http://schemas.openxmlformats.org/drawingml/2006/main"/>
          <a:lstStyle xmlns:a="http://schemas.openxmlformats.org/drawingml/2006/main"/>
          <a:p xmlns:a="http://schemas.openxmlformats.org/drawingml/2006/main">
            <a:r>
              <a:t>Click icon to add picture</a:t>
            </a:r>
          </a:p>
        </p:txBody>
      </p:sp>
      <p:sp>
        <p:nvSpPr>
          <p:cNvPr id="11" name="Date Placeholder 10">
            <a:extLst xmlns:a="http://schemas.openxmlformats.org/drawingml/2006/main">
              <a:ext uri="{FF2B5EF4-FFF2-40B4-BE49-F238E27FC236}">
                <a16:creationId xmlns:a16="http://schemas.microsoft.com/office/drawing/2014/main" id="{8C76787E-C613-2BD9-88DD-A8CA6315C187}"/>
              </a:ext>
            </a:extLst>
          </p:cNvPr>
          <p:cNvSpPr>
            <a:spLocks xmlns:a="http://schemas.openxmlformats.org/drawingml/2006/main" noGrp="1"/>
          </p:cNvSpPr>
          <p:nvPr>
            <p:ph type="dt" idx="19"/>
          </p:nvPr>
        </p:nvSpPr>
        <p:spPr/>
        <p:txBody>
          <a:bodyPr xmlns:a="http://schemas.openxmlformats.org/drawingml/2006/main"/>
          <a:lstStyle xmlns:a="http://schemas.openxmlformats.org/drawingml/2006/main"/>
          <a:p xmlns:a="http://schemas.openxmlformats.org/drawingml/2006/main">
            <a:r>
              <a:t>[Date]</a:t>
            </a:r>
          </a:p>
        </p:txBody>
      </p:sp>
      <p:sp>
        <p:nvSpPr>
          <p:cNvPr id="12" name="Footer Placeholder 11">
            <a:extLst xmlns:a="http://schemas.openxmlformats.org/drawingml/2006/main">
              <a:ext uri="{FF2B5EF4-FFF2-40B4-BE49-F238E27FC236}">
                <a16:creationId xmlns:a16="http://schemas.microsoft.com/office/drawing/2014/main" id="{D8D7FE89-A06E-CEB5-086C-97A9CB0354A7}"/>
              </a:ext>
            </a:extLst>
          </p:cNvPr>
          <p:cNvSpPr>
            <a:spLocks xmlns:a="http://schemas.openxmlformats.org/drawingml/2006/main" noGrp="1"/>
          </p:cNvSpPr>
          <p:nvPr>
            <p:ph type="ftr" idx="20"/>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13" name="Slide Number Placeholder 12">
            <a:extLst xmlns:a="http://schemas.openxmlformats.org/drawingml/2006/main">
              <a:ext uri="{FF2B5EF4-FFF2-40B4-BE49-F238E27FC236}">
                <a16:creationId xmlns:a16="http://schemas.microsoft.com/office/drawing/2014/main" id="{45632AB0-FCFB-849A-5527-BD4D484701A5}"/>
              </a:ext>
            </a:extLst>
          </p:cNvPr>
          <p:cNvSpPr>
            <a:spLocks xmlns:a="http://schemas.openxmlformats.org/drawingml/2006/main" noGrp="1"/>
          </p:cNvSpPr>
          <p:nvPr>
            <p:ph type="sldNum" idx="21"/>
          </p:nvPr>
        </p:nvSpPr>
        <p:spPr/>
        <p:txBody>
          <a:bodyPr xmlns:a="http://schemas.openxmlformats.org/drawingml/2006/main"/>
          <a:lstStyle xmlns:a="http://schemas.openxmlformats.org/drawingml/2006/main"/>
          <a:p xmlns:a="http://schemas.openxmlformats.org/drawingml/2006/main">
            <a:fld id="{345D60D9-5372-5F40-9443-0F9AE5BDC3C8}" type="slidenum">
              <a:t>‹#›</a:t>
            </a:fld>
          </a:p>
        </p:txBody>
      </p:sp>
    </p:spTree>
  </p:cSld>
</p:sldLayout>
</file>

<file path=ppt/slideLayouts/slideLayout76.xml><?xml version="1.0" encoding="utf-8"?>
<p:sldLayout xmlns:p="http://schemas.openxmlformats.org/presentationml/2006/main" preserve="1" userDrawn="1">
  <p:cSld name="Dark - Title, Content and 1/3 Photo">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B1F59826-0B3C-4973-B5FA-B18F68758F38}"/>
              </a:ext>
            </a:extLst>
          </p:cNvPr>
          <p:cNvSpPr>
            <a:spLocks xmlns:a="http://schemas.openxmlformats.org/drawingml/2006/main" noGrp="1"/>
          </p:cNvSpPr>
          <p:nvPr>
            <p:ph type="title" idx="0" hasCustomPrompt="1"/>
          </p:nvPr>
        </p:nvSpPr>
        <p:spPr>
          <a:xfrm xmlns:a="http://schemas.openxmlformats.org/drawingml/2006/main">
            <a:off x="768875" y="182403"/>
            <a:ext cx="6790149"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4" name="Content">
            <a:extLst xmlns:a="http://schemas.openxmlformats.org/drawingml/2006/main">
              <a:ext uri="{FF2B5EF4-FFF2-40B4-BE49-F238E27FC236}">
                <a16:creationId xmlns:a16="http://schemas.microsoft.com/office/drawing/2014/main" id="{FA05E257-5557-514A-2025-3EF63D1140D3}"/>
              </a:ext>
            </a:extLst>
          </p:cNvPr>
          <p:cNvSpPr>
            <a:spLocks xmlns:a="http://schemas.openxmlformats.org/drawingml/2006/main" noGrp="1"/>
          </p:cNvSpPr>
          <p:nvPr>
            <p:ph idx="14"/>
          </p:nvPr>
        </p:nvSpPr>
        <p:spPr>
          <a:xfrm xmlns:a="http://schemas.openxmlformats.org/drawingml/2006/main">
            <a:off x="766762" y="1600199"/>
            <a:ext cx="6792262"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marL="547688" indent="-182563">
              <a:lnSpc>
                <a:spcPct val="100000"/>
              </a:lnSpc>
              <a:buChar char="-"/>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marL="914400" indent="-182880">
              <a:lnSpc>
                <a:spcPct val="100000"/>
              </a:lnSpc>
              <a:buChar char="-"/>
              <a:defRPr sz="1600" b="0" i="0">
                <a:latin typeface="Oracle Sans Tab"/>
                <a:ea typeface="Oracle Sans Tab"/>
                <a:cs typeface="Oracle Sans Tab"/>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10" name="Picture Placeholder 9">
            <a:extLst xmlns:a="http://schemas.openxmlformats.org/drawingml/2006/main">
              <a:ext uri="{FF2B5EF4-FFF2-40B4-BE49-F238E27FC236}">
                <a16:creationId xmlns:a16="http://schemas.microsoft.com/office/drawing/2014/main" id="{22033CC1-6A5D-D20A-D1C7-358398AE8124}"/>
              </a:ext>
            </a:extLst>
          </p:cNvPr>
          <p:cNvSpPr>
            <a:spLocks xmlns:a="http://schemas.openxmlformats.org/drawingml/2006/main" noGrp="1"/>
          </p:cNvSpPr>
          <p:nvPr>
            <p:ph type="pic" idx="18" hasCustomPrompt="1"/>
          </p:nvPr>
        </p:nvSpPr>
        <p:spPr>
          <a:xfrm xmlns:a="http://schemas.openxmlformats.org/drawingml/2006/main">
            <a:off x="8132064" y="0"/>
            <a:ext cx="4059936" cy="6858000"/>
          </a:xfrm>
          <a:prstGeom xmlns:a="http://schemas.openxmlformats.org/drawingml/2006/main" prst="rect">
            <a:avLst/>
          </a:prstGeom>
          <a:solidFill xmlns:a="http://schemas.openxmlformats.org/drawingml/2006/main">
            <a:srgbClr val="AEA8A2"/>
          </a:solidFill>
        </p:spPr>
        <p:txBody>
          <a:bodyPr xmlns:a="http://schemas.openxmlformats.org/drawingml/2006/main"/>
          <a:lstStyle xmlns:a="http://schemas.openxmlformats.org/drawingml/2006/main">
            <a:lvl1pPr algn="ctr">
              <a:buNone/>
              <a:defRPr b="0" i="0">
                <a:latin typeface="Oracle Sans Tab"/>
                <a:ea typeface="Oracle Sans Tab"/>
                <a:cs typeface="Oracle Sans Tab"/>
              </a:defRPr>
            </a:lvl1pPr>
          </a:lstStyle>
          <a:p xmlns:a="http://schemas.openxmlformats.org/drawingml/2006/main">
            <a:pPr marL="0" indent="0" algn="l">
              <a:lnSpc>
                <a:spcPct val="95000"/>
              </a:lnSpc>
              <a:spcBef>
                <a:spcPts val="600"/>
              </a:spcBef>
              <a:spcAft>
                <a:spcPts val="0"/>
              </a:spcAft>
              <a:buNone/>
            </a:pPr>
            <a:r>
              <a:t>Click to add photo or illustration</a:t>
            </a:r>
          </a:p>
        </p:txBody>
      </p:sp>
      <p:sp>
        <p:nvSpPr>
          <p:cNvPr id="6" name="Date Placeholder 5">
            <a:extLst xmlns:a="http://schemas.openxmlformats.org/drawingml/2006/main">
              <a:ext uri="{FF2B5EF4-FFF2-40B4-BE49-F238E27FC236}">
                <a16:creationId xmlns:a16="http://schemas.microsoft.com/office/drawing/2014/main" id="{63510C4E-799B-50B7-8871-A58D5456BE7D}"/>
              </a:ext>
            </a:extLst>
          </p:cNvPr>
          <p:cNvSpPr>
            <a:spLocks xmlns:a="http://schemas.openxmlformats.org/drawingml/2006/main" noGrp="1"/>
          </p:cNvSpPr>
          <p:nvPr>
            <p:ph type="dt" idx="19"/>
          </p:nvPr>
        </p:nvSpPr>
        <p:spPr/>
        <p:txBody>
          <a:bodyPr xmlns:a="http://schemas.openxmlformats.org/drawingml/2006/main"/>
          <a:lstStyle xmlns:a="http://schemas.openxmlformats.org/drawingml/2006/main"/>
          <a:p xmlns:a="http://schemas.openxmlformats.org/drawingml/2006/main">
            <a:r>
              <a:t>[Date]</a:t>
            </a:r>
          </a:p>
        </p:txBody>
      </p:sp>
      <p:sp>
        <p:nvSpPr>
          <p:cNvPr id="8" name="Footer Placeholder 7">
            <a:extLst xmlns:a="http://schemas.openxmlformats.org/drawingml/2006/main">
              <a:ext uri="{FF2B5EF4-FFF2-40B4-BE49-F238E27FC236}">
                <a16:creationId xmlns:a16="http://schemas.microsoft.com/office/drawing/2014/main" id="{BBC96409-3286-A8BB-7CC1-C92DC833E04F}"/>
              </a:ext>
            </a:extLst>
          </p:cNvPr>
          <p:cNvSpPr>
            <a:spLocks xmlns:a="http://schemas.openxmlformats.org/drawingml/2006/main" noGrp="1"/>
          </p:cNvSpPr>
          <p:nvPr>
            <p:ph type="ftr" idx="20"/>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9" name="Slide Number Placeholder 8">
            <a:extLst xmlns:a="http://schemas.openxmlformats.org/drawingml/2006/main">
              <a:ext uri="{FF2B5EF4-FFF2-40B4-BE49-F238E27FC236}">
                <a16:creationId xmlns:a16="http://schemas.microsoft.com/office/drawing/2014/main" id="{0FB4D600-63AC-086C-2A13-8AA3569BB818}"/>
              </a:ext>
            </a:extLst>
          </p:cNvPr>
          <p:cNvSpPr>
            <a:spLocks xmlns:a="http://schemas.openxmlformats.org/drawingml/2006/main" noGrp="1"/>
          </p:cNvSpPr>
          <p:nvPr>
            <p:ph type="sldNum" idx="21"/>
          </p:nvPr>
        </p:nvSpPr>
        <p:spPr/>
        <p:txBody>
          <a:bodyPr xmlns:a="http://schemas.openxmlformats.org/drawingml/2006/main"/>
          <a:lstStyle xmlns:a="http://schemas.openxmlformats.org/drawingml/2006/main"/>
          <a:p xmlns:a="http://schemas.openxmlformats.org/drawingml/2006/main">
            <a:fld id="{345D60D9-5372-5F40-9443-0F9AE5BDC3C8}" type="slidenum">
              <a:t>‹#›</a:t>
            </a:fld>
          </a:p>
        </p:txBody>
      </p:sp>
    </p:spTree>
  </p:cSld>
</p:sldLayout>
</file>

<file path=ppt/slideLayouts/slideLayout77.xml><?xml version="1.0" encoding="utf-8"?>
<p:sldLayout xmlns:p="http://schemas.openxmlformats.org/presentationml/2006/main" preserve="1" userDrawn="1">
  <p:cSld name="Light - Quote with Picture">
    <p:bg>
      <p:bgRef idx="1001">
        <a:schemeClr xmlns:a="http://schemas.openxmlformats.org/drawingml/2006/main" val="bg2"/>
      </p:bgRef>
    </p:bg>
    <p:spTree>
      <p:nvGrpSpPr>
        <p:cNvPr id="1" name=""/>
        <p:cNvGrpSpPr/>
        <p:nvPr/>
      </p:nvGrpSpPr>
      <p:grpSpPr>
        <a:xfrm xmlns:a="http://schemas.openxmlformats.org/drawingml/2006/main"/>
      </p:grpSpPr>
      <p:sp>
        <p:nvSpPr>
          <p:cNvPr id="3" name="Quote">
            <a:extLst xmlns:a="http://schemas.openxmlformats.org/drawingml/2006/main">
              <a:ext uri="{FF2B5EF4-FFF2-40B4-BE49-F238E27FC236}">
                <a16:creationId xmlns:a16="http://schemas.microsoft.com/office/drawing/2014/main" id="{A13E52A3-3B72-407D-BD94-ADB27B9FCE9C}"/>
              </a:ext>
            </a:extLst>
          </p:cNvPr>
          <p:cNvSpPr>
            <a:spLocks xmlns:a="http://schemas.openxmlformats.org/drawingml/2006/main" noGrp="1"/>
          </p:cNvSpPr>
          <p:nvPr>
            <p:ph type="title" idx="0" hasCustomPrompt="1"/>
          </p:nvPr>
        </p:nvSpPr>
        <p:spPr>
          <a:xfrm xmlns:a="http://schemas.openxmlformats.org/drawingml/2006/main">
            <a:off x="5220586" y="2896192"/>
            <a:ext cx="6219354" cy="1384995"/>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spAutoFit/>
          </a:bodyPr>
          <a:lstStyle xmlns:a="http://schemas.openxmlformats.org/drawingml/2006/main">
            <a:lvl1pPr marL="179388" indent="-179388">
              <a:lnSpc>
                <a:spcPct val="100000"/>
              </a:lnSpc>
              <a:buNone/>
              <a:defRPr sz="3000" b="0" i="0">
                <a:latin typeface="+mj-lt"/>
                <a:ea typeface="+mj-lt"/>
                <a:cs typeface="+mj-lt"/>
              </a:defRPr>
            </a:lvl1pPr>
          </a:lstStyle>
          <a:p xmlns:a="http://schemas.openxmlformats.org/drawingml/2006/main">
            <a:pPr>
              <a:buNone/>
            </a:pPr>
            <a:r>
              <a:t>“Click to type customer or</a:t>
            </a:r>
            <a:br/>
            <a:r>
              <a:t>partner quote surrounded</a:t>
            </a:r>
            <a:br/>
            <a:r>
              <a:t>by quotation marks.”</a:t>
            </a:r>
          </a:p>
        </p:txBody>
      </p:sp>
      <p:sp>
        <p:nvSpPr>
          <p:cNvPr id="13" name="Text Field">
            <a:extLst xmlns:a="http://schemas.openxmlformats.org/drawingml/2006/main">
              <a:ext uri="{FF2B5EF4-FFF2-40B4-BE49-F238E27FC236}">
                <a16:creationId xmlns:a16="http://schemas.microsoft.com/office/drawing/2014/main" id="{04A571F4-71E4-264A-BBD5-0475995E681B}"/>
              </a:ext>
            </a:extLst>
          </p:cNvPr>
          <p:cNvSpPr>
            <a:spLocks xmlns:a="http://schemas.openxmlformats.org/drawingml/2006/main" noGrp="1"/>
          </p:cNvSpPr>
          <p:nvPr>
            <p:ph type="body" idx="37" hasCustomPrompt="1"/>
          </p:nvPr>
        </p:nvSpPr>
        <p:spPr>
          <a:xfrm xmlns:a="http://schemas.openxmlformats.org/drawingml/2006/main">
            <a:off x="5372844" y="4983135"/>
            <a:ext cx="6054629"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a:buNone/>
            </a:pPr>
            <a:r>
              <a:t>Name of person quoted</a:t>
            </a:r>
          </a:p>
        </p:txBody>
      </p:sp>
      <p:sp>
        <p:nvSpPr>
          <p:cNvPr id="11" name="Text Field 2">
            <a:extLst xmlns:a="http://schemas.openxmlformats.org/drawingml/2006/main">
              <a:ext uri="{FF2B5EF4-FFF2-40B4-BE49-F238E27FC236}">
                <a16:creationId xmlns:a16="http://schemas.microsoft.com/office/drawing/2014/main" id="{CBFB97F9-F988-C34C-8B6D-BB4A4D881736}"/>
              </a:ext>
            </a:extLst>
          </p:cNvPr>
          <p:cNvSpPr>
            <a:spLocks xmlns:a="http://schemas.openxmlformats.org/drawingml/2006/main" noGrp="1"/>
          </p:cNvSpPr>
          <p:nvPr>
            <p:ph type="body" idx="36" hasCustomPrompt="1"/>
          </p:nvPr>
        </p:nvSpPr>
        <p:spPr>
          <a:xfrm xmlns:a="http://schemas.openxmlformats.org/drawingml/2006/main">
            <a:off x="5372844" y="5320728"/>
            <a:ext cx="6054629" cy="786385"/>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sz="1600" b="0" i="0">
                <a:latin typeface="Oracle Sans Tab"/>
                <a:ea typeface="Oracle Sans Tab"/>
                <a:cs typeface="Oracle Sans Tab"/>
              </a:defRPr>
            </a:lvl1pPr>
          </a:lstStyle>
          <a:p xmlns:a="http://schemas.openxmlformats.org/drawingml/2006/main">
            <a:pPr>
              <a:buNone/>
            </a:pPr>
            <a:r>
              <a:t>Additional information if needed</a:t>
            </a:r>
          </a:p>
        </p:txBody>
      </p:sp>
      <p:sp>
        <p:nvSpPr>
          <p:cNvPr id="2" name="Content Placeholder 2">
            <a:extLst xmlns:a="http://schemas.openxmlformats.org/drawingml/2006/main">
              <a:ext uri="{FF2B5EF4-FFF2-40B4-BE49-F238E27FC236}">
                <a16:creationId xmlns:a16="http://schemas.microsoft.com/office/drawing/2014/main" id="{6190524B-9853-A3B5-6016-2D547D457D4C}"/>
              </a:ext>
            </a:extLst>
          </p:cNvPr>
          <p:cNvSpPr>
            <a:spLocks xmlns:a="http://schemas.openxmlformats.org/drawingml/2006/main" noGrp="1"/>
          </p:cNvSpPr>
          <p:nvPr>
            <p:ph idx="47" hasCustomPrompt="1"/>
          </p:nvPr>
        </p:nvSpPr>
        <p:spPr>
          <a:xfrm xmlns:a="http://schemas.openxmlformats.org/drawingml/2006/main">
            <a:off x="5372844" y="1203405"/>
            <a:ext cx="2447584" cy="673743"/>
          </a:xfrm>
        </p:spPr>
        <p:txBody>
          <a:bodyPr xmlns:a="http://schemas.openxmlformats.org/drawingml/2006/main"/>
          <a:lstStyle xmlns:a="http://schemas.openxmlformats.org/drawingml/2006/main">
            <a:lvl5pPr marL="731520" indent="0">
              <a:buNone/>
              <a:defRPr/>
            </a:lvl5pPr>
          </a:lstStyle>
          <a:p xmlns:a="http://schemas.openxmlformats.org/drawingml/2006/main">
            <a:pPr>
              <a:buNone/>
            </a:pPr>
            <a:r>
              <a:t>Click to add logo</a:t>
            </a:r>
          </a:p>
        </p:txBody>
      </p:sp>
      <p:sp>
        <p:nvSpPr>
          <p:cNvPr id="7" name="Picture Placeholder 6">
            <a:extLst xmlns:a="http://schemas.openxmlformats.org/drawingml/2006/main">
              <a:ext uri="{FF2B5EF4-FFF2-40B4-BE49-F238E27FC236}">
                <a16:creationId xmlns:a16="http://schemas.microsoft.com/office/drawing/2014/main" id="{6145069B-D056-45AF-BC91-ABDBFD0C3D17}"/>
              </a:ext>
            </a:extLst>
          </p:cNvPr>
          <p:cNvSpPr>
            <a:spLocks xmlns:a="http://schemas.openxmlformats.org/drawingml/2006/main" noGrp="1"/>
          </p:cNvSpPr>
          <p:nvPr>
            <p:ph type="pic" idx="42" hasCustomPrompt="1"/>
          </p:nvPr>
        </p:nvSpPr>
        <p:spPr>
          <a:xfrm xmlns:a="http://schemas.openxmlformats.org/drawingml/2006/main">
            <a:off x="0" y="-2"/>
            <a:ext cx="4876800" cy="6858000"/>
          </a:xfrm>
        </p:spPr>
        <p:txBody>
          <a:bodyPr xmlns:a="http://schemas.openxmlformats.org/drawingml/2006/main" anchor="ctr"/>
          <a:lstStyle xmlns:a="http://schemas.openxmlformats.org/drawingml/2006/main">
            <a:lvl1pPr>
              <a:buNone/>
              <a:defRPr b="0" i="0">
                <a:latin typeface="Oracle Sans Tab"/>
                <a:ea typeface="Oracle Sans Tab"/>
                <a:cs typeface="Oracle Sans Tab"/>
              </a:defRPr>
            </a:lvl1pPr>
          </a:lstStyle>
          <a:p xmlns:a="http://schemas.openxmlformats.org/drawingml/2006/main">
            <a:pPr marL="0" indent="0" algn="l">
              <a:lnSpc>
                <a:spcPct val="95000"/>
              </a:lnSpc>
              <a:spcBef>
                <a:spcPts val="600"/>
              </a:spcBef>
              <a:spcAft>
                <a:spcPts val="0"/>
              </a:spcAft>
              <a:buNone/>
            </a:pPr>
            <a:r>
              <a:t>Click to add photo or illustration</a:t>
            </a:r>
          </a:p>
          <a:p xmlns:a="http://schemas.openxmlformats.org/drawingml/2006/main">
            <a:pPr marL="0" indent="0" algn="l">
              <a:lnSpc>
                <a:spcPct val="95000"/>
              </a:lnSpc>
              <a:spcBef>
                <a:spcPts val="600"/>
              </a:spcBef>
              <a:spcAft>
                <a:spcPts val="0"/>
              </a:spcAft>
              <a:buNone/>
            </a:pPr>
          </a:p>
          <a:p xmlns:a="http://schemas.openxmlformats.org/drawingml/2006/main">
            <a:pPr marL="0" indent="0" algn="l">
              <a:lnSpc>
                <a:spcPct val="95000"/>
              </a:lnSpc>
              <a:spcBef>
                <a:spcPts val="600"/>
              </a:spcBef>
              <a:spcAft>
                <a:spcPts val="0"/>
              </a:spcAft>
              <a:buNone/>
            </a:pPr>
          </a:p>
        </p:txBody>
      </p:sp>
      <p:sp>
        <p:nvSpPr>
          <p:cNvPr id="4" name="Accent mark">
            <a:extLst xmlns:a="http://schemas.openxmlformats.org/drawingml/2006/main">
              <a:ext uri="{FF2B5EF4-FFF2-40B4-BE49-F238E27FC236}">
                <a16:creationId xmlns:a16="http://schemas.microsoft.com/office/drawing/2014/main" id="{9693ED60-0244-537F-7CCC-D2E56AF0B93F}"/>
              </a:ext>
            </a:extLst>
          </p:cNvPr>
          <p:cNvSpPr>
            <a:spLocks xmlns:a="http://schemas.openxmlformats.org/drawingml/2006/main" noGrp="1"/>
          </p:cNvSpPr>
          <p:nvPr/>
        </p:nvSpPr>
        <p:spPr>
          <a:xfrm xmlns:a="http://schemas.openxmlformats.org/drawingml/2006/main">
            <a:off x="5372844" y="4638587"/>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Date Placeholder 13">
            <a:extLst xmlns:a="http://schemas.openxmlformats.org/drawingml/2006/main">
              <a:ext uri="{FF2B5EF4-FFF2-40B4-BE49-F238E27FC236}">
                <a16:creationId xmlns:a16="http://schemas.microsoft.com/office/drawing/2014/main" id="{41254133-AAEA-0F1F-837B-EE4677740022}"/>
              </a:ext>
            </a:extLst>
          </p:cNvPr>
          <p:cNvSpPr>
            <a:spLocks xmlns:a="http://schemas.openxmlformats.org/drawingml/2006/main" noGrp="1"/>
          </p:cNvSpPr>
          <p:nvPr>
            <p:ph type="dt" idx="48"/>
          </p:nvPr>
        </p:nvSpPr>
        <p:spPr/>
        <p:txBody>
          <a:bodyPr xmlns:a="http://schemas.openxmlformats.org/drawingml/2006/main"/>
          <a:lstStyle xmlns:a="http://schemas.openxmlformats.org/drawingml/2006/main"/>
          <a:p xmlns:a="http://schemas.openxmlformats.org/drawingml/2006/main">
            <a:r>
              <a:t>[Date]</a:t>
            </a:r>
          </a:p>
        </p:txBody>
      </p:sp>
      <p:sp>
        <p:nvSpPr>
          <p:cNvPr id="15" name="Footer Placeholder 14">
            <a:extLst xmlns:a="http://schemas.openxmlformats.org/drawingml/2006/main">
              <a:ext uri="{FF2B5EF4-FFF2-40B4-BE49-F238E27FC236}">
                <a16:creationId xmlns:a16="http://schemas.microsoft.com/office/drawing/2014/main" id="{FE618166-6E40-F2C6-32B1-2E947C2B4F09}"/>
              </a:ext>
            </a:extLst>
          </p:cNvPr>
          <p:cNvSpPr>
            <a:spLocks xmlns:a="http://schemas.openxmlformats.org/drawingml/2006/main" noGrp="1"/>
          </p:cNvSpPr>
          <p:nvPr>
            <p:ph type="ftr" idx="49"/>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16" name="Slide Number Placeholder 15">
            <a:extLst xmlns:a="http://schemas.openxmlformats.org/drawingml/2006/main">
              <a:ext uri="{FF2B5EF4-FFF2-40B4-BE49-F238E27FC236}">
                <a16:creationId xmlns:a16="http://schemas.microsoft.com/office/drawing/2014/main" id="{1902599C-BF13-6D74-31FA-3419E83BE3F9}"/>
              </a:ext>
            </a:extLst>
          </p:cNvPr>
          <p:cNvSpPr>
            <a:spLocks xmlns:a="http://schemas.openxmlformats.org/drawingml/2006/main" noGrp="1"/>
          </p:cNvSpPr>
          <p:nvPr>
            <p:ph type="sldNum" idx="50"/>
          </p:nvPr>
        </p:nvSpPr>
        <p:spPr/>
        <p:txBody>
          <a:bodyPr xmlns:a="http://schemas.openxmlformats.org/drawingml/2006/main"/>
          <a:lstStyle xmlns:a="http://schemas.openxmlformats.org/drawingml/2006/main"/>
          <a:p xmlns:a="http://schemas.openxmlformats.org/drawingml/2006/main">
            <a:fld id="{345D60D9-5372-5F40-9443-0F9AE5BDC3C8}" type="slidenum">
              <a:t>‹#›</a:t>
            </a:fld>
          </a:p>
        </p:txBody>
      </p:sp>
    </p:spTree>
  </p:cSld>
</p:sldLayout>
</file>

<file path=ppt/slideLayouts/slideLayout78.xml><?xml version="1.0" encoding="utf-8"?>
<p:sldLayout xmlns:p="http://schemas.openxmlformats.org/presentationml/2006/main" preserve="1" userDrawn="1">
  <p:cSld name="Dark - Quote with Picture">
    <p:bg>
      <p:bgRef idx="1001">
        <a:schemeClr xmlns:a="http://schemas.openxmlformats.org/drawingml/2006/main" val="bg2"/>
      </p:bgRef>
    </p:bg>
    <p:spTree>
      <p:nvGrpSpPr>
        <p:cNvPr id="1" name=""/>
        <p:cNvGrpSpPr/>
        <p:nvPr/>
      </p:nvGrpSpPr>
      <p:grpSpPr>
        <a:xfrm xmlns:a="http://schemas.openxmlformats.org/drawingml/2006/main"/>
      </p:grpSpPr>
      <p:sp>
        <p:nvSpPr>
          <p:cNvPr id="10" name="Quote">
            <a:extLst xmlns:a="http://schemas.openxmlformats.org/drawingml/2006/main">
              <a:ext uri="{FF2B5EF4-FFF2-40B4-BE49-F238E27FC236}">
                <a16:creationId xmlns:a16="http://schemas.microsoft.com/office/drawing/2014/main" id="{04AE5B2A-AF85-83D6-EC24-EFCB6E567112}"/>
              </a:ext>
            </a:extLst>
          </p:cNvPr>
          <p:cNvSpPr>
            <a:spLocks xmlns:a="http://schemas.openxmlformats.org/drawingml/2006/main" noGrp="1"/>
          </p:cNvSpPr>
          <p:nvPr>
            <p:ph type="title" idx="0" hasCustomPrompt="1"/>
          </p:nvPr>
        </p:nvSpPr>
        <p:spPr>
          <a:xfrm xmlns:a="http://schemas.openxmlformats.org/drawingml/2006/main">
            <a:off x="5220586" y="2896192"/>
            <a:ext cx="6219354" cy="1384995"/>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spAutoFit/>
          </a:bodyPr>
          <a:lstStyle xmlns:a="http://schemas.openxmlformats.org/drawingml/2006/main">
            <a:lvl1pPr marL="179388" indent="-179388">
              <a:lnSpc>
                <a:spcPct val="100000"/>
              </a:lnSpc>
              <a:buNone/>
              <a:defRPr sz="3000" b="0" i="0">
                <a:latin typeface="+mj-lt"/>
                <a:ea typeface="+mj-lt"/>
                <a:cs typeface="+mj-lt"/>
              </a:defRPr>
            </a:lvl1pPr>
          </a:lstStyle>
          <a:p xmlns:a="http://schemas.openxmlformats.org/drawingml/2006/main">
            <a:pPr>
              <a:buNone/>
            </a:pPr>
            <a:r>
              <a:t>“Click to type customer or</a:t>
            </a:r>
            <a:br/>
            <a:r>
              <a:t>partner quote surrounded</a:t>
            </a:r>
            <a:br/>
            <a:r>
              <a:t>by quotation marks.”</a:t>
            </a:r>
          </a:p>
        </p:txBody>
      </p:sp>
      <p:sp>
        <p:nvSpPr>
          <p:cNvPr id="13" name="Text Field">
            <a:extLst xmlns:a="http://schemas.openxmlformats.org/drawingml/2006/main">
              <a:ext uri="{FF2B5EF4-FFF2-40B4-BE49-F238E27FC236}">
                <a16:creationId xmlns:a16="http://schemas.microsoft.com/office/drawing/2014/main" id="{04A571F4-71E4-264A-BBD5-0475995E681B}"/>
              </a:ext>
            </a:extLst>
          </p:cNvPr>
          <p:cNvSpPr>
            <a:spLocks xmlns:a="http://schemas.openxmlformats.org/drawingml/2006/main" noGrp="1"/>
          </p:cNvSpPr>
          <p:nvPr>
            <p:ph type="body" idx="37" hasCustomPrompt="1"/>
          </p:nvPr>
        </p:nvSpPr>
        <p:spPr>
          <a:xfrm xmlns:a="http://schemas.openxmlformats.org/drawingml/2006/main">
            <a:off x="5385816" y="4983135"/>
            <a:ext cx="6051272"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a:buNone/>
            </a:pPr>
            <a:r>
              <a:t>Name of person quoted</a:t>
            </a:r>
          </a:p>
        </p:txBody>
      </p:sp>
      <p:sp>
        <p:nvSpPr>
          <p:cNvPr id="11" name="Text Field 2">
            <a:extLst xmlns:a="http://schemas.openxmlformats.org/drawingml/2006/main">
              <a:ext uri="{FF2B5EF4-FFF2-40B4-BE49-F238E27FC236}">
                <a16:creationId xmlns:a16="http://schemas.microsoft.com/office/drawing/2014/main" id="{CBFB97F9-F988-C34C-8B6D-BB4A4D881736}"/>
              </a:ext>
            </a:extLst>
          </p:cNvPr>
          <p:cNvSpPr>
            <a:spLocks xmlns:a="http://schemas.openxmlformats.org/drawingml/2006/main" noGrp="1"/>
          </p:cNvSpPr>
          <p:nvPr>
            <p:ph type="body" idx="36" hasCustomPrompt="1"/>
          </p:nvPr>
        </p:nvSpPr>
        <p:spPr>
          <a:xfrm xmlns:a="http://schemas.openxmlformats.org/drawingml/2006/main">
            <a:off x="5385816" y="5320728"/>
            <a:ext cx="6051272" cy="786385"/>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sz="1600" b="0" i="0">
                <a:latin typeface="Oracle Sans Tab"/>
                <a:ea typeface="Oracle Sans Tab"/>
                <a:cs typeface="Oracle Sans Tab"/>
              </a:defRPr>
            </a:lvl1pPr>
          </a:lstStyle>
          <a:p xmlns:a="http://schemas.openxmlformats.org/drawingml/2006/main">
            <a:pPr>
              <a:buNone/>
            </a:pPr>
            <a:r>
              <a:t>Additional information if needed</a:t>
            </a:r>
          </a:p>
        </p:txBody>
      </p:sp>
      <p:sp>
        <p:nvSpPr>
          <p:cNvPr id="2" name="Content Placeholder 2">
            <a:extLst xmlns:a="http://schemas.openxmlformats.org/drawingml/2006/main">
              <a:ext uri="{FF2B5EF4-FFF2-40B4-BE49-F238E27FC236}">
                <a16:creationId xmlns:a16="http://schemas.microsoft.com/office/drawing/2014/main" id="{3CB52BCF-4E23-BA44-5C50-AFEA7DFA337E}"/>
              </a:ext>
            </a:extLst>
          </p:cNvPr>
          <p:cNvSpPr>
            <a:spLocks xmlns:a="http://schemas.openxmlformats.org/drawingml/2006/main" noGrp="1"/>
          </p:cNvSpPr>
          <p:nvPr>
            <p:ph idx="47" hasCustomPrompt="1"/>
          </p:nvPr>
        </p:nvSpPr>
        <p:spPr>
          <a:xfrm xmlns:a="http://schemas.openxmlformats.org/drawingml/2006/main">
            <a:off x="5372844" y="1203405"/>
            <a:ext cx="2447584" cy="673743"/>
          </a:xfrm>
        </p:spPr>
        <p:txBody>
          <a:bodyPr xmlns:a="http://schemas.openxmlformats.org/drawingml/2006/main"/>
          <a:lstStyle xmlns:a="http://schemas.openxmlformats.org/drawingml/2006/main">
            <a:lvl5pPr marL="731520" indent="0">
              <a:buNone/>
              <a:defRPr/>
            </a:lvl5pPr>
          </a:lstStyle>
          <a:p xmlns:a="http://schemas.openxmlformats.org/drawingml/2006/main">
            <a:pPr>
              <a:buNone/>
            </a:pPr>
            <a:r>
              <a:t>Click to add logo</a:t>
            </a:r>
          </a:p>
        </p:txBody>
      </p:sp>
      <p:sp>
        <p:nvSpPr>
          <p:cNvPr id="5" name="Picture Placeholder 4">
            <a:extLst xmlns:a="http://schemas.openxmlformats.org/drawingml/2006/main">
              <a:ext uri="{FF2B5EF4-FFF2-40B4-BE49-F238E27FC236}">
                <a16:creationId xmlns:a16="http://schemas.microsoft.com/office/drawing/2014/main" id="{EF3D1FF3-649D-46E2-9FDF-D1A77643F22A}"/>
              </a:ext>
            </a:extLst>
          </p:cNvPr>
          <p:cNvSpPr>
            <a:spLocks xmlns:a="http://schemas.openxmlformats.org/drawingml/2006/main" noGrp="1"/>
          </p:cNvSpPr>
          <p:nvPr>
            <p:ph type="pic" idx="42" hasCustomPrompt="1"/>
          </p:nvPr>
        </p:nvSpPr>
        <p:spPr>
          <a:xfrm xmlns:a="http://schemas.openxmlformats.org/drawingml/2006/main">
            <a:off x="0" y="0"/>
            <a:ext cx="4876800" cy="6858000"/>
          </a:xfrm>
        </p:spPr>
        <p:txBody>
          <a:bodyPr xmlns:a="http://schemas.openxmlformats.org/drawingml/2006/main" anchor="ctr"/>
          <a:lstStyle xmlns:a="http://schemas.openxmlformats.org/drawingml/2006/main">
            <a:lvl1pPr marL="0" indent="0" algn="l">
              <a:lnSpc>
                <a:spcPct val="95000"/>
              </a:lnSpc>
              <a:spcBef>
                <a:spcPts val="600"/>
              </a:spcBef>
              <a:spcAft>
                <a:spcPts val="0"/>
              </a:spcAft>
              <a:buNone/>
              <a:defRPr b="0" i="0">
                <a:latin typeface="Oracle Sans Tab"/>
                <a:ea typeface="Oracle Sans Tab"/>
                <a:cs typeface="Oracle Sans Tab"/>
              </a:defRPr>
            </a:lvl1pPr>
          </a:lstStyle>
          <a:p xmlns:a="http://schemas.openxmlformats.org/drawingml/2006/main">
            <a:pPr marL="0" indent="0" algn="l">
              <a:lnSpc>
                <a:spcPct val="95000"/>
              </a:lnSpc>
              <a:spcBef>
                <a:spcPts val="600"/>
              </a:spcBef>
              <a:spcAft>
                <a:spcPts val="0"/>
              </a:spcAft>
              <a:buNone/>
            </a:pPr>
            <a:r>
              <a:t>Click to add photo or illustration</a:t>
            </a:r>
          </a:p>
          <a:p xmlns:a="http://schemas.openxmlformats.org/drawingml/2006/main">
            <a:pPr marL="0" indent="0" algn="l">
              <a:lnSpc>
                <a:spcPct val="95000"/>
              </a:lnSpc>
              <a:spcBef>
                <a:spcPts val="600"/>
              </a:spcBef>
              <a:spcAft>
                <a:spcPts val="0"/>
              </a:spcAft>
              <a:buNone/>
            </a:pPr>
          </a:p>
          <a:p xmlns:a="http://schemas.openxmlformats.org/drawingml/2006/main">
            <a:pPr marL="0" indent="0" algn="l">
              <a:lnSpc>
                <a:spcPct val="95000"/>
              </a:lnSpc>
              <a:spcBef>
                <a:spcPts val="600"/>
              </a:spcBef>
              <a:spcAft>
                <a:spcPts val="0"/>
              </a:spcAft>
              <a:buNone/>
            </a:pPr>
          </a:p>
        </p:txBody>
      </p:sp>
      <p:sp>
        <p:nvSpPr>
          <p:cNvPr id="4" name="Accent mark">
            <a:extLst xmlns:a="http://schemas.openxmlformats.org/drawingml/2006/main">
              <a:ext uri="{FF2B5EF4-FFF2-40B4-BE49-F238E27FC236}">
                <a16:creationId xmlns:a16="http://schemas.microsoft.com/office/drawing/2014/main" id="{99B99AF4-E9E4-23D9-4E0C-A8017ECCDA64}"/>
              </a:ext>
            </a:extLst>
          </p:cNvPr>
          <p:cNvSpPr>
            <a:spLocks xmlns:a="http://schemas.openxmlformats.org/drawingml/2006/main" noGrp="1"/>
          </p:cNvSpPr>
          <p:nvPr/>
        </p:nvSpPr>
        <p:spPr>
          <a:xfrm xmlns:a="http://schemas.openxmlformats.org/drawingml/2006/main">
            <a:off x="5372844" y="463858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Date Placeholder 2">
            <a:extLst xmlns:a="http://schemas.openxmlformats.org/drawingml/2006/main">
              <a:ext uri="{FF2B5EF4-FFF2-40B4-BE49-F238E27FC236}">
                <a16:creationId xmlns:a16="http://schemas.microsoft.com/office/drawing/2014/main" id="{24DB346D-7416-662E-AFED-79E13EB36499}"/>
              </a:ext>
            </a:extLst>
          </p:cNvPr>
          <p:cNvSpPr>
            <a:spLocks xmlns:a="http://schemas.openxmlformats.org/drawingml/2006/main" noGrp="1"/>
          </p:cNvSpPr>
          <p:nvPr>
            <p:ph type="dt" idx="48"/>
          </p:nvPr>
        </p:nvSpPr>
        <p:spPr/>
        <p:txBody>
          <a:bodyPr xmlns:a="http://schemas.openxmlformats.org/drawingml/2006/main"/>
          <a:lstStyle xmlns:a="http://schemas.openxmlformats.org/drawingml/2006/main"/>
          <a:p xmlns:a="http://schemas.openxmlformats.org/drawingml/2006/main">
            <a:r>
              <a:t>[Date]</a:t>
            </a:r>
          </a:p>
        </p:txBody>
      </p:sp>
      <p:sp>
        <p:nvSpPr>
          <p:cNvPr id="6" name="Footer Placeholder 5">
            <a:extLst xmlns:a="http://schemas.openxmlformats.org/drawingml/2006/main">
              <a:ext uri="{FF2B5EF4-FFF2-40B4-BE49-F238E27FC236}">
                <a16:creationId xmlns:a16="http://schemas.microsoft.com/office/drawing/2014/main" id="{A7B65F0D-DF68-390F-8D2B-C746A815D331}"/>
              </a:ext>
            </a:extLst>
          </p:cNvPr>
          <p:cNvSpPr>
            <a:spLocks xmlns:a="http://schemas.openxmlformats.org/drawingml/2006/main" noGrp="1"/>
          </p:cNvSpPr>
          <p:nvPr>
            <p:ph type="ftr" idx="49"/>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7" name="Slide Number Placeholder 6">
            <a:extLst xmlns:a="http://schemas.openxmlformats.org/drawingml/2006/main">
              <a:ext uri="{FF2B5EF4-FFF2-40B4-BE49-F238E27FC236}">
                <a16:creationId xmlns:a16="http://schemas.microsoft.com/office/drawing/2014/main" id="{1B3E6296-6F05-0950-DE94-B4616EB0F666}"/>
              </a:ext>
            </a:extLst>
          </p:cNvPr>
          <p:cNvSpPr>
            <a:spLocks xmlns:a="http://schemas.openxmlformats.org/drawingml/2006/main" noGrp="1"/>
          </p:cNvSpPr>
          <p:nvPr>
            <p:ph type="sldNum" idx="50"/>
          </p:nvPr>
        </p:nvSpPr>
        <p:spPr/>
        <p:txBody>
          <a:bodyPr xmlns:a="http://schemas.openxmlformats.org/drawingml/2006/main"/>
          <a:lstStyle xmlns:a="http://schemas.openxmlformats.org/drawingml/2006/main"/>
          <a:p xmlns:a="http://schemas.openxmlformats.org/drawingml/2006/main">
            <a:fld id="{345D60D9-5372-5F40-9443-0F9AE5BDC3C8}" type="slidenum">
              <a:t>‹#›</a:t>
            </a:fld>
          </a:p>
        </p:txBody>
      </p:sp>
    </p:spTree>
  </p:cSld>
</p:sldLayout>
</file>

<file path=ppt/slideLayouts/slideLayout79.xml><?xml version="1.0" encoding="utf-8"?>
<p:sldLayout xmlns:p="http://schemas.openxmlformats.org/presentationml/2006/main" preserve="1" userDrawn="1">
  <p:cSld name="Left Rail - Light">
    <p:bg>
      <p:bgRef idx="1001">
        <a:schemeClr xmlns:a="http://schemas.openxmlformats.org/drawingml/2006/main" val="bg2"/>
      </p:bgRef>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CB705EA2-F116-883A-32A5-62C3C550DC70}"/>
              </a:ext>
            </a:extLst>
          </p:cNvPr>
          <p:cNvSpPr>
            <a:spLocks xmlns:a="http://schemas.openxmlformats.org/drawingml/2006/main" noGrp="1"/>
          </p:cNvSpPr>
          <p:nvPr/>
        </p:nvSpPr>
        <p:spPr>
          <a:xfrm xmlns:a="http://schemas.openxmlformats.org/drawingml/2006/main">
            <a:off x="0" y="0"/>
            <a:ext cx="4578900" cy="6858000"/>
          </a:xfrm>
          <a:prstGeom xmlns:a="http://schemas.openxmlformats.org/drawingml/2006/main" prst="rect">
            <a:avLst/>
          </a:prstGeom>
          <a:solidFill xmlns:a="http://schemas.openxmlformats.org/drawingml/2006/main">
            <a:srgbClr val="F1EFED"/>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itle 1">
            <a:extLst xmlns:a="http://schemas.openxmlformats.org/drawingml/2006/main">
              <a:ext uri="{FF2B5EF4-FFF2-40B4-BE49-F238E27FC236}">
                <a16:creationId xmlns:a16="http://schemas.microsoft.com/office/drawing/2014/main" id="{9534B91B-85A6-245A-7216-4ABE4FAC70C7}"/>
              </a:ext>
            </a:extLst>
          </p:cNvPr>
          <p:cNvSpPr>
            <a:spLocks xmlns:a="http://schemas.openxmlformats.org/drawingml/2006/main" noGrp="1"/>
          </p:cNvSpPr>
          <p:nvPr>
            <p:ph type="title" idx="0" hasCustomPrompt="1"/>
          </p:nvPr>
        </p:nvSpPr>
        <p:spPr>
          <a:xfrm xmlns:a="http://schemas.openxmlformats.org/drawingml/2006/main">
            <a:off x="768875" y="182403"/>
            <a:ext cx="3041150"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9" name="Subtitle">
            <a:extLst xmlns:a="http://schemas.openxmlformats.org/drawingml/2006/main">
              <a:ext uri="{FF2B5EF4-FFF2-40B4-BE49-F238E27FC236}">
                <a16:creationId xmlns:a16="http://schemas.microsoft.com/office/drawing/2014/main" id="{7A7FBF22-9A0A-8085-25D3-73EC896DDCD7}"/>
              </a:ext>
            </a:extLst>
          </p:cNvPr>
          <p:cNvSpPr>
            <a:spLocks xmlns:a="http://schemas.openxmlformats.org/drawingml/2006/main" noGrp="1"/>
          </p:cNvSpPr>
          <p:nvPr>
            <p:ph type="body" idx="11" hasCustomPrompt="1"/>
          </p:nvPr>
        </p:nvSpPr>
        <p:spPr>
          <a:xfrm xmlns:a="http://schemas.openxmlformats.org/drawingml/2006/main">
            <a:off x="766763" y="1009904"/>
            <a:ext cx="3041150"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a:buNone/>
            </a:pPr>
            <a:r>
              <a:t>Subtitle</a:t>
            </a:r>
          </a:p>
        </p:txBody>
      </p:sp>
      <p:sp>
        <p:nvSpPr>
          <p:cNvPr id="16" name="Content">
            <a:extLst xmlns:a="http://schemas.openxmlformats.org/drawingml/2006/main">
              <a:ext uri="{FF2B5EF4-FFF2-40B4-BE49-F238E27FC236}">
                <a16:creationId xmlns:a16="http://schemas.microsoft.com/office/drawing/2014/main" id="{797B9E53-3BA8-84FC-B7C2-7F1DE2C882BF}"/>
              </a:ext>
            </a:extLst>
          </p:cNvPr>
          <p:cNvSpPr>
            <a:spLocks xmlns:a="http://schemas.openxmlformats.org/drawingml/2006/main" noGrp="1"/>
          </p:cNvSpPr>
          <p:nvPr>
            <p:ph idx="14"/>
          </p:nvPr>
        </p:nvSpPr>
        <p:spPr>
          <a:xfrm xmlns:a="http://schemas.openxmlformats.org/drawingml/2006/main">
            <a:off x="766762" y="1600199"/>
            <a:ext cx="3043263"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5" name="Date Placeholder 4">
            <a:extLst xmlns:a="http://schemas.openxmlformats.org/drawingml/2006/main">
              <a:ext uri="{FF2B5EF4-FFF2-40B4-BE49-F238E27FC236}">
                <a16:creationId xmlns:a16="http://schemas.microsoft.com/office/drawing/2014/main" id="{817EB215-3D1E-5AB4-BC9F-FF01625023F4}"/>
              </a:ext>
            </a:extLst>
          </p:cNvPr>
          <p:cNvSpPr>
            <a:spLocks xmlns:a="http://schemas.openxmlformats.org/drawingml/2006/main" noGrp="1"/>
          </p:cNvSpPr>
          <p:nvPr>
            <p:ph type="dt" idx="15"/>
          </p:nvPr>
        </p:nvSpPr>
        <p:spPr/>
        <p:txBody>
          <a:bodyPr xmlns:a="http://schemas.openxmlformats.org/drawingml/2006/main"/>
          <a:lstStyle xmlns:a="http://schemas.openxmlformats.org/drawingml/2006/main"/>
          <a:p xmlns:a="http://schemas.openxmlformats.org/drawingml/2006/main">
            <a:r>
              <a:t>[Date]</a:t>
            </a:r>
          </a:p>
        </p:txBody>
      </p:sp>
      <p:sp>
        <p:nvSpPr>
          <p:cNvPr id="6" name="Footer Placeholder 5">
            <a:extLst xmlns:a="http://schemas.openxmlformats.org/drawingml/2006/main">
              <a:ext uri="{FF2B5EF4-FFF2-40B4-BE49-F238E27FC236}">
                <a16:creationId xmlns:a16="http://schemas.microsoft.com/office/drawing/2014/main" id="{9139D6BA-DC06-6664-A9CC-3A9F96E133C9}"/>
              </a:ext>
            </a:extLst>
          </p:cNvPr>
          <p:cNvSpPr>
            <a:spLocks xmlns:a="http://schemas.openxmlformats.org/drawingml/2006/main" noGrp="1"/>
          </p:cNvSpPr>
          <p:nvPr>
            <p:ph type="ftr" idx="16"/>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8" name="Slide Number Placeholder 7">
            <a:extLst xmlns:a="http://schemas.openxmlformats.org/drawingml/2006/main">
              <a:ext uri="{FF2B5EF4-FFF2-40B4-BE49-F238E27FC236}">
                <a16:creationId xmlns:a16="http://schemas.microsoft.com/office/drawing/2014/main" id="{9F65A7D6-666E-7968-0C83-67DDA09AD240}"/>
              </a:ext>
            </a:extLst>
          </p:cNvPr>
          <p:cNvSpPr>
            <a:spLocks xmlns:a="http://schemas.openxmlformats.org/drawingml/2006/main" noGrp="1"/>
          </p:cNvSpPr>
          <p:nvPr>
            <p:ph type="sldNum" idx="17"/>
          </p:nvPr>
        </p:nvSpPr>
        <p:spPr/>
        <p:txBody>
          <a:bodyPr xmlns:a="http://schemas.openxmlformats.org/drawingml/2006/main"/>
          <a:lstStyle xmlns:a="http://schemas.openxmlformats.org/drawingml/2006/main"/>
          <a:p xmlns:a="http://schemas.openxmlformats.org/drawingml/2006/main">
            <a:fld id="{345D60D9-5372-5F40-9443-0F9AE5BDC3C8}" type="slidenum">
              <a:t>‹#›</a:t>
            </a:fld>
          </a:p>
        </p:txBody>
      </p:sp>
    </p:spTree>
  </p:cSld>
</p:sldLayout>
</file>

<file path=ppt/slideLayouts/slideLayout80.xml><?xml version="1.0" encoding="utf-8"?>
<p:sldLayout xmlns:p="http://schemas.openxmlformats.org/presentationml/2006/main" preserve="1" userDrawn="1">
  <p:cSld name="Left Rail - Dark">
    <p:bg>
      <p:bgRef idx="1001">
        <a:schemeClr xmlns:a="http://schemas.openxmlformats.org/drawingml/2006/main" val="bg2"/>
      </p:bgRef>
    </p:bg>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9B625BA6-E661-F94B-6FD6-217579854D3C}"/>
              </a:ext>
            </a:extLst>
          </p:cNvPr>
          <p:cNvSpPr>
            <a:spLocks xmlns:a="http://schemas.openxmlformats.org/drawingml/2006/main" noGrp="1"/>
          </p:cNvSpPr>
          <p:nvPr/>
        </p:nvSpPr>
        <p:spPr>
          <a:xfrm xmlns:a="http://schemas.openxmlformats.org/drawingml/2006/main">
            <a:off x="0" y="0"/>
            <a:ext cx="4578900" cy="6858000"/>
          </a:xfrm>
          <a:prstGeom xmlns:a="http://schemas.openxmlformats.org/drawingml/2006/main" prst="rect">
            <a:avLst/>
          </a:prstGeom>
          <a:solidFill xmlns:a="http://schemas.openxmlformats.org/drawingml/2006/main">
            <a:schemeClr val="tx1">
              <a:alpha val="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itle 1">
            <a:extLst xmlns:a="http://schemas.openxmlformats.org/drawingml/2006/main">
              <a:ext uri="{FF2B5EF4-FFF2-40B4-BE49-F238E27FC236}">
                <a16:creationId xmlns:a16="http://schemas.microsoft.com/office/drawing/2014/main" id="{9534B91B-85A6-245A-7216-4ABE4FAC70C7}"/>
              </a:ext>
            </a:extLst>
          </p:cNvPr>
          <p:cNvSpPr>
            <a:spLocks xmlns:a="http://schemas.openxmlformats.org/drawingml/2006/main" noGrp="1"/>
          </p:cNvSpPr>
          <p:nvPr>
            <p:ph type="title" idx="0" hasCustomPrompt="1"/>
          </p:nvPr>
        </p:nvSpPr>
        <p:spPr>
          <a:xfrm xmlns:a="http://schemas.openxmlformats.org/drawingml/2006/main">
            <a:off x="768875" y="182403"/>
            <a:ext cx="3041150"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Title</a:t>
            </a:r>
          </a:p>
        </p:txBody>
      </p:sp>
      <p:sp>
        <p:nvSpPr>
          <p:cNvPr id="9" name="Subtitle">
            <a:extLst xmlns:a="http://schemas.openxmlformats.org/drawingml/2006/main">
              <a:ext uri="{FF2B5EF4-FFF2-40B4-BE49-F238E27FC236}">
                <a16:creationId xmlns:a16="http://schemas.microsoft.com/office/drawing/2014/main" id="{7A7FBF22-9A0A-8085-25D3-73EC896DDCD7}"/>
              </a:ext>
            </a:extLst>
          </p:cNvPr>
          <p:cNvSpPr>
            <a:spLocks xmlns:a="http://schemas.openxmlformats.org/drawingml/2006/main" noGrp="1"/>
          </p:cNvSpPr>
          <p:nvPr>
            <p:ph type="body" idx="11" hasCustomPrompt="1"/>
          </p:nvPr>
        </p:nvSpPr>
        <p:spPr>
          <a:xfrm xmlns:a="http://schemas.openxmlformats.org/drawingml/2006/main">
            <a:off x="766763" y="1009904"/>
            <a:ext cx="3041150"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solidFill>
                  <a:schemeClr val="tx1"/>
                </a:solidFill>
                <a:latin typeface="Oracle Sans Tab"/>
                <a:ea typeface="Oracle Sans Tab"/>
                <a:cs typeface="Oracle Sans Tab"/>
              </a:defRPr>
            </a:lvl1pPr>
          </a:lstStyle>
          <a:p xmlns:a="http://schemas.openxmlformats.org/drawingml/2006/main">
            <a:pPr>
              <a:buNone/>
            </a:pPr>
            <a:r>
              <a:t>Subtitle</a:t>
            </a:r>
          </a:p>
        </p:txBody>
      </p:sp>
      <p:sp>
        <p:nvSpPr>
          <p:cNvPr id="16" name="Content">
            <a:extLst xmlns:a="http://schemas.openxmlformats.org/drawingml/2006/main">
              <a:ext uri="{FF2B5EF4-FFF2-40B4-BE49-F238E27FC236}">
                <a16:creationId xmlns:a16="http://schemas.microsoft.com/office/drawing/2014/main" id="{797B9E53-3BA8-84FC-B7C2-7F1DE2C882BF}"/>
              </a:ext>
            </a:extLst>
          </p:cNvPr>
          <p:cNvSpPr>
            <a:spLocks xmlns:a="http://schemas.openxmlformats.org/drawingml/2006/main" noGrp="1"/>
          </p:cNvSpPr>
          <p:nvPr>
            <p:ph idx="14"/>
          </p:nvPr>
        </p:nvSpPr>
        <p:spPr>
          <a:xfrm xmlns:a="http://schemas.openxmlformats.org/drawingml/2006/main">
            <a:off x="766762" y="1600199"/>
            <a:ext cx="3043263" cy="4507992"/>
          </a:xfrm>
        </p:spPr>
        <p:txBody>
          <a:bodyPr xmlns:a="http://schemas.openxmlformats.org/drawingml/2006/main"/>
          <a:lstStyle xmlns:a="http://schemas.openxmlformats.org/drawingml/2006/main">
            <a:lvl1pPr>
              <a:lnSpc>
                <a:spcPct val="100000"/>
              </a:lnSpc>
              <a:buNone/>
              <a:defRPr sz="1600" b="0" i="0">
                <a:solidFill>
                  <a:schemeClr val="tx1"/>
                </a:solidFill>
                <a:latin typeface="Oracle Sans Tab"/>
                <a:ea typeface="Oracle Sans Tab"/>
                <a:cs typeface="Oracle Sans Tab"/>
              </a:defRPr>
            </a:lvl1pPr>
            <a:lvl2pPr>
              <a:lnSpc>
                <a:spcPct val="100000"/>
              </a:lnSpc>
              <a:buNone/>
              <a:defRPr sz="1600" b="0" i="0">
                <a:solidFill>
                  <a:schemeClr val="tx1"/>
                </a:solidFill>
                <a:latin typeface="Oracle Sans Tab"/>
                <a:ea typeface="Oracle Sans Tab"/>
                <a:cs typeface="Oracle Sans Tab"/>
              </a:defRPr>
            </a:lvl2pPr>
            <a:lvl3pPr>
              <a:lnSpc>
                <a:spcPct val="100000"/>
              </a:lnSpc>
              <a:buNone/>
              <a:defRPr sz="1600" b="0" i="0">
                <a:solidFill>
                  <a:schemeClr val="tx1"/>
                </a:solidFill>
                <a:latin typeface="Oracle Sans Tab"/>
                <a:ea typeface="Oracle Sans Tab"/>
                <a:cs typeface="Oracle Sans Tab"/>
              </a:defRPr>
            </a:lvl3pPr>
            <a:lvl4pPr>
              <a:lnSpc>
                <a:spcPct val="100000"/>
              </a:lnSpc>
              <a:buNone/>
              <a:defRPr sz="1600" b="0" i="0">
                <a:solidFill>
                  <a:schemeClr val="tx1"/>
                </a:solidFill>
                <a:latin typeface="Oracle Sans Tab"/>
                <a:ea typeface="Oracle Sans Tab"/>
                <a:cs typeface="Oracle Sans Tab"/>
              </a:defRPr>
            </a:lvl4pPr>
            <a:lvl5pPr>
              <a:lnSpc>
                <a:spcPct val="100000"/>
              </a:lnSpc>
              <a:buNone/>
              <a:defRPr sz="1600" b="0" i="0">
                <a:solidFill>
                  <a:schemeClr val="tx1"/>
                </a:solidFill>
                <a:latin typeface="Oracle Sans Tab"/>
                <a:ea typeface="Oracle Sans Tab"/>
                <a:cs typeface="Oracle Sans Tab"/>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2" name="Date Placeholder 1">
            <a:extLst xmlns:a="http://schemas.openxmlformats.org/drawingml/2006/main">
              <a:ext uri="{FF2B5EF4-FFF2-40B4-BE49-F238E27FC236}">
                <a16:creationId xmlns:a16="http://schemas.microsoft.com/office/drawing/2014/main" id="{734AC2C3-F939-F3ED-121F-1F4C2A8A7ACC}"/>
              </a:ext>
            </a:extLst>
          </p:cNvPr>
          <p:cNvSpPr>
            <a:spLocks xmlns:a="http://schemas.openxmlformats.org/drawingml/2006/main" noGrp="1"/>
          </p:cNvSpPr>
          <p:nvPr>
            <p:ph type="dt" idx="15"/>
          </p:nvPr>
        </p:nvSpPr>
        <p:spPr/>
        <p:txBody>
          <a:bodyPr xmlns:a="http://schemas.openxmlformats.org/drawingml/2006/main"/>
          <a:lstStyle xmlns:a="http://schemas.openxmlformats.org/drawingml/2006/main"/>
          <a:p xmlns:a="http://schemas.openxmlformats.org/drawingml/2006/main">
            <a:r>
              <a:t>[Date]</a:t>
            </a:r>
          </a:p>
        </p:txBody>
      </p:sp>
      <p:sp>
        <p:nvSpPr>
          <p:cNvPr id="4" name="Footer Placeholder 3">
            <a:extLst xmlns:a="http://schemas.openxmlformats.org/drawingml/2006/main">
              <a:ext uri="{FF2B5EF4-FFF2-40B4-BE49-F238E27FC236}">
                <a16:creationId xmlns:a16="http://schemas.microsoft.com/office/drawing/2014/main" id="{07811713-D84D-C144-DFFE-9E4E896A09DB}"/>
              </a:ext>
            </a:extLst>
          </p:cNvPr>
          <p:cNvSpPr>
            <a:spLocks xmlns:a="http://schemas.openxmlformats.org/drawingml/2006/main" noGrp="1"/>
          </p:cNvSpPr>
          <p:nvPr>
            <p:ph type="ftr" idx="16"/>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5" name="Slide Number Placeholder 4">
            <a:extLst xmlns:a="http://schemas.openxmlformats.org/drawingml/2006/main">
              <a:ext uri="{FF2B5EF4-FFF2-40B4-BE49-F238E27FC236}">
                <a16:creationId xmlns:a16="http://schemas.microsoft.com/office/drawing/2014/main" id="{9D1373F5-B2D0-5925-360C-C63A7B964A98}"/>
              </a:ext>
            </a:extLst>
          </p:cNvPr>
          <p:cNvSpPr>
            <a:spLocks xmlns:a="http://schemas.openxmlformats.org/drawingml/2006/main" noGrp="1"/>
          </p:cNvSpPr>
          <p:nvPr>
            <p:ph type="sldNum" idx="17"/>
          </p:nvPr>
        </p:nvSpPr>
        <p:spPr/>
        <p:txBody>
          <a:bodyPr xmlns:a="http://schemas.openxmlformats.org/drawingml/2006/main"/>
          <a:lstStyle xmlns:a="http://schemas.openxmlformats.org/drawingml/2006/main"/>
          <a:p xmlns:a="http://schemas.openxmlformats.org/drawingml/2006/main">
            <a:fld id="{345D60D9-5372-5F40-9443-0F9AE5BDC3C8}" type="slidenum">
              <a:t>‹#›</a:t>
            </a:fld>
          </a:p>
        </p:txBody>
      </p:sp>
    </p:spTree>
  </p:cSld>
</p:sldLayout>
</file>

<file path=ppt/slideLayouts/slideLayout81.xml><?xml version="1.0" encoding="utf-8"?>
<p:sldLayout xmlns:p="http://schemas.openxmlformats.org/presentationml/2006/main" preserve="1" userDrawn="1">
  <p:cSld name="Content + Illustration_Light">
    <p:bg>
      <p:bgRef idx="1001">
        <a:schemeClr xmlns:a="http://schemas.openxmlformats.org/drawingml/2006/main" val="bg2"/>
      </p:bgRef>
    </p:bg>
    <p:spTree>
      <p:nvGrpSpPr>
        <p:cNvPr id="1" name=""/>
        <p:cNvGrpSpPr/>
        <p:nvPr/>
      </p:nvGrpSpPr>
      <p:grpSpPr>
        <a:xfrm xmlns:a="http://schemas.openxmlformats.org/drawingml/2006/main"/>
      </p:grpSpPr>
      <p:sp>
        <p:nvSpPr>
          <p:cNvPr id="23" name="Title 1">
            <a:extLst xmlns:a="http://schemas.openxmlformats.org/drawingml/2006/main">
              <a:ext uri="{FF2B5EF4-FFF2-40B4-BE49-F238E27FC236}">
                <a16:creationId xmlns:a16="http://schemas.microsoft.com/office/drawing/2014/main" id="{8A0A7166-96D6-457B-8CE6-21491B0153C5}"/>
              </a:ext>
            </a:extLst>
          </p:cNvPr>
          <p:cNvSpPr>
            <a:spLocks xmlns:a="http://schemas.openxmlformats.org/drawingml/2006/main" noGrp="1"/>
          </p:cNvSpPr>
          <p:nvPr>
            <p:ph type="title" idx="0" hasCustomPrompt="1"/>
          </p:nvPr>
        </p:nvSpPr>
        <p:spPr>
          <a:xfrm xmlns:a="http://schemas.openxmlformats.org/drawingml/2006/main">
            <a:off x="768875" y="182403"/>
            <a:ext cx="4754880"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6" name="Subtitle">
            <a:extLst xmlns:a="http://schemas.openxmlformats.org/drawingml/2006/main">
              <a:ext uri="{FF2B5EF4-FFF2-40B4-BE49-F238E27FC236}">
                <a16:creationId xmlns:a16="http://schemas.microsoft.com/office/drawing/2014/main" id="{2F837A2F-4A14-0DC4-608A-F65C24823266}"/>
              </a:ext>
            </a:extLst>
          </p:cNvPr>
          <p:cNvSpPr>
            <a:spLocks xmlns:a="http://schemas.openxmlformats.org/drawingml/2006/main" noGrp="1"/>
          </p:cNvSpPr>
          <p:nvPr>
            <p:ph type="body" idx="43" hasCustomPrompt="1"/>
          </p:nvPr>
        </p:nvSpPr>
        <p:spPr>
          <a:xfrm xmlns:a="http://schemas.openxmlformats.org/drawingml/2006/main">
            <a:off x="766763" y="1009904"/>
            <a:ext cx="4754880"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a:buNone/>
            </a:pPr>
            <a:r>
              <a:t>Subtitle</a:t>
            </a:r>
          </a:p>
        </p:txBody>
      </p:sp>
      <p:sp>
        <p:nvSpPr>
          <p:cNvPr id="18" name="Picture Placeholder 17">
            <a:extLst xmlns:a="http://schemas.openxmlformats.org/drawingml/2006/main">
              <a:ext uri="{FF2B5EF4-FFF2-40B4-BE49-F238E27FC236}">
                <a16:creationId xmlns:a16="http://schemas.microsoft.com/office/drawing/2014/main" id="{BB55E146-CDC2-714E-AEDA-21D37E508E28}"/>
              </a:ext>
            </a:extLst>
          </p:cNvPr>
          <p:cNvSpPr>
            <a:spLocks xmlns:a="http://schemas.openxmlformats.org/drawingml/2006/main" noGrp="1"/>
          </p:cNvSpPr>
          <p:nvPr>
            <p:ph type="pic" idx="11" hasCustomPrompt="1"/>
          </p:nvPr>
        </p:nvSpPr>
        <p:spPr>
          <a:xfrm xmlns:a="http://schemas.openxmlformats.org/drawingml/2006/main">
            <a:off x="6096000" y="0"/>
            <a:ext cx="6096000" cy="6858000"/>
          </a:xfrm>
          <a:prstGeom xmlns:a="http://schemas.openxmlformats.org/drawingml/2006/main" prst="rect">
            <a:avLst/>
          </a:prstGeom>
          <a:solidFill xmlns:a="http://schemas.openxmlformats.org/drawingml/2006/main">
            <a:srgbClr val="AEA8A2"/>
          </a:solidFill>
        </p:spPr>
        <p:txBody>
          <a:bodyPr xmlns:a="http://schemas.openxmlformats.org/drawingml/2006/main" lIns="72000" tIns="72000" rIns="0"/>
          <a:lstStyle xmlns:a="http://schemas.openxmlformats.org/drawingml/2006/main">
            <a:lvl1pPr algn="ctr">
              <a:buNone/>
              <a:defRPr sz="1400" b="0" i="0">
                <a:solidFill>
                  <a:schemeClr val="tx1"/>
                </a:solidFill>
                <a:latin typeface="Oracle Sans Tab"/>
                <a:ea typeface="Oracle Sans Tab"/>
                <a:cs typeface="Oracle Sans Tab"/>
              </a:defRPr>
            </a:lvl1pPr>
          </a:lstStyle>
          <a:p xmlns:a="http://schemas.openxmlformats.org/drawingml/2006/main">
            <a:r>
              <a:t>Click to add photo or illustration</a:t>
            </a:r>
          </a:p>
        </p:txBody>
      </p:sp>
      <p:pic>
        <p:nvPicPr>
          <p:cNvPr id="26" name="OTag"/>
          <p:cNvPicPr>
            <a:picLocks xmlns:a="http://schemas.openxmlformats.org/drawingml/2006/main" noChangeAspect="1"/>
          </p:cNvPicPr>
          <p:nvPr/>
        </p:nvPicPr>
        <p:blipFill>
          <a:blip xmlns:r="http://schemas.openxmlformats.org/officeDocument/2006/relationships" xmlns:a="http://schemas.openxmlformats.org/drawingml/2006/main" r:embed="R2eb7aaf0165e4c16"/>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14" name="Text Placeholder 21">
            <a:extLst xmlns:a="http://schemas.openxmlformats.org/drawingml/2006/main">
              <a:ext uri="{FF2B5EF4-FFF2-40B4-BE49-F238E27FC236}">
                <a16:creationId xmlns:a16="http://schemas.microsoft.com/office/drawing/2014/main" id="{91B7B17D-763D-5F99-0CC2-80B2CC63E130}"/>
              </a:ext>
            </a:extLst>
          </p:cNvPr>
          <p:cNvSpPr>
            <a:spLocks xmlns:a="http://schemas.openxmlformats.org/drawingml/2006/main" noGrp="1"/>
          </p:cNvSpPr>
          <p:nvPr>
            <p:ph type="body" idx="32" hasCustomPrompt="1"/>
          </p:nvPr>
        </p:nvSpPr>
        <p:spPr>
          <a:xfrm xmlns:a="http://schemas.openxmlformats.org/drawingml/2006/main">
            <a:off x="762191" y="1965976"/>
            <a:ext cx="4764024"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None/>
              <a:defRPr sz="1600" b="1" i="0">
                <a:solidFill>
                  <a:schemeClr val="tx1"/>
                </a:solidFill>
                <a:latin typeface="Oracle Sans Tab"/>
                <a:ea typeface="Oracle Sans Tab"/>
                <a:cs typeface="Oracle Sans Tab"/>
              </a:defRPr>
            </a:lvl1pPr>
          </a:lstStyle>
          <a:p xmlns:a="http://schemas.openxmlformats.org/drawingml/2006/main">
            <a:pPr>
              <a:buNone/>
            </a:pPr>
            <a:r>
              <a:t>Subhead goes here.</a:t>
            </a:r>
          </a:p>
        </p:txBody>
      </p:sp>
      <p:sp>
        <p:nvSpPr>
          <p:cNvPr id="17" name="Text Placeholder 19">
            <a:extLst xmlns:a="http://schemas.openxmlformats.org/drawingml/2006/main">
              <a:ext uri="{FF2B5EF4-FFF2-40B4-BE49-F238E27FC236}">
                <a16:creationId xmlns:a16="http://schemas.microsoft.com/office/drawing/2014/main" id="{F95C4F20-D940-4F84-4840-DD649575E2CD}"/>
              </a:ext>
            </a:extLst>
          </p:cNvPr>
          <p:cNvSpPr>
            <a:spLocks xmlns:a="http://schemas.openxmlformats.org/drawingml/2006/main" noGrp="1"/>
          </p:cNvSpPr>
          <p:nvPr>
            <p:ph type="body" idx="44"/>
          </p:nvPr>
        </p:nvSpPr>
        <p:spPr>
          <a:xfrm xmlns:a="http://schemas.openxmlformats.org/drawingml/2006/main">
            <a:off x="760698" y="2309418"/>
            <a:ext cx="4764024" cy="457200"/>
          </a:xfrm>
        </p:spPr>
        <p:txBody>
          <a:bodyPr xmlns:a="http://schemas.openxmlformats.org/drawingml/2006/main"/>
          <a:lstStyle xmlns:a="http://schemas.openxmlformats.org/drawingml/2006/main">
            <a:lvl1pPr>
              <a:lnSpc>
                <a:spcPct val="100000"/>
              </a:lnSpc>
              <a:buNone/>
              <a:defRPr/>
            </a:lvl1pPr>
            <a:lvl2pPr>
              <a:lnSpc>
                <a:spcPct val="100000"/>
              </a:lnSpc>
              <a:buNone/>
              <a:defRPr/>
            </a:lvl2pPr>
          </a:lstStyle>
          <a:p xmlns:a="http://schemas.openxmlformats.org/drawingml/2006/main">
            <a:pPr>
              <a:buNone/>
            </a:pPr>
            <a:r>
              <a:t>Click to edit Master text styles</a:t>
            </a:r>
          </a:p>
          <a:p xmlns:a="http://schemas.openxmlformats.org/drawingml/2006/main">
            <a:pPr>
              <a:buNone/>
            </a:pPr>
            <a:r>
              <a:t>Second level</a:t>
            </a:r>
          </a:p>
        </p:txBody>
      </p:sp>
      <p:sp>
        <p:nvSpPr>
          <p:cNvPr id="15" name="Text Placeholder 21">
            <a:extLst xmlns:a="http://schemas.openxmlformats.org/drawingml/2006/main">
              <a:ext uri="{FF2B5EF4-FFF2-40B4-BE49-F238E27FC236}">
                <a16:creationId xmlns:a16="http://schemas.microsoft.com/office/drawing/2014/main" id="{5DE24B9A-F5B4-C415-A25C-25FE02976EEF}"/>
              </a:ext>
            </a:extLst>
          </p:cNvPr>
          <p:cNvSpPr>
            <a:spLocks xmlns:a="http://schemas.openxmlformats.org/drawingml/2006/main" noGrp="1"/>
          </p:cNvSpPr>
          <p:nvPr>
            <p:ph type="body" idx="38" hasCustomPrompt="1"/>
          </p:nvPr>
        </p:nvSpPr>
        <p:spPr>
          <a:xfrm xmlns:a="http://schemas.openxmlformats.org/drawingml/2006/main">
            <a:off x="762191" y="3222718"/>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None/>
              <a:defRPr sz="1600" b="1" i="0">
                <a:solidFill>
                  <a:schemeClr val="tx1"/>
                </a:solidFill>
                <a:latin typeface="Oracle Sans Tab"/>
                <a:ea typeface="Oracle Sans Tab"/>
                <a:cs typeface="Oracle Sans Tab"/>
              </a:defRPr>
            </a:lvl1pPr>
          </a:lstStyle>
          <a:p xmlns:a="http://schemas.openxmlformats.org/drawingml/2006/main">
            <a:pPr>
              <a:buNone/>
            </a:pPr>
            <a:r>
              <a:t>Subhead goes here.</a:t>
            </a:r>
          </a:p>
        </p:txBody>
      </p:sp>
      <p:sp>
        <p:nvSpPr>
          <p:cNvPr id="19" name="Text Placeholder 19">
            <a:extLst xmlns:a="http://schemas.openxmlformats.org/drawingml/2006/main">
              <a:ext uri="{FF2B5EF4-FFF2-40B4-BE49-F238E27FC236}">
                <a16:creationId xmlns:a16="http://schemas.microsoft.com/office/drawing/2014/main" id="{E725E68E-222F-2174-3EDA-49279B3A0D6A}"/>
              </a:ext>
            </a:extLst>
          </p:cNvPr>
          <p:cNvSpPr>
            <a:spLocks xmlns:a="http://schemas.openxmlformats.org/drawingml/2006/main" noGrp="1"/>
          </p:cNvSpPr>
          <p:nvPr>
            <p:ph type="body" idx="45"/>
          </p:nvPr>
        </p:nvSpPr>
        <p:spPr>
          <a:xfrm xmlns:a="http://schemas.openxmlformats.org/drawingml/2006/main">
            <a:off x="760698" y="3567051"/>
            <a:ext cx="4764024" cy="457200"/>
          </a:xfrm>
        </p:spPr>
        <p:txBody>
          <a:bodyPr xmlns:a="http://schemas.openxmlformats.org/drawingml/2006/main"/>
          <a:lstStyle xmlns:a="http://schemas.openxmlformats.org/drawingml/2006/main">
            <a:lvl1pPr>
              <a:lnSpc>
                <a:spcPct val="100000"/>
              </a:lnSpc>
              <a:buNone/>
              <a:defRPr/>
            </a:lvl1pPr>
            <a:lvl2pPr>
              <a:lnSpc>
                <a:spcPct val="100000"/>
              </a:lnSpc>
              <a:buNone/>
              <a:defRPr/>
            </a:lvl2pPr>
          </a:lstStyle>
          <a:p xmlns:a="http://schemas.openxmlformats.org/drawingml/2006/main">
            <a:pPr>
              <a:buNone/>
            </a:pPr>
            <a:r>
              <a:t>Click to edit Master text styles</a:t>
            </a:r>
          </a:p>
          <a:p xmlns:a="http://schemas.openxmlformats.org/drawingml/2006/main">
            <a:pPr>
              <a:buNone/>
            </a:pPr>
            <a:r>
              <a:t>Second level</a:t>
            </a:r>
          </a:p>
        </p:txBody>
      </p:sp>
      <p:sp>
        <p:nvSpPr>
          <p:cNvPr id="16" name="Text Placeholder 21">
            <a:extLst xmlns:a="http://schemas.openxmlformats.org/drawingml/2006/main">
              <a:ext uri="{FF2B5EF4-FFF2-40B4-BE49-F238E27FC236}">
                <a16:creationId xmlns:a16="http://schemas.microsoft.com/office/drawing/2014/main" id="{2080E49F-0C27-1D0D-3ADD-B37ABD6F37FA}"/>
              </a:ext>
            </a:extLst>
          </p:cNvPr>
          <p:cNvSpPr>
            <a:spLocks xmlns:a="http://schemas.openxmlformats.org/drawingml/2006/main" noGrp="1"/>
          </p:cNvSpPr>
          <p:nvPr>
            <p:ph type="body" idx="39" hasCustomPrompt="1"/>
          </p:nvPr>
        </p:nvSpPr>
        <p:spPr>
          <a:xfrm xmlns:a="http://schemas.openxmlformats.org/drawingml/2006/main">
            <a:off x="762191" y="4594303"/>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None/>
              <a:defRPr sz="1600" b="1" i="0">
                <a:solidFill>
                  <a:schemeClr val="tx1"/>
                </a:solidFill>
                <a:latin typeface="Oracle Sans Tab"/>
                <a:ea typeface="Oracle Sans Tab"/>
                <a:cs typeface="Oracle Sans Tab"/>
              </a:defRPr>
            </a:lvl1pPr>
          </a:lstStyle>
          <a:p xmlns:a="http://schemas.openxmlformats.org/drawingml/2006/main">
            <a:pPr>
              <a:buNone/>
            </a:pPr>
            <a:r>
              <a:t>Subhead goes here.</a:t>
            </a:r>
          </a:p>
        </p:txBody>
      </p:sp>
      <p:sp>
        <p:nvSpPr>
          <p:cNvPr id="20" name="Text Placeholder 19">
            <a:extLst xmlns:a="http://schemas.openxmlformats.org/drawingml/2006/main">
              <a:ext uri="{FF2B5EF4-FFF2-40B4-BE49-F238E27FC236}">
                <a16:creationId xmlns:a16="http://schemas.microsoft.com/office/drawing/2014/main" id="{85BD9371-1A26-2813-D974-5AAA802C8FF9}"/>
              </a:ext>
            </a:extLst>
          </p:cNvPr>
          <p:cNvSpPr>
            <a:spLocks xmlns:a="http://schemas.openxmlformats.org/drawingml/2006/main" noGrp="1"/>
          </p:cNvSpPr>
          <p:nvPr>
            <p:ph type="body" idx="46"/>
          </p:nvPr>
        </p:nvSpPr>
        <p:spPr>
          <a:xfrm xmlns:a="http://schemas.openxmlformats.org/drawingml/2006/main">
            <a:off x="760698" y="4937745"/>
            <a:ext cx="4764024" cy="457200"/>
          </a:xfrm>
        </p:spPr>
        <p:txBody>
          <a:bodyPr xmlns:a="http://schemas.openxmlformats.org/drawingml/2006/main"/>
          <a:lstStyle xmlns:a="http://schemas.openxmlformats.org/drawingml/2006/main">
            <a:lvl1pPr>
              <a:lnSpc>
                <a:spcPct val="100000"/>
              </a:lnSpc>
              <a:buNone/>
              <a:defRPr/>
            </a:lvl1pPr>
            <a:lvl2pPr>
              <a:lnSpc>
                <a:spcPct val="100000"/>
              </a:lnSpc>
              <a:buNone/>
              <a:defRPr/>
            </a:lvl2pPr>
          </a:lstStyle>
          <a:p xmlns:a="http://schemas.openxmlformats.org/drawingml/2006/main">
            <a:pPr>
              <a:buNone/>
            </a:pPr>
            <a:r>
              <a:t>Click to edit Master text styles</a:t>
            </a:r>
          </a:p>
          <a:p xmlns:a="http://schemas.openxmlformats.org/drawingml/2006/main">
            <a:pPr>
              <a:buNone/>
            </a:pPr>
            <a:r>
              <a:t>Second level</a:t>
            </a:r>
          </a:p>
        </p:txBody>
      </p:sp>
      <p:sp>
        <p:nvSpPr>
          <p:cNvPr id="3" name="Date Placeholder 2">
            <a:extLst xmlns:a="http://schemas.openxmlformats.org/drawingml/2006/main">
              <a:ext uri="{FF2B5EF4-FFF2-40B4-BE49-F238E27FC236}">
                <a16:creationId xmlns:a16="http://schemas.microsoft.com/office/drawing/2014/main" id="{F60580B6-2712-A8F5-DB62-2F22A9A608A4}"/>
              </a:ext>
            </a:extLst>
          </p:cNvPr>
          <p:cNvSpPr>
            <a:spLocks xmlns:a="http://schemas.openxmlformats.org/drawingml/2006/main" noGrp="1"/>
          </p:cNvSpPr>
          <p:nvPr>
            <p:ph type="dt" idx="47"/>
          </p:nvPr>
        </p:nvSpPr>
        <p:spPr/>
        <p:txBody>
          <a:bodyPr xmlns:a="http://schemas.openxmlformats.org/drawingml/2006/main"/>
          <a:lstStyle xmlns:a="http://schemas.openxmlformats.org/drawingml/2006/main"/>
          <a:p xmlns:a="http://schemas.openxmlformats.org/drawingml/2006/main">
            <a:r>
              <a:t>[Date]</a:t>
            </a:r>
          </a:p>
        </p:txBody>
      </p:sp>
      <p:sp>
        <p:nvSpPr>
          <p:cNvPr id="4" name="Footer Placeholder 3">
            <a:extLst xmlns:a="http://schemas.openxmlformats.org/drawingml/2006/main">
              <a:ext uri="{FF2B5EF4-FFF2-40B4-BE49-F238E27FC236}">
                <a16:creationId xmlns:a16="http://schemas.microsoft.com/office/drawing/2014/main" id="{B8E24A71-8CF4-3873-7E0F-AEC4BEA25D59}"/>
              </a:ext>
            </a:extLst>
          </p:cNvPr>
          <p:cNvSpPr>
            <a:spLocks xmlns:a="http://schemas.openxmlformats.org/drawingml/2006/main" noGrp="1"/>
          </p:cNvSpPr>
          <p:nvPr>
            <p:ph type="ftr" idx="48"/>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5" name="Slide Number Placeholder 4">
            <a:extLst xmlns:a="http://schemas.openxmlformats.org/drawingml/2006/main">
              <a:ext uri="{FF2B5EF4-FFF2-40B4-BE49-F238E27FC236}">
                <a16:creationId xmlns:a16="http://schemas.microsoft.com/office/drawing/2014/main" id="{C5B24197-F70E-5083-896A-F9AC22392498}"/>
              </a:ext>
            </a:extLst>
          </p:cNvPr>
          <p:cNvSpPr>
            <a:spLocks xmlns:a="http://schemas.openxmlformats.org/drawingml/2006/main" noGrp="1"/>
          </p:cNvSpPr>
          <p:nvPr>
            <p:ph type="sldNum" idx="49"/>
          </p:nvPr>
        </p:nvSpPr>
        <p:spPr/>
        <p:txBody>
          <a:bodyPr xmlns:a="http://schemas.openxmlformats.org/drawingml/2006/main"/>
          <a:lstStyle xmlns:a="http://schemas.openxmlformats.org/drawingml/2006/main"/>
          <a:p xmlns:a="http://schemas.openxmlformats.org/drawingml/2006/main">
            <a:fld id="{345D60D9-5372-5F40-9443-0F9AE5BDC3C8}" type="slidenum">
              <a:t>‹#›</a:t>
            </a:fld>
          </a:p>
        </p:txBody>
      </p:sp>
    </p:spTree>
  </p:cSld>
</p:sldLayout>
</file>

<file path=ppt/slideLayouts/slideLayout82.xml><?xml version="1.0" encoding="utf-8"?>
<p:sldLayout xmlns:p="http://schemas.openxmlformats.org/presentationml/2006/main" preserve="1" userDrawn="1">
  <p:cSld name="Content + Illustration_Dark">
    <p:bg>
      <p:bgRef idx="1001">
        <a:schemeClr xmlns:a="http://schemas.openxmlformats.org/drawingml/2006/main" val="bg2"/>
      </p:bgRef>
    </p:bg>
    <p:spTree>
      <p:nvGrpSpPr>
        <p:cNvPr id="1" name=""/>
        <p:cNvGrpSpPr/>
        <p:nvPr/>
      </p:nvGrpSpPr>
      <p:grpSpPr>
        <a:xfrm xmlns:a="http://schemas.openxmlformats.org/drawingml/2006/main"/>
      </p:grpSpPr>
      <p:sp>
        <p:nvSpPr>
          <p:cNvPr id="6" name="Title 1">
            <a:extLst xmlns:a="http://schemas.openxmlformats.org/drawingml/2006/main">
              <a:ext uri="{FF2B5EF4-FFF2-40B4-BE49-F238E27FC236}">
                <a16:creationId xmlns:a16="http://schemas.microsoft.com/office/drawing/2014/main" id="{90AAD36B-6012-46AE-9059-48412FF4F4CE}"/>
              </a:ext>
            </a:extLst>
          </p:cNvPr>
          <p:cNvSpPr>
            <a:spLocks xmlns:a="http://schemas.openxmlformats.org/drawingml/2006/main" noGrp="1"/>
          </p:cNvSpPr>
          <p:nvPr>
            <p:ph type="title" idx="0" hasCustomPrompt="1"/>
          </p:nvPr>
        </p:nvSpPr>
        <p:spPr>
          <a:xfrm xmlns:a="http://schemas.openxmlformats.org/drawingml/2006/main">
            <a:off x="768875" y="182403"/>
            <a:ext cx="4754880"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13" name="Subtitle">
            <a:extLst xmlns:a="http://schemas.openxmlformats.org/drawingml/2006/main">
              <a:ext uri="{FF2B5EF4-FFF2-40B4-BE49-F238E27FC236}">
                <a16:creationId xmlns:a16="http://schemas.microsoft.com/office/drawing/2014/main" id="{2F0BE92C-B4B2-428B-05A0-35A0A1E50208}"/>
              </a:ext>
            </a:extLst>
          </p:cNvPr>
          <p:cNvSpPr>
            <a:spLocks xmlns:a="http://schemas.openxmlformats.org/drawingml/2006/main" noGrp="1"/>
          </p:cNvSpPr>
          <p:nvPr>
            <p:ph type="body" idx="43" hasCustomPrompt="1"/>
          </p:nvPr>
        </p:nvSpPr>
        <p:spPr>
          <a:xfrm xmlns:a="http://schemas.openxmlformats.org/drawingml/2006/main">
            <a:off x="766763" y="1009904"/>
            <a:ext cx="4754880"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a:buNone/>
            </a:pPr>
            <a:r>
              <a:t>Subtitle</a:t>
            </a:r>
          </a:p>
        </p:txBody>
      </p:sp>
      <p:sp>
        <p:nvSpPr>
          <p:cNvPr id="7" name="Text Placeholder 21">
            <a:extLst xmlns:a="http://schemas.openxmlformats.org/drawingml/2006/main">
              <a:ext uri="{FF2B5EF4-FFF2-40B4-BE49-F238E27FC236}">
                <a16:creationId xmlns:a16="http://schemas.microsoft.com/office/drawing/2014/main" id="{D94B5212-F918-DF01-5172-A319C17449A7}"/>
              </a:ext>
            </a:extLst>
          </p:cNvPr>
          <p:cNvSpPr>
            <a:spLocks xmlns:a="http://schemas.openxmlformats.org/drawingml/2006/main" noGrp="1"/>
          </p:cNvSpPr>
          <p:nvPr>
            <p:ph type="body" idx="32" hasCustomPrompt="1"/>
          </p:nvPr>
        </p:nvSpPr>
        <p:spPr>
          <a:xfrm xmlns:a="http://schemas.openxmlformats.org/drawingml/2006/main">
            <a:off x="762191" y="1965976"/>
            <a:ext cx="4764024"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None/>
              <a:defRPr sz="1600" b="1" i="0">
                <a:solidFill>
                  <a:schemeClr val="tx1"/>
                </a:solidFill>
                <a:latin typeface="Oracle Sans Tab"/>
                <a:ea typeface="Oracle Sans Tab"/>
                <a:cs typeface="Oracle Sans Tab"/>
              </a:defRPr>
            </a:lvl1pPr>
          </a:lstStyle>
          <a:p xmlns:a="http://schemas.openxmlformats.org/drawingml/2006/main">
            <a:pPr>
              <a:buNone/>
            </a:pPr>
            <a:r>
              <a:t>Subhead goes here.</a:t>
            </a:r>
          </a:p>
        </p:txBody>
      </p:sp>
      <p:sp>
        <p:nvSpPr>
          <p:cNvPr id="20" name="Text Placeholder 19">
            <a:extLst xmlns:a="http://schemas.openxmlformats.org/drawingml/2006/main">
              <a:ext uri="{FF2B5EF4-FFF2-40B4-BE49-F238E27FC236}">
                <a16:creationId xmlns:a16="http://schemas.microsoft.com/office/drawing/2014/main" id="{3FE2B7B3-F269-EFB7-7B21-A67456B5D4CB}"/>
              </a:ext>
            </a:extLst>
          </p:cNvPr>
          <p:cNvSpPr>
            <a:spLocks xmlns:a="http://schemas.openxmlformats.org/drawingml/2006/main" noGrp="1"/>
          </p:cNvSpPr>
          <p:nvPr>
            <p:ph type="body" idx="44"/>
          </p:nvPr>
        </p:nvSpPr>
        <p:spPr>
          <a:xfrm xmlns:a="http://schemas.openxmlformats.org/drawingml/2006/main">
            <a:off x="760698" y="2309418"/>
            <a:ext cx="4764024" cy="457200"/>
          </a:xfrm>
        </p:spPr>
        <p:txBody>
          <a:bodyPr xmlns:a="http://schemas.openxmlformats.org/drawingml/2006/main"/>
          <a:lstStyle xmlns:a="http://schemas.openxmlformats.org/drawingml/2006/main">
            <a:lvl1pPr>
              <a:lnSpc>
                <a:spcPct val="100000"/>
              </a:lnSpc>
              <a:buNone/>
              <a:defRPr/>
            </a:lvl1pPr>
            <a:lvl2pPr>
              <a:lnSpc>
                <a:spcPct val="100000"/>
              </a:lnSpc>
              <a:buNone/>
              <a:defRPr/>
            </a:lvl2pPr>
          </a:lstStyle>
          <a:p xmlns:a="http://schemas.openxmlformats.org/drawingml/2006/main">
            <a:pPr>
              <a:buNone/>
            </a:pPr>
            <a:r>
              <a:t>Click to edit Master text styles</a:t>
            </a:r>
          </a:p>
          <a:p xmlns:a="http://schemas.openxmlformats.org/drawingml/2006/main">
            <a:pPr>
              <a:buNone/>
            </a:pPr>
            <a:r>
              <a:t>Second level</a:t>
            </a:r>
          </a:p>
        </p:txBody>
      </p:sp>
      <p:sp>
        <p:nvSpPr>
          <p:cNvPr id="9" name="Text Placeholder 21">
            <a:extLst xmlns:a="http://schemas.openxmlformats.org/drawingml/2006/main">
              <a:ext uri="{FF2B5EF4-FFF2-40B4-BE49-F238E27FC236}">
                <a16:creationId xmlns:a16="http://schemas.microsoft.com/office/drawing/2014/main" id="{BCEC7A68-80D1-7F0E-65E6-F442ED207687}"/>
              </a:ext>
            </a:extLst>
          </p:cNvPr>
          <p:cNvSpPr>
            <a:spLocks xmlns:a="http://schemas.openxmlformats.org/drawingml/2006/main" noGrp="1"/>
          </p:cNvSpPr>
          <p:nvPr>
            <p:ph type="body" idx="38" hasCustomPrompt="1"/>
          </p:nvPr>
        </p:nvSpPr>
        <p:spPr>
          <a:xfrm xmlns:a="http://schemas.openxmlformats.org/drawingml/2006/main">
            <a:off x="762191" y="3222718"/>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None/>
              <a:defRPr sz="1600" b="1" i="0">
                <a:solidFill>
                  <a:schemeClr val="tx1"/>
                </a:solidFill>
                <a:latin typeface="Oracle Sans Tab"/>
                <a:ea typeface="Oracle Sans Tab"/>
                <a:cs typeface="Oracle Sans Tab"/>
              </a:defRPr>
            </a:lvl1pPr>
          </a:lstStyle>
          <a:p xmlns:a="http://schemas.openxmlformats.org/drawingml/2006/main">
            <a:pPr>
              <a:buNone/>
            </a:pPr>
            <a:r>
              <a:t>Subhead goes here.</a:t>
            </a:r>
          </a:p>
        </p:txBody>
      </p:sp>
      <p:sp>
        <p:nvSpPr>
          <p:cNvPr id="21" name="Text Placeholder 19">
            <a:extLst xmlns:a="http://schemas.openxmlformats.org/drawingml/2006/main">
              <a:ext uri="{FF2B5EF4-FFF2-40B4-BE49-F238E27FC236}">
                <a16:creationId xmlns:a16="http://schemas.microsoft.com/office/drawing/2014/main" id="{D61461B8-CD09-2000-05E6-9B3BC9D25CD5}"/>
              </a:ext>
            </a:extLst>
          </p:cNvPr>
          <p:cNvSpPr>
            <a:spLocks xmlns:a="http://schemas.openxmlformats.org/drawingml/2006/main" noGrp="1"/>
          </p:cNvSpPr>
          <p:nvPr>
            <p:ph type="body" idx="45"/>
          </p:nvPr>
        </p:nvSpPr>
        <p:spPr>
          <a:xfrm xmlns:a="http://schemas.openxmlformats.org/drawingml/2006/main">
            <a:off x="760698" y="3567051"/>
            <a:ext cx="4764024" cy="457200"/>
          </a:xfrm>
        </p:spPr>
        <p:txBody>
          <a:bodyPr xmlns:a="http://schemas.openxmlformats.org/drawingml/2006/main"/>
          <a:lstStyle xmlns:a="http://schemas.openxmlformats.org/drawingml/2006/main">
            <a:lvl1pPr>
              <a:lnSpc>
                <a:spcPct val="100000"/>
              </a:lnSpc>
              <a:buNone/>
              <a:defRPr/>
            </a:lvl1pPr>
            <a:lvl2pPr>
              <a:lnSpc>
                <a:spcPct val="100000"/>
              </a:lnSpc>
              <a:buNone/>
              <a:defRPr/>
            </a:lvl2pPr>
          </a:lstStyle>
          <a:p xmlns:a="http://schemas.openxmlformats.org/drawingml/2006/main">
            <a:pPr>
              <a:buNone/>
            </a:pPr>
            <a:r>
              <a:t>Click to edit Master text styles</a:t>
            </a:r>
          </a:p>
          <a:p xmlns:a="http://schemas.openxmlformats.org/drawingml/2006/main">
            <a:pPr>
              <a:buNone/>
            </a:pPr>
            <a:r>
              <a:t>Second level</a:t>
            </a:r>
          </a:p>
        </p:txBody>
      </p:sp>
      <p:sp>
        <p:nvSpPr>
          <p:cNvPr id="11" name="Text Placeholder 21">
            <a:extLst xmlns:a="http://schemas.openxmlformats.org/drawingml/2006/main">
              <a:ext uri="{FF2B5EF4-FFF2-40B4-BE49-F238E27FC236}">
                <a16:creationId xmlns:a16="http://schemas.microsoft.com/office/drawing/2014/main" id="{A3E124E7-38A2-4149-5708-BE9F62CFA604}"/>
              </a:ext>
            </a:extLst>
          </p:cNvPr>
          <p:cNvSpPr>
            <a:spLocks xmlns:a="http://schemas.openxmlformats.org/drawingml/2006/main" noGrp="1"/>
          </p:cNvSpPr>
          <p:nvPr>
            <p:ph type="body" idx="39" hasCustomPrompt="1"/>
          </p:nvPr>
        </p:nvSpPr>
        <p:spPr>
          <a:xfrm xmlns:a="http://schemas.openxmlformats.org/drawingml/2006/main">
            <a:off x="762191" y="4594303"/>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None/>
              <a:defRPr sz="1600" b="1" i="0">
                <a:solidFill>
                  <a:schemeClr val="tx1"/>
                </a:solidFill>
                <a:latin typeface="Oracle Sans Tab"/>
                <a:ea typeface="Oracle Sans Tab"/>
                <a:cs typeface="Oracle Sans Tab"/>
              </a:defRPr>
            </a:lvl1pPr>
          </a:lstStyle>
          <a:p xmlns:a="http://schemas.openxmlformats.org/drawingml/2006/main">
            <a:pPr>
              <a:buNone/>
            </a:pPr>
            <a:r>
              <a:t>Subhead goes here.</a:t>
            </a:r>
          </a:p>
        </p:txBody>
      </p:sp>
      <p:sp>
        <p:nvSpPr>
          <p:cNvPr id="22" name="Text Placeholder 19">
            <a:extLst xmlns:a="http://schemas.openxmlformats.org/drawingml/2006/main">
              <a:ext uri="{FF2B5EF4-FFF2-40B4-BE49-F238E27FC236}">
                <a16:creationId xmlns:a16="http://schemas.microsoft.com/office/drawing/2014/main" id="{4FBE4EEC-B947-E852-0B29-987839C3A3D6}"/>
              </a:ext>
            </a:extLst>
          </p:cNvPr>
          <p:cNvSpPr>
            <a:spLocks xmlns:a="http://schemas.openxmlformats.org/drawingml/2006/main" noGrp="1"/>
          </p:cNvSpPr>
          <p:nvPr>
            <p:ph type="body" idx="46"/>
          </p:nvPr>
        </p:nvSpPr>
        <p:spPr>
          <a:xfrm xmlns:a="http://schemas.openxmlformats.org/drawingml/2006/main">
            <a:off x="760698" y="4937745"/>
            <a:ext cx="4764024" cy="457200"/>
          </a:xfrm>
        </p:spPr>
        <p:txBody>
          <a:bodyPr xmlns:a="http://schemas.openxmlformats.org/drawingml/2006/main"/>
          <a:lstStyle xmlns:a="http://schemas.openxmlformats.org/drawingml/2006/main">
            <a:lvl1pPr>
              <a:lnSpc>
                <a:spcPct val="100000"/>
              </a:lnSpc>
              <a:buNone/>
              <a:defRPr/>
            </a:lvl1pPr>
            <a:lvl2pPr>
              <a:lnSpc>
                <a:spcPct val="100000"/>
              </a:lnSpc>
              <a:buNone/>
              <a:defRPr/>
            </a:lvl2pPr>
          </a:lstStyle>
          <a:p xmlns:a="http://schemas.openxmlformats.org/drawingml/2006/main">
            <a:pPr>
              <a:buNone/>
            </a:pPr>
            <a:r>
              <a:t>Click to edit Master text styles</a:t>
            </a:r>
          </a:p>
          <a:p xmlns:a="http://schemas.openxmlformats.org/drawingml/2006/main">
            <a:pPr>
              <a:buNone/>
            </a:pPr>
            <a:r>
              <a:t>Second level</a:t>
            </a:r>
          </a:p>
        </p:txBody>
      </p:sp>
      <p:sp>
        <p:nvSpPr>
          <p:cNvPr id="18" name="Picture Placeholder 17">
            <a:extLst xmlns:a="http://schemas.openxmlformats.org/drawingml/2006/main">
              <a:ext uri="{FF2B5EF4-FFF2-40B4-BE49-F238E27FC236}">
                <a16:creationId xmlns:a16="http://schemas.microsoft.com/office/drawing/2014/main" id="{BB55E146-CDC2-714E-AEDA-21D37E508E28}"/>
              </a:ext>
            </a:extLst>
          </p:cNvPr>
          <p:cNvSpPr>
            <a:spLocks xmlns:a="http://schemas.openxmlformats.org/drawingml/2006/main" noGrp="1"/>
          </p:cNvSpPr>
          <p:nvPr>
            <p:ph type="pic" idx="11" hasCustomPrompt="1"/>
          </p:nvPr>
        </p:nvSpPr>
        <p:spPr>
          <a:xfrm xmlns:a="http://schemas.openxmlformats.org/drawingml/2006/main">
            <a:off x="6096000" y="0"/>
            <a:ext cx="6096000" cy="6858000"/>
          </a:xfrm>
          <a:prstGeom xmlns:a="http://schemas.openxmlformats.org/drawingml/2006/main" prst="rect">
            <a:avLst/>
          </a:prstGeom>
          <a:solidFill xmlns:a="http://schemas.openxmlformats.org/drawingml/2006/main">
            <a:srgbClr val="AEA8A2"/>
          </a:solidFill>
        </p:spPr>
        <p:txBody>
          <a:bodyPr xmlns:a="http://schemas.openxmlformats.org/drawingml/2006/main" lIns="72000" tIns="72000" rIns="0"/>
          <a:lstStyle xmlns:a="http://schemas.openxmlformats.org/drawingml/2006/main">
            <a:lvl1pPr algn="ctr">
              <a:buNone/>
              <a:defRPr sz="1400" b="0" i="0">
                <a:solidFill>
                  <a:schemeClr val="bg1"/>
                </a:solidFill>
                <a:latin typeface="Oracle Sans Tab Light"/>
                <a:ea typeface="Oracle Sans Tab Light"/>
                <a:cs typeface="Oracle Sans Tab Light"/>
              </a:defRPr>
            </a:lvl1pPr>
          </a:lstStyle>
          <a:p xmlns:a="http://schemas.openxmlformats.org/drawingml/2006/main">
            <a:r>
              <a:t>Click to add photo or illustration</a:t>
            </a:r>
          </a:p>
          <a:p xmlns:a="http://schemas.openxmlformats.org/drawingml/2006/main"/>
        </p:txBody>
      </p:sp>
      <p:pic>
        <p:nvPicPr>
          <p:cNvPr id="26" name="OTag"/>
          <p:cNvPicPr>
            <a:picLocks xmlns:a="http://schemas.openxmlformats.org/drawingml/2006/main" noChangeAspect="1"/>
          </p:cNvPicPr>
          <p:nvPr/>
        </p:nvPicPr>
        <p:blipFill>
          <a:blip xmlns:r="http://schemas.openxmlformats.org/officeDocument/2006/relationships" xmlns:a="http://schemas.openxmlformats.org/drawingml/2006/main" r:embed="Rfe3bb712bef04a3a"/>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8" name="Date Placeholder 7">
            <a:extLst xmlns:a="http://schemas.openxmlformats.org/drawingml/2006/main">
              <a:ext uri="{FF2B5EF4-FFF2-40B4-BE49-F238E27FC236}">
                <a16:creationId xmlns:a16="http://schemas.microsoft.com/office/drawing/2014/main" id="{637CD612-0FAE-CCAC-40CA-DFEBED2BC273}"/>
              </a:ext>
            </a:extLst>
          </p:cNvPr>
          <p:cNvSpPr>
            <a:spLocks xmlns:a="http://schemas.openxmlformats.org/drawingml/2006/main" noGrp="1"/>
          </p:cNvSpPr>
          <p:nvPr>
            <p:ph type="dt" idx="47"/>
          </p:nvPr>
        </p:nvSpPr>
        <p:spPr/>
        <p:txBody>
          <a:bodyPr xmlns:a="http://schemas.openxmlformats.org/drawingml/2006/main"/>
          <a:lstStyle xmlns:a="http://schemas.openxmlformats.org/drawingml/2006/main"/>
          <a:p xmlns:a="http://schemas.openxmlformats.org/drawingml/2006/main">
            <a:r>
              <a:t>[Date]</a:t>
            </a:r>
          </a:p>
        </p:txBody>
      </p:sp>
      <p:sp>
        <p:nvSpPr>
          <p:cNvPr id="10" name="Footer Placeholder 9">
            <a:extLst xmlns:a="http://schemas.openxmlformats.org/drawingml/2006/main">
              <a:ext uri="{FF2B5EF4-FFF2-40B4-BE49-F238E27FC236}">
                <a16:creationId xmlns:a16="http://schemas.microsoft.com/office/drawing/2014/main" id="{4EF39D15-54EB-6D2E-17BC-A95843439ABA}"/>
              </a:ext>
            </a:extLst>
          </p:cNvPr>
          <p:cNvSpPr>
            <a:spLocks xmlns:a="http://schemas.openxmlformats.org/drawingml/2006/main" noGrp="1"/>
          </p:cNvSpPr>
          <p:nvPr>
            <p:ph type="ftr" idx="48"/>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12" name="Slide Number Placeholder 11">
            <a:extLst xmlns:a="http://schemas.openxmlformats.org/drawingml/2006/main">
              <a:ext uri="{FF2B5EF4-FFF2-40B4-BE49-F238E27FC236}">
                <a16:creationId xmlns:a16="http://schemas.microsoft.com/office/drawing/2014/main" id="{721B3CCC-EEE5-A821-2A94-C3F61D5F2487}"/>
              </a:ext>
            </a:extLst>
          </p:cNvPr>
          <p:cNvSpPr>
            <a:spLocks xmlns:a="http://schemas.openxmlformats.org/drawingml/2006/main" noGrp="1"/>
          </p:cNvSpPr>
          <p:nvPr>
            <p:ph type="sldNum" idx="49"/>
          </p:nvPr>
        </p:nvSpPr>
        <p:spPr/>
        <p:txBody>
          <a:bodyPr xmlns:a="http://schemas.openxmlformats.org/drawingml/2006/main"/>
          <a:lstStyle xmlns:a="http://schemas.openxmlformats.org/drawingml/2006/main"/>
          <a:p xmlns:a="http://schemas.openxmlformats.org/drawingml/2006/main">
            <a:fld id="{345D60D9-5372-5F40-9443-0F9AE5BDC3C8}" type="slidenum">
              <a:t>‹#›</a:t>
            </a:fld>
          </a:p>
        </p:txBody>
      </p:sp>
    </p:spTree>
  </p:cSld>
</p:sldLayout>
</file>

<file path=ppt/slideLayouts/slideLayout83.xml><?xml version="1.0" encoding="utf-8"?>
<p:sldLayout xmlns:p="http://schemas.openxmlformats.org/presentationml/2006/main" preserve="1" userDrawn="1">
  <p:cSld name="Light - 3 Icons, Subhead and text">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F9FC0DC-6C36-4AC7-90FE-9BE28E17F1BF}"/>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Picture Placeholder 2">
            <a:extLst xmlns:a="http://schemas.openxmlformats.org/drawingml/2006/main">
              <a:ext uri="{FF2B5EF4-FFF2-40B4-BE49-F238E27FC236}">
                <a16:creationId xmlns:a16="http://schemas.microsoft.com/office/drawing/2014/main" id="{C4A0F212-7687-B242-8162-FFAC910A60EF}"/>
              </a:ext>
            </a:extLst>
          </p:cNvPr>
          <p:cNvSpPr>
            <a:spLocks xmlns:a="http://schemas.openxmlformats.org/drawingml/2006/main" noGrp="1"/>
          </p:cNvSpPr>
          <p:nvPr>
            <p:ph type="pic" idx="26" hasCustomPrompt="1"/>
          </p:nvPr>
        </p:nvSpPr>
        <p:spPr>
          <a:xfrm xmlns:a="http://schemas.openxmlformats.org/drawingml/2006/main">
            <a:off x="905836" y="1903856"/>
            <a:ext cx="1893870" cy="169809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14" name="Text Placeholder 21">
            <a:extLst xmlns:a="http://schemas.openxmlformats.org/drawingml/2006/main">
              <a:ext uri="{FF2B5EF4-FFF2-40B4-BE49-F238E27FC236}">
                <a16:creationId xmlns:a16="http://schemas.microsoft.com/office/drawing/2014/main" id="{920A2EEA-131E-DA4C-92C3-898A80B8B561}"/>
              </a:ext>
            </a:extLst>
          </p:cNvPr>
          <p:cNvSpPr>
            <a:spLocks xmlns:a="http://schemas.openxmlformats.org/drawingml/2006/main" noGrp="1"/>
          </p:cNvSpPr>
          <p:nvPr>
            <p:ph type="body" idx="25" hasCustomPrompt="1"/>
          </p:nvPr>
        </p:nvSpPr>
        <p:spPr>
          <a:xfrm xmlns:a="http://schemas.openxmlformats.org/drawingml/2006/main">
            <a:off x="911114" y="3983730"/>
            <a:ext cx="2276930"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a:buNone/>
            </a:pPr>
            <a:r>
              <a:t>Subhead goes here</a:t>
            </a:r>
          </a:p>
        </p:txBody>
      </p:sp>
      <p:sp>
        <p:nvSpPr>
          <p:cNvPr id="11" name="Text Placeholder 21">
            <a:extLst xmlns:a="http://schemas.openxmlformats.org/drawingml/2006/main">
              <a:ext uri="{FF2B5EF4-FFF2-40B4-BE49-F238E27FC236}">
                <a16:creationId xmlns:a16="http://schemas.microsoft.com/office/drawing/2014/main" id="{442F0FF9-B575-DD4A-AF68-999EE8B4FE0D}"/>
              </a:ext>
            </a:extLst>
          </p:cNvPr>
          <p:cNvSpPr>
            <a:spLocks xmlns:a="http://schemas.openxmlformats.org/drawingml/2006/main" noGrp="1"/>
          </p:cNvSpPr>
          <p:nvPr>
            <p:ph type="body" idx="24" hasCustomPrompt="1"/>
          </p:nvPr>
        </p:nvSpPr>
        <p:spPr>
          <a:xfrm xmlns:a="http://schemas.openxmlformats.org/drawingml/2006/main">
            <a:off x="911114" y="4377376"/>
            <a:ext cx="2276930"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a:buNone/>
            </a:pPr>
            <a:r>
              <a:t>Lorem ipsum </a:t>
            </a:r>
            <a:r>
              <a:t>dolor</a:t>
            </a:r>
            <a:r>
              <a:t> sit </a:t>
            </a:r>
            <a:r>
              <a:t>amet</a:t>
            </a:r>
            <a:r>
              <a:t>, </a:t>
            </a:r>
            <a:r>
              <a:t>consectetur</a:t>
            </a:r>
            <a:r>
              <a:t> </a:t>
            </a:r>
            <a:r>
              <a:t>adipiscing</a:t>
            </a:r>
            <a:r>
              <a:t> </a:t>
            </a:r>
            <a:r>
              <a:t>elit</a:t>
            </a:r>
            <a:r>
              <a:t>, </a:t>
            </a:r>
            <a:r>
              <a:t>sed</a:t>
            </a:r>
            <a:r>
              <a:t> do </a:t>
            </a:r>
            <a:r>
              <a:t>eiusmod</a:t>
            </a:r>
            <a:r>
              <a:t> </a:t>
            </a:r>
            <a:r>
              <a:t>tempor</a:t>
            </a:r>
            <a:r>
              <a:t>.</a:t>
            </a:r>
          </a:p>
        </p:txBody>
      </p:sp>
      <p:sp>
        <p:nvSpPr>
          <p:cNvPr id="5" name="Straight Connector 4">
            <a:extLst xmlns:a="http://schemas.openxmlformats.org/drawingml/2006/main">
              <a:ext uri="{FF2B5EF4-FFF2-40B4-BE49-F238E27FC236}">
                <a16:creationId xmlns:a16="http://schemas.microsoft.com/office/drawing/2014/main" id="{CEE5BD68-2784-495A-B56C-BFFA1F2137E9}"/>
              </a:ext>
            </a:extLst>
          </p:cNvPr>
          <p:cNvSpPr>
            <a:spLocks xmlns:a="http://schemas.openxmlformats.org/drawingml/2006/main" noGrp="1"/>
          </p:cNvSpPr>
          <p:nvPr/>
        </p:nvSpPr>
        <p:spPr>
          <a:xfrm xmlns:a="http://schemas.openxmlformats.org/drawingml/2006/main">
            <a:off x="4003589"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2" name="Picture Placeholder 2">
            <a:extLst xmlns:a="http://schemas.openxmlformats.org/drawingml/2006/main">
              <a:ext uri="{FF2B5EF4-FFF2-40B4-BE49-F238E27FC236}">
                <a16:creationId xmlns:a16="http://schemas.microsoft.com/office/drawing/2014/main" id="{00545EAB-02F2-4D35-839F-11095FE3779B}"/>
              </a:ext>
            </a:extLst>
          </p:cNvPr>
          <p:cNvSpPr>
            <a:spLocks xmlns:a="http://schemas.openxmlformats.org/drawingml/2006/main" noGrp="1"/>
          </p:cNvSpPr>
          <p:nvPr>
            <p:ph type="pic" idx="33" hasCustomPrompt="1"/>
          </p:nvPr>
        </p:nvSpPr>
        <p:spPr>
          <a:xfrm xmlns:a="http://schemas.openxmlformats.org/drawingml/2006/main">
            <a:off x="4797315" y="1917370"/>
            <a:ext cx="1893870" cy="169809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23" name="Text Placeholder 21">
            <a:extLst xmlns:a="http://schemas.openxmlformats.org/drawingml/2006/main">
              <a:ext uri="{FF2B5EF4-FFF2-40B4-BE49-F238E27FC236}">
                <a16:creationId xmlns:a16="http://schemas.microsoft.com/office/drawing/2014/main" id="{C85CBC82-72D6-46B3-9B52-627E5BC2BC55}"/>
              </a:ext>
            </a:extLst>
          </p:cNvPr>
          <p:cNvSpPr>
            <a:spLocks xmlns:a="http://schemas.openxmlformats.org/drawingml/2006/main" noGrp="1"/>
          </p:cNvSpPr>
          <p:nvPr>
            <p:ph type="body" idx="34" hasCustomPrompt="1"/>
          </p:nvPr>
        </p:nvSpPr>
        <p:spPr>
          <a:xfrm xmlns:a="http://schemas.openxmlformats.org/drawingml/2006/main">
            <a:off x="4797315" y="3983730"/>
            <a:ext cx="2276930"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a:buNone/>
            </a:pPr>
            <a:r>
              <a:t>Subhead goes here</a:t>
            </a:r>
          </a:p>
        </p:txBody>
      </p:sp>
      <p:sp>
        <p:nvSpPr>
          <p:cNvPr id="29" name="Text Placeholder 21">
            <a:extLst xmlns:a="http://schemas.openxmlformats.org/drawingml/2006/main">
              <a:ext uri="{FF2B5EF4-FFF2-40B4-BE49-F238E27FC236}">
                <a16:creationId xmlns:a16="http://schemas.microsoft.com/office/drawing/2014/main" id="{0FA9D0FA-EA15-4919-BEB9-4C5EE9D8CDFF}"/>
              </a:ext>
            </a:extLst>
          </p:cNvPr>
          <p:cNvSpPr>
            <a:spLocks xmlns:a="http://schemas.openxmlformats.org/drawingml/2006/main" noGrp="1"/>
          </p:cNvSpPr>
          <p:nvPr>
            <p:ph type="body" idx="35" hasCustomPrompt="1"/>
          </p:nvPr>
        </p:nvSpPr>
        <p:spPr>
          <a:xfrm xmlns:a="http://schemas.openxmlformats.org/drawingml/2006/main">
            <a:off x="4797315" y="4377376"/>
            <a:ext cx="2276930"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a:buNone/>
            </a:pPr>
            <a:r>
              <a:t>Lorem ipsum </a:t>
            </a:r>
            <a:r>
              <a:t>dolor</a:t>
            </a:r>
            <a:r>
              <a:t> sit </a:t>
            </a:r>
            <a:r>
              <a:t>amet</a:t>
            </a:r>
            <a:r>
              <a:t>, </a:t>
            </a:r>
            <a:r>
              <a:t>consectetur</a:t>
            </a:r>
            <a:r>
              <a:t> </a:t>
            </a:r>
            <a:r>
              <a:t>adipiscing</a:t>
            </a:r>
            <a:r>
              <a:t> </a:t>
            </a:r>
            <a:r>
              <a:t>elit</a:t>
            </a:r>
            <a:r>
              <a:t>, </a:t>
            </a:r>
            <a:r>
              <a:t>sed</a:t>
            </a:r>
            <a:r>
              <a:t> do </a:t>
            </a:r>
            <a:r>
              <a:t>eiusmod</a:t>
            </a:r>
            <a:r>
              <a:t> </a:t>
            </a:r>
            <a:r>
              <a:t>tempor</a:t>
            </a:r>
            <a:r>
              <a:t>.</a:t>
            </a:r>
          </a:p>
        </p:txBody>
      </p:sp>
      <p:sp>
        <p:nvSpPr>
          <p:cNvPr id="28" name="Straight Connector 27">
            <a:extLst xmlns:a="http://schemas.openxmlformats.org/drawingml/2006/main">
              <a:ext uri="{FF2B5EF4-FFF2-40B4-BE49-F238E27FC236}">
                <a16:creationId xmlns:a16="http://schemas.microsoft.com/office/drawing/2014/main" id="{34EAC0C9-C21D-459F-A8B7-30DCC6B5E963}"/>
              </a:ext>
            </a:extLst>
          </p:cNvPr>
          <p:cNvSpPr>
            <a:spLocks xmlns:a="http://schemas.openxmlformats.org/drawingml/2006/main" noGrp="1"/>
          </p:cNvSpPr>
          <p:nvPr/>
        </p:nvSpPr>
        <p:spPr>
          <a:xfrm xmlns:a="http://schemas.openxmlformats.org/drawingml/2006/main">
            <a:off x="7863016"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0" name="Picture Placeholder 2">
            <a:extLst xmlns:a="http://schemas.openxmlformats.org/drawingml/2006/main">
              <a:ext uri="{FF2B5EF4-FFF2-40B4-BE49-F238E27FC236}">
                <a16:creationId xmlns:a16="http://schemas.microsoft.com/office/drawing/2014/main" id="{7E0E7E15-3D7B-4123-8321-B073C59133A1}"/>
              </a:ext>
            </a:extLst>
          </p:cNvPr>
          <p:cNvSpPr>
            <a:spLocks xmlns:a="http://schemas.openxmlformats.org/drawingml/2006/main" noGrp="1"/>
          </p:cNvSpPr>
          <p:nvPr>
            <p:ph type="pic" idx="36" hasCustomPrompt="1"/>
          </p:nvPr>
        </p:nvSpPr>
        <p:spPr>
          <a:xfrm xmlns:a="http://schemas.openxmlformats.org/drawingml/2006/main">
            <a:off x="8645868" y="1917370"/>
            <a:ext cx="1893870" cy="169809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31" name="Text Placeholder 21">
            <a:extLst xmlns:a="http://schemas.openxmlformats.org/drawingml/2006/main">
              <a:ext uri="{FF2B5EF4-FFF2-40B4-BE49-F238E27FC236}">
                <a16:creationId xmlns:a16="http://schemas.microsoft.com/office/drawing/2014/main" id="{8C820BCB-F093-47C5-A402-60E80288139D}"/>
              </a:ext>
            </a:extLst>
          </p:cNvPr>
          <p:cNvSpPr>
            <a:spLocks xmlns:a="http://schemas.openxmlformats.org/drawingml/2006/main" noGrp="1"/>
          </p:cNvSpPr>
          <p:nvPr>
            <p:ph type="body" idx="37" hasCustomPrompt="1"/>
          </p:nvPr>
        </p:nvSpPr>
        <p:spPr>
          <a:xfrm xmlns:a="http://schemas.openxmlformats.org/drawingml/2006/main">
            <a:off x="8648346" y="3983730"/>
            <a:ext cx="2276930"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a:buNone/>
            </a:pPr>
            <a:r>
              <a:t>Subhead goes here</a:t>
            </a:r>
          </a:p>
        </p:txBody>
      </p:sp>
      <p:sp>
        <p:nvSpPr>
          <p:cNvPr id="32" name="Text Placeholder 21">
            <a:extLst xmlns:a="http://schemas.openxmlformats.org/drawingml/2006/main">
              <a:ext uri="{FF2B5EF4-FFF2-40B4-BE49-F238E27FC236}">
                <a16:creationId xmlns:a16="http://schemas.microsoft.com/office/drawing/2014/main" id="{F1AF7868-3C5C-49BB-8190-B4107C4DC70C}"/>
              </a:ext>
            </a:extLst>
          </p:cNvPr>
          <p:cNvSpPr>
            <a:spLocks xmlns:a="http://schemas.openxmlformats.org/drawingml/2006/main" noGrp="1"/>
          </p:cNvSpPr>
          <p:nvPr>
            <p:ph type="body" idx="38" hasCustomPrompt="1"/>
          </p:nvPr>
        </p:nvSpPr>
        <p:spPr>
          <a:xfrm xmlns:a="http://schemas.openxmlformats.org/drawingml/2006/main">
            <a:off x="8648346" y="4377376"/>
            <a:ext cx="2276930"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a:buNone/>
            </a:pPr>
            <a:r>
              <a:t>Lorem ipsum </a:t>
            </a:r>
            <a:r>
              <a:t>dolor</a:t>
            </a:r>
            <a:r>
              <a:t> sit </a:t>
            </a:r>
            <a:r>
              <a:t>amet</a:t>
            </a:r>
            <a:r>
              <a:t>, </a:t>
            </a:r>
            <a:r>
              <a:t>consectetur</a:t>
            </a:r>
            <a:r>
              <a:t> </a:t>
            </a:r>
            <a:r>
              <a:t>adipiscing</a:t>
            </a:r>
            <a:r>
              <a:t> </a:t>
            </a:r>
            <a:r>
              <a:t>elit</a:t>
            </a:r>
            <a:r>
              <a:t>, </a:t>
            </a:r>
            <a:r>
              <a:t>sed</a:t>
            </a:r>
            <a:r>
              <a:t> do </a:t>
            </a:r>
            <a:r>
              <a:t>eiusmod</a:t>
            </a:r>
            <a:r>
              <a:t> </a:t>
            </a:r>
            <a:r>
              <a:t>tempor</a:t>
            </a:r>
            <a:r>
              <a:t>.</a:t>
            </a:r>
          </a:p>
        </p:txBody>
      </p:sp>
      <p:sp>
        <p:nvSpPr>
          <p:cNvPr id="4" name="Date Placeholder 3">
            <a:extLst xmlns:a="http://schemas.openxmlformats.org/drawingml/2006/main">
              <a:ext uri="{FF2B5EF4-FFF2-40B4-BE49-F238E27FC236}">
                <a16:creationId xmlns:a16="http://schemas.microsoft.com/office/drawing/2014/main" id="{C50638D2-3FCF-9C07-B8E4-CBC2C53296F0}"/>
              </a:ext>
            </a:extLst>
          </p:cNvPr>
          <p:cNvSpPr>
            <a:spLocks xmlns:a="http://schemas.openxmlformats.org/drawingml/2006/main" noGrp="1"/>
          </p:cNvSpPr>
          <p:nvPr>
            <p:ph type="dt" idx="39"/>
          </p:nvPr>
        </p:nvSpPr>
        <p:spPr/>
        <p:txBody>
          <a:bodyPr xmlns:a="http://schemas.openxmlformats.org/drawingml/2006/main"/>
          <a:lstStyle xmlns:a="http://schemas.openxmlformats.org/drawingml/2006/main"/>
          <a:p xmlns:a="http://schemas.openxmlformats.org/drawingml/2006/main">
            <a:r>
              <a:t>[Date]</a:t>
            </a:r>
          </a:p>
        </p:txBody>
      </p:sp>
      <p:sp>
        <p:nvSpPr>
          <p:cNvPr id="6" name="Footer Placeholder 5">
            <a:extLst xmlns:a="http://schemas.openxmlformats.org/drawingml/2006/main">
              <a:ext uri="{FF2B5EF4-FFF2-40B4-BE49-F238E27FC236}">
                <a16:creationId xmlns:a16="http://schemas.microsoft.com/office/drawing/2014/main" id="{06E447D9-9131-52FC-7AC2-3B32141077B6}"/>
              </a:ext>
            </a:extLst>
          </p:cNvPr>
          <p:cNvSpPr>
            <a:spLocks xmlns:a="http://schemas.openxmlformats.org/drawingml/2006/main" noGrp="1"/>
          </p:cNvSpPr>
          <p:nvPr>
            <p:ph type="ftr" idx="40"/>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7" name="Slide Number Placeholder 6">
            <a:extLst xmlns:a="http://schemas.openxmlformats.org/drawingml/2006/main">
              <a:ext uri="{FF2B5EF4-FFF2-40B4-BE49-F238E27FC236}">
                <a16:creationId xmlns:a16="http://schemas.microsoft.com/office/drawing/2014/main" id="{BDBE30CD-8917-E472-0B6E-5D1280F5C027}"/>
              </a:ext>
            </a:extLst>
          </p:cNvPr>
          <p:cNvSpPr>
            <a:spLocks xmlns:a="http://schemas.openxmlformats.org/drawingml/2006/main" noGrp="1"/>
          </p:cNvSpPr>
          <p:nvPr>
            <p:ph type="sldNum" idx="41"/>
          </p:nvPr>
        </p:nvSpPr>
        <p:spPr/>
        <p:txBody>
          <a:bodyPr xmlns:a="http://schemas.openxmlformats.org/drawingml/2006/main"/>
          <a:lstStyle xmlns:a="http://schemas.openxmlformats.org/drawingml/2006/main"/>
          <a:p xmlns:a="http://schemas.openxmlformats.org/drawingml/2006/main">
            <a:fld id="{345D60D9-5372-5F40-9443-0F9AE5BDC3C8}" type="slidenum">
              <a:t>‹#›</a:t>
            </a:fld>
          </a:p>
        </p:txBody>
      </p:sp>
    </p:spTree>
  </p:cSld>
</p:sldLayout>
</file>

<file path=ppt/slideLayouts/slideLayout84.xml><?xml version="1.0" encoding="utf-8"?>
<p:sldLayout xmlns:p="http://schemas.openxmlformats.org/presentationml/2006/main" preserve="1" userDrawn="1">
  <p:cSld name="Dark - 3 Icons, Subhead and text">
    <p:bg>
      <p:bgRef idx="1001">
        <a:schemeClr xmlns:a="http://schemas.openxmlformats.org/drawingml/2006/main" val="bg2"/>
      </p:bgRef>
    </p:bg>
    <p:spTree>
      <p:nvGrpSpPr>
        <p:cNvPr id="1" name=""/>
        <p:cNvGrpSpPr/>
        <p:nvPr/>
      </p:nvGrpSpPr>
      <p:grpSpPr>
        <a:xfrm xmlns:a="http://schemas.openxmlformats.org/drawingml/2006/main"/>
      </p:grpSpPr>
      <p:sp>
        <p:nvSpPr>
          <p:cNvPr id="8" name="Title 7">
            <a:extLst xmlns:a="http://schemas.openxmlformats.org/drawingml/2006/main">
              <a:ext uri="{FF2B5EF4-FFF2-40B4-BE49-F238E27FC236}">
                <a16:creationId xmlns:a16="http://schemas.microsoft.com/office/drawing/2014/main" id="{358B48DD-4D54-4AC7-8AB9-59BEB3B7003A}"/>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18" name="Picture Placeholder 2">
            <a:extLst xmlns:a="http://schemas.openxmlformats.org/drawingml/2006/main">
              <a:ext uri="{FF2B5EF4-FFF2-40B4-BE49-F238E27FC236}">
                <a16:creationId xmlns:a16="http://schemas.microsoft.com/office/drawing/2014/main" id="{6A71FCB8-1058-4D1C-AED7-FAA7D744D71E}"/>
              </a:ext>
            </a:extLst>
          </p:cNvPr>
          <p:cNvSpPr>
            <a:spLocks xmlns:a="http://schemas.openxmlformats.org/drawingml/2006/main" noGrp="1"/>
          </p:cNvSpPr>
          <p:nvPr>
            <p:ph type="pic" idx="26" hasCustomPrompt="1"/>
          </p:nvPr>
        </p:nvSpPr>
        <p:spPr>
          <a:xfrm xmlns:a="http://schemas.openxmlformats.org/drawingml/2006/main">
            <a:off x="897834" y="1903921"/>
            <a:ext cx="1893870" cy="169809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19" name="Text Placeholder 21">
            <a:extLst xmlns:a="http://schemas.openxmlformats.org/drawingml/2006/main">
              <a:ext uri="{FF2B5EF4-FFF2-40B4-BE49-F238E27FC236}">
                <a16:creationId xmlns:a16="http://schemas.microsoft.com/office/drawing/2014/main" id="{86408202-D3B4-402D-BC69-53C3509E8A7B}"/>
              </a:ext>
            </a:extLst>
          </p:cNvPr>
          <p:cNvSpPr>
            <a:spLocks xmlns:a="http://schemas.openxmlformats.org/drawingml/2006/main" noGrp="1"/>
          </p:cNvSpPr>
          <p:nvPr>
            <p:ph type="body" idx="25" hasCustomPrompt="1"/>
          </p:nvPr>
        </p:nvSpPr>
        <p:spPr>
          <a:xfrm xmlns:a="http://schemas.openxmlformats.org/drawingml/2006/main">
            <a:off x="911114" y="3983730"/>
            <a:ext cx="2276930"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a:buNone/>
            </a:pPr>
            <a:r>
              <a:t>Subhead goes here</a:t>
            </a:r>
          </a:p>
        </p:txBody>
      </p:sp>
      <p:sp>
        <p:nvSpPr>
          <p:cNvPr id="21" name="Text Placeholder 21">
            <a:extLst xmlns:a="http://schemas.openxmlformats.org/drawingml/2006/main">
              <a:ext uri="{FF2B5EF4-FFF2-40B4-BE49-F238E27FC236}">
                <a16:creationId xmlns:a16="http://schemas.microsoft.com/office/drawing/2014/main" id="{5CF397F4-2EE2-483E-8C39-8DB6BD107811}"/>
              </a:ext>
            </a:extLst>
          </p:cNvPr>
          <p:cNvSpPr>
            <a:spLocks xmlns:a="http://schemas.openxmlformats.org/drawingml/2006/main" noGrp="1"/>
          </p:cNvSpPr>
          <p:nvPr>
            <p:ph type="body" idx="24" hasCustomPrompt="1"/>
          </p:nvPr>
        </p:nvSpPr>
        <p:spPr>
          <a:xfrm xmlns:a="http://schemas.openxmlformats.org/drawingml/2006/main">
            <a:off x="911114" y="4377376"/>
            <a:ext cx="2276930"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a:buNone/>
            </a:pPr>
            <a:r>
              <a:t>Lorem ipsum </a:t>
            </a:r>
            <a:r>
              <a:t>dolor</a:t>
            </a:r>
            <a:r>
              <a:t> sit </a:t>
            </a:r>
            <a:r>
              <a:t>amet</a:t>
            </a:r>
            <a:r>
              <a:t>, </a:t>
            </a:r>
            <a:r>
              <a:t>consectetur</a:t>
            </a:r>
            <a:r>
              <a:t> </a:t>
            </a:r>
            <a:r>
              <a:t>adipiscing</a:t>
            </a:r>
            <a:r>
              <a:t> </a:t>
            </a:r>
            <a:r>
              <a:t>elit</a:t>
            </a:r>
            <a:r>
              <a:t>, </a:t>
            </a:r>
            <a:r>
              <a:t>sed</a:t>
            </a:r>
            <a:r>
              <a:t> do </a:t>
            </a:r>
            <a:r>
              <a:t>eiusmod</a:t>
            </a:r>
            <a:r>
              <a:t> </a:t>
            </a:r>
            <a:r>
              <a:t>tempor</a:t>
            </a:r>
            <a:r>
              <a:t>.</a:t>
            </a:r>
          </a:p>
        </p:txBody>
      </p:sp>
      <p:sp>
        <p:nvSpPr>
          <p:cNvPr id="22" name="Straight Connector 21">
            <a:extLst xmlns:a="http://schemas.openxmlformats.org/drawingml/2006/main">
              <a:ext uri="{FF2B5EF4-FFF2-40B4-BE49-F238E27FC236}">
                <a16:creationId xmlns:a16="http://schemas.microsoft.com/office/drawing/2014/main" id="{DA5211C8-BE85-403A-AF3B-66123CAA03D2}"/>
              </a:ext>
            </a:extLst>
          </p:cNvPr>
          <p:cNvSpPr>
            <a:spLocks xmlns:a="http://schemas.openxmlformats.org/drawingml/2006/main" noGrp="1"/>
          </p:cNvSpPr>
          <p:nvPr/>
        </p:nvSpPr>
        <p:spPr>
          <a:xfrm xmlns:a="http://schemas.openxmlformats.org/drawingml/2006/main">
            <a:off x="4003589"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3" name="Picture Placeholder 2">
            <a:extLst xmlns:a="http://schemas.openxmlformats.org/drawingml/2006/main">
              <a:ext uri="{FF2B5EF4-FFF2-40B4-BE49-F238E27FC236}">
                <a16:creationId xmlns:a16="http://schemas.microsoft.com/office/drawing/2014/main" id="{84092946-3931-41BA-A9C4-E37BA2482561}"/>
              </a:ext>
            </a:extLst>
          </p:cNvPr>
          <p:cNvSpPr>
            <a:spLocks xmlns:a="http://schemas.openxmlformats.org/drawingml/2006/main" noGrp="1"/>
          </p:cNvSpPr>
          <p:nvPr>
            <p:ph type="pic" idx="36" hasCustomPrompt="1"/>
          </p:nvPr>
        </p:nvSpPr>
        <p:spPr>
          <a:xfrm xmlns:a="http://schemas.openxmlformats.org/drawingml/2006/main">
            <a:off x="4757260" y="1903856"/>
            <a:ext cx="1893870" cy="169809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29" name="Text Placeholder 21">
            <a:extLst xmlns:a="http://schemas.openxmlformats.org/drawingml/2006/main">
              <a:ext uri="{FF2B5EF4-FFF2-40B4-BE49-F238E27FC236}">
                <a16:creationId xmlns:a16="http://schemas.microsoft.com/office/drawing/2014/main" id="{7A2A35E2-8BA7-45B3-B02C-B531B503587A}"/>
              </a:ext>
            </a:extLst>
          </p:cNvPr>
          <p:cNvSpPr>
            <a:spLocks xmlns:a="http://schemas.openxmlformats.org/drawingml/2006/main" noGrp="1"/>
          </p:cNvSpPr>
          <p:nvPr>
            <p:ph type="body" idx="37" hasCustomPrompt="1"/>
          </p:nvPr>
        </p:nvSpPr>
        <p:spPr>
          <a:xfrm xmlns:a="http://schemas.openxmlformats.org/drawingml/2006/main">
            <a:off x="4797315" y="3983730"/>
            <a:ext cx="2276930"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a:buNone/>
            </a:pPr>
            <a:r>
              <a:t>Subhead goes here</a:t>
            </a:r>
          </a:p>
        </p:txBody>
      </p:sp>
      <p:sp>
        <p:nvSpPr>
          <p:cNvPr id="30" name="Text Placeholder 21">
            <a:extLst xmlns:a="http://schemas.openxmlformats.org/drawingml/2006/main">
              <a:ext uri="{FF2B5EF4-FFF2-40B4-BE49-F238E27FC236}">
                <a16:creationId xmlns:a16="http://schemas.microsoft.com/office/drawing/2014/main" id="{B0D928C5-7B1B-4A74-A1EB-B0C408189CAC}"/>
              </a:ext>
            </a:extLst>
          </p:cNvPr>
          <p:cNvSpPr>
            <a:spLocks xmlns:a="http://schemas.openxmlformats.org/drawingml/2006/main" noGrp="1"/>
          </p:cNvSpPr>
          <p:nvPr>
            <p:ph type="body" idx="38" hasCustomPrompt="1"/>
          </p:nvPr>
        </p:nvSpPr>
        <p:spPr>
          <a:xfrm xmlns:a="http://schemas.openxmlformats.org/drawingml/2006/main">
            <a:off x="4797315" y="4377376"/>
            <a:ext cx="2276930"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a:buNone/>
            </a:pPr>
            <a:r>
              <a:t>Lorem ipsum </a:t>
            </a:r>
            <a:r>
              <a:t>dolor</a:t>
            </a:r>
            <a:r>
              <a:t> sit </a:t>
            </a:r>
            <a:r>
              <a:t>amet</a:t>
            </a:r>
            <a:r>
              <a:t>, </a:t>
            </a:r>
            <a:r>
              <a:t>consectetur</a:t>
            </a:r>
            <a:r>
              <a:t> </a:t>
            </a:r>
            <a:r>
              <a:t>adipiscing</a:t>
            </a:r>
            <a:r>
              <a:t> </a:t>
            </a:r>
            <a:r>
              <a:t>elit</a:t>
            </a:r>
            <a:r>
              <a:t>, </a:t>
            </a:r>
            <a:r>
              <a:t>sed</a:t>
            </a:r>
            <a:r>
              <a:t> do </a:t>
            </a:r>
            <a:r>
              <a:t>eiusmod</a:t>
            </a:r>
            <a:r>
              <a:t> </a:t>
            </a:r>
            <a:r>
              <a:t>tempor</a:t>
            </a:r>
            <a:r>
              <a:t>.</a:t>
            </a:r>
          </a:p>
        </p:txBody>
      </p:sp>
      <p:sp>
        <p:nvSpPr>
          <p:cNvPr id="31" name="Straight Connector 30">
            <a:extLst xmlns:a="http://schemas.openxmlformats.org/drawingml/2006/main">
              <a:ext uri="{FF2B5EF4-FFF2-40B4-BE49-F238E27FC236}">
                <a16:creationId xmlns:a16="http://schemas.microsoft.com/office/drawing/2014/main" id="{677B3CE8-B654-4D1B-A149-F91FCB4A2F2B}"/>
              </a:ext>
            </a:extLst>
          </p:cNvPr>
          <p:cNvSpPr>
            <a:spLocks xmlns:a="http://schemas.openxmlformats.org/drawingml/2006/main" noGrp="1"/>
          </p:cNvSpPr>
          <p:nvPr/>
        </p:nvSpPr>
        <p:spPr>
          <a:xfrm xmlns:a="http://schemas.openxmlformats.org/drawingml/2006/main">
            <a:off x="7863016"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2" name="Picture Placeholder 2">
            <a:extLst xmlns:a="http://schemas.openxmlformats.org/drawingml/2006/main">
              <a:ext uri="{FF2B5EF4-FFF2-40B4-BE49-F238E27FC236}">
                <a16:creationId xmlns:a16="http://schemas.microsoft.com/office/drawing/2014/main" id="{E9839675-3836-4943-9E7E-492470598773}"/>
              </a:ext>
            </a:extLst>
          </p:cNvPr>
          <p:cNvSpPr>
            <a:spLocks xmlns:a="http://schemas.openxmlformats.org/drawingml/2006/main" noGrp="1"/>
          </p:cNvSpPr>
          <p:nvPr>
            <p:ph type="pic" idx="39" hasCustomPrompt="1"/>
          </p:nvPr>
        </p:nvSpPr>
        <p:spPr>
          <a:xfrm xmlns:a="http://schemas.openxmlformats.org/drawingml/2006/main">
            <a:off x="8616787" y="1928800"/>
            <a:ext cx="1893870" cy="169809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33" name="Text Placeholder 21">
            <a:extLst xmlns:a="http://schemas.openxmlformats.org/drawingml/2006/main">
              <a:ext uri="{FF2B5EF4-FFF2-40B4-BE49-F238E27FC236}">
                <a16:creationId xmlns:a16="http://schemas.microsoft.com/office/drawing/2014/main" id="{987833E9-276C-4353-BF31-4FC33134EEAE}"/>
              </a:ext>
            </a:extLst>
          </p:cNvPr>
          <p:cNvSpPr>
            <a:spLocks xmlns:a="http://schemas.openxmlformats.org/drawingml/2006/main" noGrp="1"/>
          </p:cNvSpPr>
          <p:nvPr>
            <p:ph type="body" idx="40" hasCustomPrompt="1"/>
          </p:nvPr>
        </p:nvSpPr>
        <p:spPr>
          <a:xfrm xmlns:a="http://schemas.openxmlformats.org/drawingml/2006/main">
            <a:off x="8648346" y="3983730"/>
            <a:ext cx="2276930"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a:buNone/>
            </a:pPr>
            <a:r>
              <a:t>Subhead goes here</a:t>
            </a:r>
          </a:p>
        </p:txBody>
      </p:sp>
      <p:sp>
        <p:nvSpPr>
          <p:cNvPr id="34" name="Text Placeholder 21">
            <a:extLst xmlns:a="http://schemas.openxmlformats.org/drawingml/2006/main">
              <a:ext uri="{FF2B5EF4-FFF2-40B4-BE49-F238E27FC236}">
                <a16:creationId xmlns:a16="http://schemas.microsoft.com/office/drawing/2014/main" id="{4565DAAC-922E-4C75-A762-C6B54070F7DC}"/>
              </a:ext>
            </a:extLst>
          </p:cNvPr>
          <p:cNvSpPr>
            <a:spLocks xmlns:a="http://schemas.openxmlformats.org/drawingml/2006/main" noGrp="1"/>
          </p:cNvSpPr>
          <p:nvPr>
            <p:ph type="body" idx="41" hasCustomPrompt="1"/>
          </p:nvPr>
        </p:nvSpPr>
        <p:spPr>
          <a:xfrm xmlns:a="http://schemas.openxmlformats.org/drawingml/2006/main">
            <a:off x="8648346" y="4377376"/>
            <a:ext cx="2276930"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a:buNone/>
            </a:pPr>
            <a:r>
              <a:t>Lorem ipsum </a:t>
            </a:r>
            <a:r>
              <a:t>dolor</a:t>
            </a:r>
            <a:r>
              <a:t> sit </a:t>
            </a:r>
            <a:r>
              <a:t>amet</a:t>
            </a:r>
            <a:r>
              <a:t>, </a:t>
            </a:r>
            <a:r>
              <a:t>consectetur</a:t>
            </a:r>
            <a:r>
              <a:t> </a:t>
            </a:r>
            <a:r>
              <a:t>adipiscing</a:t>
            </a:r>
            <a:r>
              <a:t> </a:t>
            </a:r>
            <a:r>
              <a:t>elit</a:t>
            </a:r>
            <a:r>
              <a:t>, </a:t>
            </a:r>
            <a:r>
              <a:t>sed</a:t>
            </a:r>
            <a:r>
              <a:t> do </a:t>
            </a:r>
            <a:r>
              <a:t>eiusmod</a:t>
            </a:r>
            <a:r>
              <a:t> </a:t>
            </a:r>
            <a:r>
              <a:t>tempor</a:t>
            </a:r>
            <a:r>
              <a:t> in.</a:t>
            </a:r>
          </a:p>
        </p:txBody>
      </p:sp>
      <p:sp>
        <p:nvSpPr>
          <p:cNvPr id="11" name="Slide Number Placeholder 10">
            <a:extLst xmlns:a="http://schemas.openxmlformats.org/drawingml/2006/main">
              <a:ext uri="{FF2B5EF4-FFF2-40B4-BE49-F238E27FC236}">
                <a16:creationId xmlns:a16="http://schemas.microsoft.com/office/drawing/2014/main" id="{B35F74D1-A7D7-71F7-1C83-85B91CC54A17}"/>
              </a:ext>
            </a:extLst>
          </p:cNvPr>
          <p:cNvSpPr>
            <a:spLocks xmlns:a="http://schemas.openxmlformats.org/drawingml/2006/main" noGrp="1"/>
          </p:cNvSpPr>
          <p:nvPr>
            <p:ph type="sldNum" idx="44"/>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10" name="Footer Placeholder 9">
            <a:extLst xmlns:a="http://schemas.openxmlformats.org/drawingml/2006/main">
              <a:ext uri="{FF2B5EF4-FFF2-40B4-BE49-F238E27FC236}">
                <a16:creationId xmlns:a16="http://schemas.microsoft.com/office/drawing/2014/main" id="{AB744A76-3388-A794-015D-56031177D79D}"/>
              </a:ext>
            </a:extLst>
          </p:cNvPr>
          <p:cNvSpPr>
            <a:spLocks xmlns:a="http://schemas.openxmlformats.org/drawingml/2006/main" noGrp="1"/>
          </p:cNvSpPr>
          <p:nvPr>
            <p:ph type="ftr" idx="43"/>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9" name="Date Placeholder 8">
            <a:extLst xmlns:a="http://schemas.openxmlformats.org/drawingml/2006/main">
              <a:ext uri="{FF2B5EF4-FFF2-40B4-BE49-F238E27FC236}">
                <a16:creationId xmlns:a16="http://schemas.microsoft.com/office/drawing/2014/main" id="{064EFACD-32BB-A724-F5A6-DF8C6A5C3279}"/>
              </a:ext>
            </a:extLst>
          </p:cNvPr>
          <p:cNvSpPr>
            <a:spLocks xmlns:a="http://schemas.openxmlformats.org/drawingml/2006/main" noGrp="1"/>
          </p:cNvSpPr>
          <p:nvPr>
            <p:ph type="dt" idx="4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85.xml><?xml version="1.0" encoding="utf-8"?>
<p:sldLayout xmlns:p="http://schemas.openxmlformats.org/presentationml/2006/main" preserve="1" userDrawn="1">
  <p:cSld name="Light - 4 Icons, Subhead and text">
    <p:bg>
      <p:bgRef idx="1001">
        <a:schemeClr xmlns:a="http://schemas.openxmlformats.org/drawingml/2006/main" val="bg2"/>
      </p:bgRef>
    </p:bg>
    <p:spTree>
      <p:nvGrpSpPr>
        <p:cNvPr id="1" name=""/>
        <p:cNvGrpSpPr/>
        <p:nvPr/>
      </p:nvGrpSpPr>
      <p:grpSpPr>
        <a:xfrm xmlns:a="http://schemas.openxmlformats.org/drawingml/2006/main"/>
      </p:grpSpPr>
      <p:sp>
        <p:nvSpPr>
          <p:cNvPr id="4" name="Title 7">
            <a:extLst xmlns:a="http://schemas.openxmlformats.org/drawingml/2006/main">
              <a:ext uri="{FF2B5EF4-FFF2-40B4-BE49-F238E27FC236}">
                <a16:creationId xmlns:a16="http://schemas.microsoft.com/office/drawing/2014/main" id="{78F3D588-E944-9CCD-F934-4D109B5905DB}"/>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Icon 1">
            <a:extLst xmlns:a="http://schemas.openxmlformats.org/drawingml/2006/main">
              <a:ext uri="{FF2B5EF4-FFF2-40B4-BE49-F238E27FC236}">
                <a16:creationId xmlns:a16="http://schemas.microsoft.com/office/drawing/2014/main" id="{C4A0F212-7687-B242-8162-FFAC910A60EF}"/>
              </a:ext>
            </a:extLst>
          </p:cNvPr>
          <p:cNvSpPr>
            <a:spLocks xmlns:a="http://schemas.openxmlformats.org/drawingml/2006/main" noGrp="1"/>
          </p:cNvSpPr>
          <p:nvPr>
            <p:ph type="pic" idx="26" hasCustomPrompt="1"/>
          </p:nvPr>
        </p:nvSpPr>
        <p:spPr>
          <a:xfrm xmlns:a="http://schemas.openxmlformats.org/drawingml/2006/main">
            <a:off x="761999" y="1895271"/>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14" name="Column 1 Header">
            <a:extLst xmlns:a="http://schemas.openxmlformats.org/drawingml/2006/main">
              <a:ext uri="{FF2B5EF4-FFF2-40B4-BE49-F238E27FC236}">
                <a16:creationId xmlns:a16="http://schemas.microsoft.com/office/drawing/2014/main" id="{920A2EEA-131E-DA4C-92C3-898A80B8B561}"/>
              </a:ext>
            </a:extLst>
          </p:cNvPr>
          <p:cNvSpPr>
            <a:spLocks xmlns:a="http://schemas.openxmlformats.org/drawingml/2006/main" noGrp="1"/>
          </p:cNvSpPr>
          <p:nvPr>
            <p:ph type="body" idx="25" hasCustomPrompt="1"/>
          </p:nvPr>
        </p:nvSpPr>
        <p:spPr>
          <a:xfrm xmlns:a="http://schemas.openxmlformats.org/drawingml/2006/main">
            <a:off x="76199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a:buNone/>
            </a:pPr>
            <a:r>
              <a:t>Subhead goes here</a:t>
            </a:r>
          </a:p>
        </p:txBody>
      </p:sp>
      <p:sp>
        <p:nvSpPr>
          <p:cNvPr id="11" name="Column 1 body">
            <a:extLst xmlns:a="http://schemas.openxmlformats.org/drawingml/2006/main">
              <a:ext uri="{FF2B5EF4-FFF2-40B4-BE49-F238E27FC236}">
                <a16:creationId xmlns:a16="http://schemas.microsoft.com/office/drawing/2014/main" id="{442F0FF9-B575-DD4A-AF68-999EE8B4FE0D}"/>
              </a:ext>
            </a:extLst>
          </p:cNvPr>
          <p:cNvSpPr>
            <a:spLocks xmlns:a="http://schemas.openxmlformats.org/drawingml/2006/main" noGrp="1"/>
          </p:cNvSpPr>
          <p:nvPr>
            <p:ph type="body" idx="24" hasCustomPrompt="1"/>
          </p:nvPr>
        </p:nvSpPr>
        <p:spPr>
          <a:xfrm xmlns:a="http://schemas.openxmlformats.org/drawingml/2006/main">
            <a:off x="76199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a:buNone/>
            </a:pPr>
            <a:r>
              <a:t>Lorem ipsum </a:t>
            </a:r>
            <a:r>
              <a:t>dolor</a:t>
            </a:r>
            <a:r>
              <a:t> sit </a:t>
            </a:r>
            <a:r>
              <a:t>amet</a:t>
            </a:r>
            <a:r>
              <a:t>, </a:t>
            </a:r>
            <a:r>
              <a:t>consectetur</a:t>
            </a:r>
            <a:r>
              <a:t> </a:t>
            </a:r>
            <a:r>
              <a:t>adipiscing</a:t>
            </a:r>
            <a:r>
              <a:t> </a:t>
            </a:r>
            <a:r>
              <a:t>elit</a:t>
            </a:r>
          </a:p>
        </p:txBody>
      </p:sp>
      <p:sp>
        <p:nvSpPr>
          <p:cNvPr id="5" name="Divider 1">
            <a:extLst xmlns:a="http://schemas.openxmlformats.org/drawingml/2006/main">
              <a:ext uri="{FF2B5EF4-FFF2-40B4-BE49-F238E27FC236}">
                <a16:creationId xmlns:a16="http://schemas.microsoft.com/office/drawing/2014/main" id="{7D4FA09F-4150-4F04-9963-9544FD2CB816}"/>
              </a:ext>
            </a:extLst>
          </p:cNvPr>
          <p:cNvSpPr>
            <a:spLocks xmlns:a="http://schemas.openxmlformats.org/drawingml/2006/main" noGrp="1"/>
          </p:cNvSpPr>
          <p:nvPr/>
        </p:nvSpPr>
        <p:spPr>
          <a:xfrm xmlns:a="http://schemas.openxmlformats.org/drawingml/2006/main">
            <a:off x="3215680"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7" name="Icon 2">
            <a:extLst xmlns:a="http://schemas.openxmlformats.org/drawingml/2006/main">
              <a:ext uri="{FF2B5EF4-FFF2-40B4-BE49-F238E27FC236}">
                <a16:creationId xmlns:a16="http://schemas.microsoft.com/office/drawing/2014/main" id="{452D8958-2BA3-E8C4-A349-9B8D38EFEEBE}"/>
              </a:ext>
            </a:extLst>
          </p:cNvPr>
          <p:cNvSpPr>
            <a:spLocks xmlns:a="http://schemas.openxmlformats.org/drawingml/2006/main" noGrp="1"/>
          </p:cNvSpPr>
          <p:nvPr>
            <p:ph type="pic" idx="42" hasCustomPrompt="1"/>
          </p:nvPr>
        </p:nvSpPr>
        <p:spPr>
          <a:xfrm xmlns:a="http://schemas.openxmlformats.org/drawingml/2006/main">
            <a:off x="3558551" y="1903856"/>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38" name="Column 2 header">
            <a:extLst xmlns:a="http://schemas.openxmlformats.org/drawingml/2006/main">
              <a:ext uri="{FF2B5EF4-FFF2-40B4-BE49-F238E27FC236}">
                <a16:creationId xmlns:a16="http://schemas.microsoft.com/office/drawing/2014/main" id="{F38723C6-3426-0DED-BB4F-97CEC3A55F6D}"/>
              </a:ext>
            </a:extLst>
          </p:cNvPr>
          <p:cNvSpPr>
            <a:spLocks xmlns:a="http://schemas.openxmlformats.org/drawingml/2006/main" noGrp="1"/>
          </p:cNvSpPr>
          <p:nvPr>
            <p:ph type="body" idx="43" hasCustomPrompt="1"/>
          </p:nvPr>
        </p:nvSpPr>
        <p:spPr>
          <a:xfrm xmlns:a="http://schemas.openxmlformats.org/drawingml/2006/main">
            <a:off x="355599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a:buNone/>
            </a:pPr>
            <a:r>
              <a:t>Subhead goes here</a:t>
            </a:r>
          </a:p>
        </p:txBody>
      </p:sp>
      <p:sp>
        <p:nvSpPr>
          <p:cNvPr id="39" name="Column 2 body">
            <a:extLst xmlns:a="http://schemas.openxmlformats.org/drawingml/2006/main">
              <a:ext uri="{FF2B5EF4-FFF2-40B4-BE49-F238E27FC236}">
                <a16:creationId xmlns:a16="http://schemas.microsoft.com/office/drawing/2014/main" id="{C5BD3347-4E6D-B757-FB79-D3160FB48D01}"/>
              </a:ext>
            </a:extLst>
          </p:cNvPr>
          <p:cNvSpPr>
            <a:spLocks xmlns:a="http://schemas.openxmlformats.org/drawingml/2006/main" noGrp="1"/>
          </p:cNvSpPr>
          <p:nvPr>
            <p:ph type="body" idx="44" hasCustomPrompt="1"/>
          </p:nvPr>
        </p:nvSpPr>
        <p:spPr>
          <a:xfrm xmlns:a="http://schemas.openxmlformats.org/drawingml/2006/main">
            <a:off x="355599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a:buNone/>
            </a:pPr>
            <a:r>
              <a:t>Lorem ipsum </a:t>
            </a:r>
            <a:r>
              <a:t>dolor</a:t>
            </a:r>
            <a:r>
              <a:t> sit </a:t>
            </a:r>
            <a:r>
              <a:t>amet</a:t>
            </a:r>
            <a:r>
              <a:t>, </a:t>
            </a:r>
            <a:r>
              <a:t>consectetur</a:t>
            </a:r>
            <a:r>
              <a:t> </a:t>
            </a:r>
            <a:r>
              <a:t>adipiscing</a:t>
            </a:r>
            <a:r>
              <a:t> </a:t>
            </a:r>
            <a:r>
              <a:t>elit</a:t>
            </a:r>
          </a:p>
        </p:txBody>
      </p:sp>
      <p:sp>
        <p:nvSpPr>
          <p:cNvPr id="28" name="Divider 2">
            <a:extLst xmlns:a="http://schemas.openxmlformats.org/drawingml/2006/main">
              <a:ext uri="{FF2B5EF4-FFF2-40B4-BE49-F238E27FC236}">
                <a16:creationId xmlns:a16="http://schemas.microsoft.com/office/drawing/2014/main" id="{92FFB443-2A8B-4559-A815-9A13326905CA}"/>
              </a:ext>
            </a:extLst>
          </p:cNvPr>
          <p:cNvSpPr>
            <a:spLocks xmlns:a="http://schemas.openxmlformats.org/drawingml/2006/main" noGrp="1"/>
          </p:cNvSpPr>
          <p:nvPr/>
        </p:nvSpPr>
        <p:spPr>
          <a:xfrm xmlns:a="http://schemas.openxmlformats.org/drawingml/2006/main">
            <a:off x="6059996"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0" name="Icon 3">
            <a:extLst xmlns:a="http://schemas.openxmlformats.org/drawingml/2006/main">
              <a:ext uri="{FF2B5EF4-FFF2-40B4-BE49-F238E27FC236}">
                <a16:creationId xmlns:a16="http://schemas.microsoft.com/office/drawing/2014/main" id="{0B8706A7-4339-AEA7-3538-6B11C9DE888F}"/>
              </a:ext>
            </a:extLst>
          </p:cNvPr>
          <p:cNvSpPr>
            <a:spLocks xmlns:a="http://schemas.openxmlformats.org/drawingml/2006/main" noGrp="1"/>
          </p:cNvSpPr>
          <p:nvPr>
            <p:ph type="pic" idx="45" hasCustomPrompt="1"/>
          </p:nvPr>
        </p:nvSpPr>
        <p:spPr>
          <a:xfrm xmlns:a="http://schemas.openxmlformats.org/drawingml/2006/main">
            <a:off x="6397301" y="1909175"/>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41" name="Column 3 header">
            <a:extLst xmlns:a="http://schemas.openxmlformats.org/drawingml/2006/main">
              <a:ext uri="{FF2B5EF4-FFF2-40B4-BE49-F238E27FC236}">
                <a16:creationId xmlns:a16="http://schemas.microsoft.com/office/drawing/2014/main" id="{7FFC3A72-CD29-1771-F4D6-1FE24E237316}"/>
              </a:ext>
            </a:extLst>
          </p:cNvPr>
          <p:cNvSpPr>
            <a:spLocks xmlns:a="http://schemas.openxmlformats.org/drawingml/2006/main" noGrp="1"/>
          </p:cNvSpPr>
          <p:nvPr>
            <p:ph type="body" idx="46" hasCustomPrompt="1"/>
          </p:nvPr>
        </p:nvSpPr>
        <p:spPr>
          <a:xfrm xmlns:a="http://schemas.openxmlformats.org/drawingml/2006/main">
            <a:off x="640079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a:buNone/>
            </a:pPr>
            <a:r>
              <a:t>Subhead goes here</a:t>
            </a:r>
          </a:p>
        </p:txBody>
      </p:sp>
      <p:sp>
        <p:nvSpPr>
          <p:cNvPr id="42" name="Column 3 body">
            <a:extLst xmlns:a="http://schemas.openxmlformats.org/drawingml/2006/main">
              <a:ext uri="{FF2B5EF4-FFF2-40B4-BE49-F238E27FC236}">
                <a16:creationId xmlns:a16="http://schemas.microsoft.com/office/drawing/2014/main" id="{3BE75DAD-03B8-A35F-313E-9021E9625E97}"/>
              </a:ext>
            </a:extLst>
          </p:cNvPr>
          <p:cNvSpPr>
            <a:spLocks xmlns:a="http://schemas.openxmlformats.org/drawingml/2006/main" noGrp="1"/>
          </p:cNvSpPr>
          <p:nvPr>
            <p:ph type="body" idx="47" hasCustomPrompt="1"/>
          </p:nvPr>
        </p:nvSpPr>
        <p:spPr>
          <a:xfrm xmlns:a="http://schemas.openxmlformats.org/drawingml/2006/main">
            <a:off x="640079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a:buNone/>
            </a:pPr>
            <a:r>
              <a:t>Lorem ipsum </a:t>
            </a:r>
            <a:r>
              <a:t>dolor</a:t>
            </a:r>
            <a:r>
              <a:t> sit </a:t>
            </a:r>
            <a:r>
              <a:t>amet</a:t>
            </a:r>
            <a:r>
              <a:t>, </a:t>
            </a:r>
            <a:r>
              <a:t>consectetur</a:t>
            </a:r>
            <a:r>
              <a:t> </a:t>
            </a:r>
            <a:r>
              <a:t>adipiscing</a:t>
            </a:r>
            <a:r>
              <a:t> </a:t>
            </a:r>
            <a:r>
              <a:t>elit</a:t>
            </a:r>
          </a:p>
        </p:txBody>
      </p:sp>
      <p:sp>
        <p:nvSpPr>
          <p:cNvPr id="6" name="Divider 3">
            <a:extLst xmlns:a="http://schemas.openxmlformats.org/drawingml/2006/main">
              <a:ext uri="{FF2B5EF4-FFF2-40B4-BE49-F238E27FC236}">
                <a16:creationId xmlns:a16="http://schemas.microsoft.com/office/drawing/2014/main" id="{637F32B3-D27E-4707-B5BB-A5BF3A2EDEC1}"/>
              </a:ext>
            </a:extLst>
          </p:cNvPr>
          <p:cNvSpPr>
            <a:spLocks xmlns:a="http://schemas.openxmlformats.org/drawingml/2006/main" noGrp="1"/>
          </p:cNvSpPr>
          <p:nvPr/>
        </p:nvSpPr>
        <p:spPr>
          <a:xfrm xmlns:a="http://schemas.openxmlformats.org/drawingml/2006/main">
            <a:off x="8904312"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3" name="Icon 4">
            <a:extLst xmlns:a="http://schemas.openxmlformats.org/drawingml/2006/main">
              <a:ext uri="{FF2B5EF4-FFF2-40B4-BE49-F238E27FC236}">
                <a16:creationId xmlns:a16="http://schemas.microsoft.com/office/drawing/2014/main" id="{A564445D-3622-F94F-5F5B-64E25C182894}"/>
              </a:ext>
            </a:extLst>
          </p:cNvPr>
          <p:cNvSpPr>
            <a:spLocks xmlns:a="http://schemas.openxmlformats.org/drawingml/2006/main" noGrp="1"/>
          </p:cNvSpPr>
          <p:nvPr>
            <p:ph type="pic" idx="48" hasCustomPrompt="1"/>
          </p:nvPr>
        </p:nvSpPr>
        <p:spPr>
          <a:xfrm xmlns:a="http://schemas.openxmlformats.org/drawingml/2006/main">
            <a:off x="9235439" y="1895271"/>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44" name="Column 4 header">
            <a:extLst xmlns:a="http://schemas.openxmlformats.org/drawingml/2006/main">
              <a:ext uri="{FF2B5EF4-FFF2-40B4-BE49-F238E27FC236}">
                <a16:creationId xmlns:a16="http://schemas.microsoft.com/office/drawing/2014/main" id="{D73D98F3-F032-F349-D6FF-9956A80B2C0C}"/>
              </a:ext>
            </a:extLst>
          </p:cNvPr>
          <p:cNvSpPr>
            <a:spLocks xmlns:a="http://schemas.openxmlformats.org/drawingml/2006/main" noGrp="1"/>
          </p:cNvSpPr>
          <p:nvPr>
            <p:ph type="body" idx="49" hasCustomPrompt="1"/>
          </p:nvPr>
        </p:nvSpPr>
        <p:spPr>
          <a:xfrm xmlns:a="http://schemas.openxmlformats.org/drawingml/2006/main">
            <a:off x="923543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a:buNone/>
            </a:pPr>
            <a:r>
              <a:t>Subhead goes here</a:t>
            </a:r>
          </a:p>
        </p:txBody>
      </p:sp>
      <p:sp>
        <p:nvSpPr>
          <p:cNvPr id="45" name="Column 4 body">
            <a:extLst xmlns:a="http://schemas.openxmlformats.org/drawingml/2006/main">
              <a:ext uri="{FF2B5EF4-FFF2-40B4-BE49-F238E27FC236}">
                <a16:creationId xmlns:a16="http://schemas.microsoft.com/office/drawing/2014/main" id="{E7F065D2-DFCA-69F0-EFCE-5436B4BBA960}"/>
              </a:ext>
            </a:extLst>
          </p:cNvPr>
          <p:cNvSpPr>
            <a:spLocks xmlns:a="http://schemas.openxmlformats.org/drawingml/2006/main" noGrp="1"/>
          </p:cNvSpPr>
          <p:nvPr>
            <p:ph type="body" idx="50" hasCustomPrompt="1"/>
          </p:nvPr>
        </p:nvSpPr>
        <p:spPr>
          <a:xfrm xmlns:a="http://schemas.openxmlformats.org/drawingml/2006/main">
            <a:off x="923543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a:buNone/>
            </a:pPr>
            <a:r>
              <a:t>Lorem ipsum </a:t>
            </a:r>
            <a:r>
              <a:t>dolor</a:t>
            </a:r>
            <a:r>
              <a:t> sit </a:t>
            </a:r>
            <a:r>
              <a:t>amet</a:t>
            </a:r>
            <a:r>
              <a:t>, </a:t>
            </a:r>
            <a:r>
              <a:t>consectetur</a:t>
            </a:r>
            <a:r>
              <a:t> </a:t>
            </a:r>
            <a:r>
              <a:t>adipiscing</a:t>
            </a:r>
            <a:r>
              <a:t> </a:t>
            </a:r>
            <a:r>
              <a:t>elit</a:t>
            </a:r>
          </a:p>
        </p:txBody>
      </p:sp>
      <p:sp>
        <p:nvSpPr>
          <p:cNvPr id="2" name="Date Placeholder 1">
            <a:extLst xmlns:a="http://schemas.openxmlformats.org/drawingml/2006/main">
              <a:ext uri="{FF2B5EF4-FFF2-40B4-BE49-F238E27FC236}">
                <a16:creationId xmlns:a16="http://schemas.microsoft.com/office/drawing/2014/main" id="{1A69BF71-8068-C305-4B63-EF76F51F8DE2}"/>
              </a:ext>
            </a:extLst>
          </p:cNvPr>
          <p:cNvSpPr>
            <a:spLocks xmlns:a="http://schemas.openxmlformats.org/drawingml/2006/main" noGrp="1"/>
          </p:cNvSpPr>
          <p:nvPr>
            <p:ph type="dt" idx="51"/>
          </p:nvPr>
        </p:nvSpPr>
        <p:spPr/>
        <p:txBody>
          <a:bodyPr xmlns:a="http://schemas.openxmlformats.org/drawingml/2006/main"/>
          <a:lstStyle xmlns:a="http://schemas.openxmlformats.org/drawingml/2006/main"/>
          <a:p xmlns:a="http://schemas.openxmlformats.org/drawingml/2006/main">
            <a:r>
              <a:t>[Date]</a:t>
            </a:r>
          </a:p>
        </p:txBody>
      </p:sp>
      <p:sp>
        <p:nvSpPr>
          <p:cNvPr id="7" name="Footer Placeholder 6">
            <a:extLst xmlns:a="http://schemas.openxmlformats.org/drawingml/2006/main">
              <a:ext uri="{FF2B5EF4-FFF2-40B4-BE49-F238E27FC236}">
                <a16:creationId xmlns:a16="http://schemas.microsoft.com/office/drawing/2014/main" id="{0A8743B9-DF16-837A-F82A-2265CBEDBC7B}"/>
              </a:ext>
            </a:extLst>
          </p:cNvPr>
          <p:cNvSpPr>
            <a:spLocks xmlns:a="http://schemas.openxmlformats.org/drawingml/2006/main" noGrp="1"/>
          </p:cNvSpPr>
          <p:nvPr>
            <p:ph type="ftr" idx="52"/>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12" name="Slide Number Placeholder 11">
            <a:extLst xmlns:a="http://schemas.openxmlformats.org/drawingml/2006/main">
              <a:ext uri="{FF2B5EF4-FFF2-40B4-BE49-F238E27FC236}">
                <a16:creationId xmlns:a16="http://schemas.microsoft.com/office/drawing/2014/main" id="{11AFCA87-796B-CCC7-2592-38989FCADFC9}"/>
              </a:ext>
            </a:extLst>
          </p:cNvPr>
          <p:cNvSpPr>
            <a:spLocks xmlns:a="http://schemas.openxmlformats.org/drawingml/2006/main" noGrp="1"/>
          </p:cNvSpPr>
          <p:nvPr>
            <p:ph type="sldNum" idx="53"/>
          </p:nvPr>
        </p:nvSpPr>
        <p:spPr/>
        <p:txBody>
          <a:bodyPr xmlns:a="http://schemas.openxmlformats.org/drawingml/2006/main"/>
          <a:lstStyle xmlns:a="http://schemas.openxmlformats.org/drawingml/2006/main"/>
          <a:p xmlns:a="http://schemas.openxmlformats.org/drawingml/2006/main">
            <a:fld id="{345D60D9-5372-5F40-9443-0F9AE5BDC3C8}" type="slidenum">
              <a:t>‹#›</a:t>
            </a:fld>
          </a:p>
        </p:txBody>
      </p:sp>
    </p:spTree>
  </p:cSld>
</p:sldLayout>
</file>

<file path=ppt/slideLayouts/slideLayout86.xml><?xml version="1.0" encoding="utf-8"?>
<p:sldLayout xmlns:p="http://schemas.openxmlformats.org/presentationml/2006/main" preserve="1" userDrawn="1">
  <p:cSld name="Dark - 4 Icons, Subhead and text">
    <p:bg>
      <p:bgRef idx="1001">
        <a:schemeClr xmlns:a="http://schemas.openxmlformats.org/drawingml/2006/main" val="bg2"/>
      </p:bgRef>
    </p:bg>
    <p:spTree>
      <p:nvGrpSpPr>
        <p:cNvPr id="1" name=""/>
        <p:cNvGrpSpPr/>
        <p:nvPr/>
      </p:nvGrpSpPr>
      <p:grpSpPr>
        <a:xfrm xmlns:a="http://schemas.openxmlformats.org/drawingml/2006/main"/>
      </p:grpSpPr>
      <p:sp>
        <p:nvSpPr>
          <p:cNvPr id="3" name="Title 7">
            <a:extLst xmlns:a="http://schemas.openxmlformats.org/drawingml/2006/main">
              <a:ext uri="{FF2B5EF4-FFF2-40B4-BE49-F238E27FC236}">
                <a16:creationId xmlns:a16="http://schemas.microsoft.com/office/drawing/2014/main" id="{D02FABB3-C5FA-6642-90DB-5692722BDC16}"/>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18" name="Icon 1">
            <a:extLst xmlns:a="http://schemas.openxmlformats.org/drawingml/2006/main">
              <a:ext uri="{FF2B5EF4-FFF2-40B4-BE49-F238E27FC236}">
                <a16:creationId xmlns:a16="http://schemas.microsoft.com/office/drawing/2014/main" id="{D7B5CD21-4DD7-F936-8109-65AA2FAAABD3}"/>
              </a:ext>
            </a:extLst>
          </p:cNvPr>
          <p:cNvSpPr>
            <a:spLocks xmlns:a="http://schemas.openxmlformats.org/drawingml/2006/main" noGrp="1"/>
          </p:cNvSpPr>
          <p:nvPr>
            <p:ph type="pic" idx="26" hasCustomPrompt="1"/>
          </p:nvPr>
        </p:nvSpPr>
        <p:spPr>
          <a:xfrm xmlns:a="http://schemas.openxmlformats.org/drawingml/2006/main">
            <a:off x="761999" y="1895271"/>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19" name="Column 1 Header">
            <a:extLst xmlns:a="http://schemas.openxmlformats.org/drawingml/2006/main">
              <a:ext uri="{FF2B5EF4-FFF2-40B4-BE49-F238E27FC236}">
                <a16:creationId xmlns:a16="http://schemas.microsoft.com/office/drawing/2014/main" id="{10EEDB7A-9A85-DC86-94E9-0E2F22B43885}"/>
              </a:ext>
            </a:extLst>
          </p:cNvPr>
          <p:cNvSpPr>
            <a:spLocks xmlns:a="http://schemas.openxmlformats.org/drawingml/2006/main" noGrp="1"/>
          </p:cNvSpPr>
          <p:nvPr>
            <p:ph type="body" idx="25" hasCustomPrompt="1"/>
          </p:nvPr>
        </p:nvSpPr>
        <p:spPr>
          <a:xfrm xmlns:a="http://schemas.openxmlformats.org/drawingml/2006/main">
            <a:off x="76199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a:buNone/>
            </a:pPr>
            <a:r>
              <a:t>Subhead goes here</a:t>
            </a:r>
          </a:p>
        </p:txBody>
      </p:sp>
      <p:sp>
        <p:nvSpPr>
          <p:cNvPr id="21" name="Column 1 body">
            <a:extLst xmlns:a="http://schemas.openxmlformats.org/drawingml/2006/main">
              <a:ext uri="{FF2B5EF4-FFF2-40B4-BE49-F238E27FC236}">
                <a16:creationId xmlns:a16="http://schemas.microsoft.com/office/drawing/2014/main" id="{02016CD8-41CD-C86E-0617-6004BF4F7960}"/>
              </a:ext>
            </a:extLst>
          </p:cNvPr>
          <p:cNvSpPr>
            <a:spLocks xmlns:a="http://schemas.openxmlformats.org/drawingml/2006/main" noGrp="1"/>
          </p:cNvSpPr>
          <p:nvPr>
            <p:ph type="body" idx="24" hasCustomPrompt="1"/>
          </p:nvPr>
        </p:nvSpPr>
        <p:spPr>
          <a:xfrm xmlns:a="http://schemas.openxmlformats.org/drawingml/2006/main">
            <a:off x="76199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a:buNone/>
            </a:pPr>
            <a:r>
              <a:t>Lorem ipsum </a:t>
            </a:r>
            <a:r>
              <a:t>dolor</a:t>
            </a:r>
            <a:r>
              <a:t> sit </a:t>
            </a:r>
            <a:r>
              <a:t>amet</a:t>
            </a:r>
            <a:r>
              <a:t>, </a:t>
            </a:r>
            <a:r>
              <a:t>consectetur</a:t>
            </a:r>
            <a:r>
              <a:t> </a:t>
            </a:r>
            <a:r>
              <a:t>adipiscing</a:t>
            </a:r>
            <a:r>
              <a:t> </a:t>
            </a:r>
            <a:r>
              <a:t>elit</a:t>
            </a:r>
          </a:p>
        </p:txBody>
      </p:sp>
      <p:sp>
        <p:nvSpPr>
          <p:cNvPr id="22" name="Divider 1">
            <a:extLst xmlns:a="http://schemas.openxmlformats.org/drawingml/2006/main">
              <a:ext uri="{FF2B5EF4-FFF2-40B4-BE49-F238E27FC236}">
                <a16:creationId xmlns:a16="http://schemas.microsoft.com/office/drawing/2014/main" id="{A717B6E3-3465-4202-B478-5C7F81D118DB}"/>
              </a:ext>
            </a:extLst>
          </p:cNvPr>
          <p:cNvSpPr>
            <a:spLocks xmlns:a="http://schemas.openxmlformats.org/drawingml/2006/main" noGrp="1"/>
          </p:cNvSpPr>
          <p:nvPr/>
        </p:nvSpPr>
        <p:spPr>
          <a:xfrm xmlns:a="http://schemas.openxmlformats.org/drawingml/2006/main">
            <a:off x="3215680"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3" name="Icon 2">
            <a:extLst xmlns:a="http://schemas.openxmlformats.org/drawingml/2006/main">
              <a:ext uri="{FF2B5EF4-FFF2-40B4-BE49-F238E27FC236}">
                <a16:creationId xmlns:a16="http://schemas.microsoft.com/office/drawing/2014/main" id="{7A362649-C49E-B2E0-1EBB-6B4205DADC7B}"/>
              </a:ext>
            </a:extLst>
          </p:cNvPr>
          <p:cNvSpPr>
            <a:spLocks xmlns:a="http://schemas.openxmlformats.org/drawingml/2006/main" noGrp="1"/>
          </p:cNvSpPr>
          <p:nvPr>
            <p:ph type="pic" idx="42" hasCustomPrompt="1"/>
          </p:nvPr>
        </p:nvSpPr>
        <p:spPr>
          <a:xfrm xmlns:a="http://schemas.openxmlformats.org/drawingml/2006/main">
            <a:off x="3558551" y="1903856"/>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26" name="Column 2 header">
            <a:extLst xmlns:a="http://schemas.openxmlformats.org/drawingml/2006/main">
              <a:ext uri="{FF2B5EF4-FFF2-40B4-BE49-F238E27FC236}">
                <a16:creationId xmlns:a16="http://schemas.microsoft.com/office/drawing/2014/main" id="{11DD71F6-9080-E444-6D28-1CA7EAA2CCF5}"/>
              </a:ext>
            </a:extLst>
          </p:cNvPr>
          <p:cNvSpPr>
            <a:spLocks xmlns:a="http://schemas.openxmlformats.org/drawingml/2006/main" noGrp="1"/>
          </p:cNvSpPr>
          <p:nvPr>
            <p:ph type="body" idx="43" hasCustomPrompt="1"/>
          </p:nvPr>
        </p:nvSpPr>
        <p:spPr>
          <a:xfrm xmlns:a="http://schemas.openxmlformats.org/drawingml/2006/main">
            <a:off x="355599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a:buNone/>
            </a:pPr>
            <a:r>
              <a:t>Subhead goes here</a:t>
            </a:r>
          </a:p>
        </p:txBody>
      </p:sp>
      <p:sp>
        <p:nvSpPr>
          <p:cNvPr id="27" name="Column 2 body">
            <a:extLst xmlns:a="http://schemas.openxmlformats.org/drawingml/2006/main">
              <a:ext uri="{FF2B5EF4-FFF2-40B4-BE49-F238E27FC236}">
                <a16:creationId xmlns:a16="http://schemas.microsoft.com/office/drawing/2014/main" id="{8C5083C1-91B0-590A-D3D4-4F47F054BC41}"/>
              </a:ext>
            </a:extLst>
          </p:cNvPr>
          <p:cNvSpPr>
            <a:spLocks xmlns:a="http://schemas.openxmlformats.org/drawingml/2006/main" noGrp="1"/>
          </p:cNvSpPr>
          <p:nvPr>
            <p:ph type="body" idx="44" hasCustomPrompt="1"/>
          </p:nvPr>
        </p:nvSpPr>
        <p:spPr>
          <a:xfrm xmlns:a="http://schemas.openxmlformats.org/drawingml/2006/main">
            <a:off x="355599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a:buNone/>
            </a:pPr>
            <a:r>
              <a:t>Lorem ipsum </a:t>
            </a:r>
            <a:r>
              <a:t>dolor</a:t>
            </a:r>
            <a:r>
              <a:t> sit </a:t>
            </a:r>
            <a:r>
              <a:t>amet</a:t>
            </a:r>
            <a:r>
              <a:t>, </a:t>
            </a:r>
            <a:r>
              <a:t>consectetur</a:t>
            </a:r>
            <a:r>
              <a:t> </a:t>
            </a:r>
            <a:r>
              <a:t>adipiscing</a:t>
            </a:r>
            <a:r>
              <a:t> </a:t>
            </a:r>
            <a:r>
              <a:t>elit</a:t>
            </a:r>
          </a:p>
        </p:txBody>
      </p:sp>
      <p:sp>
        <p:nvSpPr>
          <p:cNvPr id="28" name="Divider 2">
            <a:extLst xmlns:a="http://schemas.openxmlformats.org/drawingml/2006/main">
              <a:ext uri="{FF2B5EF4-FFF2-40B4-BE49-F238E27FC236}">
                <a16:creationId xmlns:a16="http://schemas.microsoft.com/office/drawing/2014/main" id="{B51832DF-B68B-4532-A932-F4B912690EE5}"/>
              </a:ext>
            </a:extLst>
          </p:cNvPr>
          <p:cNvSpPr>
            <a:spLocks xmlns:a="http://schemas.openxmlformats.org/drawingml/2006/main" noGrp="1"/>
          </p:cNvSpPr>
          <p:nvPr/>
        </p:nvSpPr>
        <p:spPr>
          <a:xfrm xmlns:a="http://schemas.openxmlformats.org/drawingml/2006/main">
            <a:off x="6059996"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9" name="Icon 3">
            <a:extLst xmlns:a="http://schemas.openxmlformats.org/drawingml/2006/main">
              <a:ext uri="{FF2B5EF4-FFF2-40B4-BE49-F238E27FC236}">
                <a16:creationId xmlns:a16="http://schemas.microsoft.com/office/drawing/2014/main" id="{7EE9209C-55AF-784B-DB4D-42B6F5641729}"/>
              </a:ext>
            </a:extLst>
          </p:cNvPr>
          <p:cNvSpPr>
            <a:spLocks xmlns:a="http://schemas.openxmlformats.org/drawingml/2006/main" noGrp="1"/>
          </p:cNvSpPr>
          <p:nvPr>
            <p:ph type="pic" idx="45" hasCustomPrompt="1"/>
          </p:nvPr>
        </p:nvSpPr>
        <p:spPr>
          <a:xfrm xmlns:a="http://schemas.openxmlformats.org/drawingml/2006/main">
            <a:off x="6397301" y="1909175"/>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30" name="Column 3 header">
            <a:extLst xmlns:a="http://schemas.openxmlformats.org/drawingml/2006/main">
              <a:ext uri="{FF2B5EF4-FFF2-40B4-BE49-F238E27FC236}">
                <a16:creationId xmlns:a16="http://schemas.microsoft.com/office/drawing/2014/main" id="{CC2AE930-51E3-48D8-9C76-AD88C016BFFF}"/>
              </a:ext>
            </a:extLst>
          </p:cNvPr>
          <p:cNvSpPr>
            <a:spLocks xmlns:a="http://schemas.openxmlformats.org/drawingml/2006/main" noGrp="1"/>
          </p:cNvSpPr>
          <p:nvPr>
            <p:ph type="body" idx="46" hasCustomPrompt="1"/>
          </p:nvPr>
        </p:nvSpPr>
        <p:spPr>
          <a:xfrm xmlns:a="http://schemas.openxmlformats.org/drawingml/2006/main">
            <a:off x="640079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a:buNone/>
            </a:pPr>
            <a:r>
              <a:t>Subhead goes here</a:t>
            </a:r>
          </a:p>
        </p:txBody>
      </p:sp>
      <p:sp>
        <p:nvSpPr>
          <p:cNvPr id="31" name="Column 3 body">
            <a:extLst xmlns:a="http://schemas.openxmlformats.org/drawingml/2006/main">
              <a:ext uri="{FF2B5EF4-FFF2-40B4-BE49-F238E27FC236}">
                <a16:creationId xmlns:a16="http://schemas.microsoft.com/office/drawing/2014/main" id="{625601CC-C6AD-511C-CE3E-73A412076FBC}"/>
              </a:ext>
            </a:extLst>
          </p:cNvPr>
          <p:cNvSpPr>
            <a:spLocks xmlns:a="http://schemas.openxmlformats.org/drawingml/2006/main" noGrp="1"/>
          </p:cNvSpPr>
          <p:nvPr>
            <p:ph type="body" idx="47" hasCustomPrompt="1"/>
          </p:nvPr>
        </p:nvSpPr>
        <p:spPr>
          <a:xfrm xmlns:a="http://schemas.openxmlformats.org/drawingml/2006/main">
            <a:off x="640079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a:buNone/>
            </a:pPr>
            <a:r>
              <a:t>Lorem ipsum </a:t>
            </a:r>
            <a:r>
              <a:t>dolor</a:t>
            </a:r>
            <a:r>
              <a:t> sit </a:t>
            </a:r>
            <a:r>
              <a:t>amet</a:t>
            </a:r>
            <a:r>
              <a:t>, </a:t>
            </a:r>
            <a:r>
              <a:t>consectetur</a:t>
            </a:r>
            <a:r>
              <a:t> </a:t>
            </a:r>
            <a:r>
              <a:t>adipiscing</a:t>
            </a:r>
            <a:r>
              <a:t> </a:t>
            </a:r>
            <a:r>
              <a:t>elit</a:t>
            </a:r>
          </a:p>
        </p:txBody>
      </p:sp>
      <p:sp>
        <p:nvSpPr>
          <p:cNvPr id="32" name="Divider 3">
            <a:extLst xmlns:a="http://schemas.openxmlformats.org/drawingml/2006/main">
              <a:ext uri="{FF2B5EF4-FFF2-40B4-BE49-F238E27FC236}">
                <a16:creationId xmlns:a16="http://schemas.microsoft.com/office/drawing/2014/main" id="{C41884B1-49C4-46A6-8D59-341D48BB292C}"/>
              </a:ext>
            </a:extLst>
          </p:cNvPr>
          <p:cNvSpPr>
            <a:spLocks xmlns:a="http://schemas.openxmlformats.org/drawingml/2006/main" noGrp="1"/>
          </p:cNvSpPr>
          <p:nvPr/>
        </p:nvSpPr>
        <p:spPr>
          <a:xfrm xmlns:a="http://schemas.openxmlformats.org/drawingml/2006/main">
            <a:off x="8904312"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3" name="Icon 4">
            <a:extLst xmlns:a="http://schemas.openxmlformats.org/drawingml/2006/main">
              <a:ext uri="{FF2B5EF4-FFF2-40B4-BE49-F238E27FC236}">
                <a16:creationId xmlns:a16="http://schemas.microsoft.com/office/drawing/2014/main" id="{1D5109BD-DD12-1F75-C31F-D6C059B1A8E2}"/>
              </a:ext>
            </a:extLst>
          </p:cNvPr>
          <p:cNvSpPr>
            <a:spLocks xmlns:a="http://schemas.openxmlformats.org/drawingml/2006/main" noGrp="1"/>
          </p:cNvSpPr>
          <p:nvPr>
            <p:ph type="pic" idx="48" hasCustomPrompt="1"/>
          </p:nvPr>
        </p:nvSpPr>
        <p:spPr>
          <a:xfrm xmlns:a="http://schemas.openxmlformats.org/drawingml/2006/main">
            <a:off x="9235439" y="1895271"/>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34" name="Column 4 header">
            <a:extLst xmlns:a="http://schemas.openxmlformats.org/drawingml/2006/main">
              <a:ext uri="{FF2B5EF4-FFF2-40B4-BE49-F238E27FC236}">
                <a16:creationId xmlns:a16="http://schemas.microsoft.com/office/drawing/2014/main" id="{E473564E-FA78-F033-3F28-5FD25256A1FE}"/>
              </a:ext>
            </a:extLst>
          </p:cNvPr>
          <p:cNvSpPr>
            <a:spLocks xmlns:a="http://schemas.openxmlformats.org/drawingml/2006/main" noGrp="1"/>
          </p:cNvSpPr>
          <p:nvPr>
            <p:ph type="body" idx="49" hasCustomPrompt="1"/>
          </p:nvPr>
        </p:nvSpPr>
        <p:spPr>
          <a:xfrm xmlns:a="http://schemas.openxmlformats.org/drawingml/2006/main">
            <a:off x="923543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a:buNone/>
            </a:pPr>
            <a:r>
              <a:t>Subhead goes here</a:t>
            </a:r>
          </a:p>
        </p:txBody>
      </p:sp>
      <p:sp>
        <p:nvSpPr>
          <p:cNvPr id="35" name="Column 4 body">
            <a:extLst xmlns:a="http://schemas.openxmlformats.org/drawingml/2006/main">
              <a:ext uri="{FF2B5EF4-FFF2-40B4-BE49-F238E27FC236}">
                <a16:creationId xmlns:a16="http://schemas.microsoft.com/office/drawing/2014/main" id="{BDE27B49-6B98-F470-0364-79D3D53A8652}"/>
              </a:ext>
            </a:extLst>
          </p:cNvPr>
          <p:cNvSpPr>
            <a:spLocks xmlns:a="http://schemas.openxmlformats.org/drawingml/2006/main" noGrp="1"/>
          </p:cNvSpPr>
          <p:nvPr>
            <p:ph type="body" idx="50" hasCustomPrompt="1"/>
          </p:nvPr>
        </p:nvSpPr>
        <p:spPr>
          <a:xfrm xmlns:a="http://schemas.openxmlformats.org/drawingml/2006/main">
            <a:off x="923543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a:buNone/>
            </a:pPr>
            <a:r>
              <a:t>Lorem ipsum </a:t>
            </a:r>
            <a:r>
              <a:t>dolor</a:t>
            </a:r>
            <a:r>
              <a:t> sit </a:t>
            </a:r>
            <a:r>
              <a:t>amet</a:t>
            </a:r>
            <a:r>
              <a:t>, </a:t>
            </a:r>
            <a:r>
              <a:t>consectetur</a:t>
            </a:r>
            <a:r>
              <a:t> </a:t>
            </a:r>
            <a:r>
              <a:t>adipiscing</a:t>
            </a:r>
            <a:r>
              <a:t> </a:t>
            </a:r>
            <a:r>
              <a:t>elit</a:t>
            </a:r>
          </a:p>
        </p:txBody>
      </p:sp>
      <p:sp>
        <p:nvSpPr>
          <p:cNvPr id="5" name="Date Placeholder 4">
            <a:extLst xmlns:a="http://schemas.openxmlformats.org/drawingml/2006/main">
              <a:ext uri="{FF2B5EF4-FFF2-40B4-BE49-F238E27FC236}">
                <a16:creationId xmlns:a16="http://schemas.microsoft.com/office/drawing/2014/main" id="{28EF21DE-CB29-8C2B-EAAD-1B2015C22860}"/>
              </a:ext>
            </a:extLst>
          </p:cNvPr>
          <p:cNvSpPr>
            <a:spLocks xmlns:a="http://schemas.openxmlformats.org/drawingml/2006/main" noGrp="1"/>
          </p:cNvSpPr>
          <p:nvPr>
            <p:ph type="dt" idx="51"/>
          </p:nvPr>
        </p:nvSpPr>
        <p:spPr/>
        <p:txBody>
          <a:bodyPr xmlns:a="http://schemas.openxmlformats.org/drawingml/2006/main"/>
          <a:lstStyle xmlns:a="http://schemas.openxmlformats.org/drawingml/2006/main"/>
          <a:p xmlns:a="http://schemas.openxmlformats.org/drawingml/2006/main">
            <a:r>
              <a:t>[Date]</a:t>
            </a:r>
          </a:p>
        </p:txBody>
      </p:sp>
      <p:sp>
        <p:nvSpPr>
          <p:cNvPr id="7" name="Footer Placeholder 6">
            <a:extLst xmlns:a="http://schemas.openxmlformats.org/drawingml/2006/main">
              <a:ext uri="{FF2B5EF4-FFF2-40B4-BE49-F238E27FC236}">
                <a16:creationId xmlns:a16="http://schemas.microsoft.com/office/drawing/2014/main" id="{C8EF4494-1E3B-DAB6-3CF2-C94C5E174823}"/>
              </a:ext>
            </a:extLst>
          </p:cNvPr>
          <p:cNvSpPr>
            <a:spLocks xmlns:a="http://schemas.openxmlformats.org/drawingml/2006/main" noGrp="1"/>
          </p:cNvSpPr>
          <p:nvPr>
            <p:ph type="ftr" idx="52"/>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8" name="Slide Number Placeholder 7">
            <a:extLst xmlns:a="http://schemas.openxmlformats.org/drawingml/2006/main">
              <a:ext uri="{FF2B5EF4-FFF2-40B4-BE49-F238E27FC236}">
                <a16:creationId xmlns:a16="http://schemas.microsoft.com/office/drawing/2014/main" id="{93CBF38A-7902-B108-066C-AF22413DD4F6}"/>
              </a:ext>
            </a:extLst>
          </p:cNvPr>
          <p:cNvSpPr>
            <a:spLocks xmlns:a="http://schemas.openxmlformats.org/drawingml/2006/main" noGrp="1"/>
          </p:cNvSpPr>
          <p:nvPr>
            <p:ph type="sldNum" idx="53"/>
          </p:nvPr>
        </p:nvSpPr>
        <p:spPr/>
        <p:txBody>
          <a:bodyPr xmlns:a="http://schemas.openxmlformats.org/drawingml/2006/main"/>
          <a:lstStyle xmlns:a="http://schemas.openxmlformats.org/drawingml/2006/main"/>
          <a:p xmlns:a="http://schemas.openxmlformats.org/drawingml/2006/main">
            <a:fld id="{345D60D9-5372-5F40-9443-0F9AE5BDC3C8}" type="slidenum">
              <a:t>‹#›</a:t>
            </a:fld>
          </a:p>
        </p:txBody>
      </p:sp>
    </p:spTree>
  </p:cSld>
</p:sldLayout>
</file>

<file path=ppt/slideLayouts/slideLayout87.xml><?xml version="1.0" encoding="utf-8"?>
<p:sldLayout xmlns:p="http://schemas.openxmlformats.org/presentationml/2006/main" preserve="1" userDrawn="1">
  <p:cSld name="Dark - Blank">
    <p:bg>
      <p:bgRef idx="1001">
        <a:schemeClr xmlns:a="http://schemas.openxmlformats.org/drawingml/2006/main" val="bg2"/>
      </p:bgRef>
    </p:bg>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EF1BB944-DF5D-C2A8-1520-CD298FC1A65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[Date]</a:t>
            </a:r>
          </a:p>
        </p:txBody>
      </p:sp>
      <p:sp>
        <p:nvSpPr>
          <p:cNvPr id="6" name="Footer Placeholder 5">
            <a:extLst xmlns:a="http://schemas.openxmlformats.org/drawingml/2006/main">
              <a:ext uri="{FF2B5EF4-FFF2-40B4-BE49-F238E27FC236}">
                <a16:creationId xmlns:a16="http://schemas.microsoft.com/office/drawing/2014/main" id="{531F8B96-16F8-F77E-9ED1-480F8881035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7" name="Slide Number Placeholder 6">
            <a:extLst xmlns:a="http://schemas.openxmlformats.org/drawingml/2006/main">
              <a:ext uri="{FF2B5EF4-FFF2-40B4-BE49-F238E27FC236}">
                <a16:creationId xmlns:a16="http://schemas.microsoft.com/office/drawing/2014/main" id="{E605D2A2-0476-4A69-7D8D-ED9E43EC162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345D60D9-5372-5F40-9443-0F9AE5BDC3C8}" type="slidenum">
              <a:t>‹#›</a:t>
            </a:fld>
          </a:p>
        </p:txBody>
      </p:sp>
    </p:spTree>
  </p:cSld>
</p:sldLayout>
</file>

<file path=ppt/slideLayouts/slideLayout88.xml><?xml version="1.0" encoding="utf-8"?>
<p:sldLayout xmlns:p="http://schemas.openxmlformats.org/presentationml/2006/main" preserve="1" userDrawn="1">
  <p:cSld name="Light - Blank">
    <p:bg>
      <p:bgRef idx="1001">
        <a:schemeClr xmlns:a="http://schemas.openxmlformats.org/drawingml/2006/main" val="bg2"/>
      </p:bgRef>
    </p:bg>
    <p:spTree>
      <p:nvGrpSpPr>
        <p:cNvPr id="1" name=""/>
        <p:cNvGrpSpPr/>
        <p:nvPr/>
      </p:nvGrpSpPr>
      <p:grpSpPr>
        <a:xfrm xmlns:a="http://schemas.openxmlformats.org/drawingml/2006/main"/>
      </p:grpSpPr>
      <p:sp>
        <p:nvSpPr>
          <p:cNvPr id="8" name="Date Placeholder 7">
            <a:extLst xmlns:a="http://schemas.openxmlformats.org/drawingml/2006/main">
              <a:ext uri="{FF2B5EF4-FFF2-40B4-BE49-F238E27FC236}">
                <a16:creationId xmlns:a16="http://schemas.microsoft.com/office/drawing/2014/main" id="{D69C2D63-8B76-8C5E-04C4-5095B77ED99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[Date]</a:t>
            </a:r>
          </a:p>
        </p:txBody>
      </p:sp>
      <p:sp>
        <p:nvSpPr>
          <p:cNvPr id="9" name="Footer Placeholder 8">
            <a:extLst xmlns:a="http://schemas.openxmlformats.org/drawingml/2006/main">
              <a:ext uri="{FF2B5EF4-FFF2-40B4-BE49-F238E27FC236}">
                <a16:creationId xmlns:a16="http://schemas.microsoft.com/office/drawing/2014/main" id="{B29095CA-A22E-945B-626D-3E91B4688E9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10" name="Slide Number Placeholder 9">
            <a:extLst xmlns:a="http://schemas.openxmlformats.org/drawingml/2006/main">
              <a:ext uri="{FF2B5EF4-FFF2-40B4-BE49-F238E27FC236}">
                <a16:creationId xmlns:a16="http://schemas.microsoft.com/office/drawing/2014/main" id="{DF313FC2-57B7-37B5-5DA7-1A4A07AF4A2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345D60D9-5372-5F40-9443-0F9AE5BDC3C8}" type="slidenum">
              <a:t>‹#›</a:t>
            </a:fld>
          </a:p>
        </p:txBody>
      </p:sp>
    </p:spTree>
  </p:cSld>
</p:sldLayout>
</file>

<file path=ppt/slideLayouts/slideLayout89.xml><?xml version="1.0" encoding="utf-8"?>
<p:sldLayout xmlns:p="http://schemas.openxmlformats.org/presentationml/2006/main" preserve="1" userDrawn="1">
  <p:cSld name="Dark - Split content with line">
    <p:bg>
      <p:bgRef idx="1001">
        <a:schemeClr xmlns:a="http://schemas.openxmlformats.org/drawingml/2006/main" val="bg2"/>
      </p:bgRef>
    </p:bg>
    <p:spTree>
      <p:nvGrpSpPr>
        <p:cNvPr id="1" name=""/>
        <p:cNvGrpSpPr/>
        <p:nvPr/>
      </p:nvGrpSpPr>
      <p:grpSpPr>
        <a:xfrm xmlns:a="http://schemas.openxmlformats.org/drawingml/2006/main"/>
      </p:grpSpPr>
      <p:sp>
        <p:nvSpPr>
          <p:cNvPr id="3" name="Title 12">
            <a:extLst xmlns:a="http://schemas.openxmlformats.org/drawingml/2006/main">
              <a:ext uri="{FF2B5EF4-FFF2-40B4-BE49-F238E27FC236}">
                <a16:creationId xmlns:a16="http://schemas.microsoft.com/office/drawing/2014/main" id="{6B0DF820-DA27-4A53-F431-314E40C10345}"/>
              </a:ext>
            </a:extLst>
          </p:cNvPr>
          <p:cNvSpPr>
            <a:spLocks xmlns:a="http://schemas.openxmlformats.org/drawingml/2006/main" noGrp="1"/>
          </p:cNvSpPr>
          <p:nvPr>
            <p:ph type="title" idx="0" hasCustomPrompt="1"/>
          </p:nvPr>
        </p:nvSpPr>
        <p:spPr>
          <a:xfrm xmlns:a="http://schemas.openxmlformats.org/drawingml/2006/main">
            <a:off x="768875" y="3017520"/>
            <a:ext cx="3132585" cy="822960"/>
          </a:xfrm>
        </p:spPr>
        <p:txBody>
          <a:bodyPr xmlns:a="http://schemas.openxmlformats.org/drawingml/2006/main" anchor="ctr"/>
          <a:lstStyle xmlns:a="http://schemas.openxmlformats.org/drawingml/2006/main">
            <a:lvl1pPr>
              <a:lnSpc>
                <a:spcPct val="100000"/>
              </a:lnSpc>
              <a:buNone/>
              <a:defRPr sz="3200" b="1" i="0">
                <a:latin typeface="Oracle Sans Tab"/>
                <a:ea typeface="Oracle Sans Tab"/>
                <a:cs typeface="Oracle Sans Tab"/>
              </a:defRPr>
            </a:lvl1pPr>
          </a:lstStyle>
          <a:p xmlns:a="http://schemas.openxmlformats.org/drawingml/2006/main">
            <a:r>
              <a:t>Title</a:t>
            </a:r>
          </a:p>
        </p:txBody>
      </p:sp>
      <p:sp>
        <p:nvSpPr>
          <p:cNvPr id="5" name="Subtitle">
            <a:extLst xmlns:a="http://schemas.openxmlformats.org/drawingml/2006/main">
              <a:ext uri="{FF2B5EF4-FFF2-40B4-BE49-F238E27FC236}">
                <a16:creationId xmlns:a16="http://schemas.microsoft.com/office/drawing/2014/main" id="{72D292EF-93B3-0F2E-7BED-9B5FDD1F1B94}"/>
              </a:ext>
            </a:extLst>
          </p:cNvPr>
          <p:cNvSpPr>
            <a:spLocks xmlns:a="http://schemas.openxmlformats.org/drawingml/2006/main" noGrp="1"/>
          </p:cNvSpPr>
          <p:nvPr>
            <p:ph type="body" idx="11" hasCustomPrompt="1"/>
          </p:nvPr>
        </p:nvSpPr>
        <p:spPr>
          <a:xfrm xmlns:a="http://schemas.openxmlformats.org/drawingml/2006/main">
            <a:off x="4708865" y="2630927"/>
            <a:ext cx="6728946" cy="1596145"/>
          </a:xfrm>
          <a:prstGeom xmlns:a="http://schemas.openxmlformats.org/drawingml/2006/main" prst="rect">
            <a:avLst/>
          </a:prstGeom>
        </p:spPr>
        <p:txBody>
          <a:bodyPr xmlns:a="http://schemas.openxmlformats.org/drawingml/2006/main" lIns="0" anchor="ctr">
            <a:noAutofit/>
          </a:bodyPr>
          <a:lstStyle xmlns:a="http://schemas.openxmlformats.org/drawingml/2006/main">
            <a:lvl1pPr marL="0" indent="0">
              <a:lnSpc>
                <a:spcPct val="100000"/>
              </a:lnSpc>
              <a:spcAft>
                <a:spcPts val="0"/>
              </a:spcAft>
              <a:buNone/>
              <a:defRPr sz="2400" b="0" i="0">
                <a:latin typeface="Oracle Sans Tab"/>
                <a:ea typeface="Oracle Sans Tab"/>
                <a:cs typeface="Oracle Sans Tab"/>
              </a:defRPr>
            </a:lvl1pPr>
          </a:lstStyle>
          <a:p xmlns:a="http://schemas.openxmlformats.org/drawingml/2006/main">
            <a:pPr>
              <a:buNone/>
            </a:pPr>
            <a:r>
              <a:t>Subtitle</a:t>
            </a:r>
          </a:p>
        </p:txBody>
      </p:sp>
      <p:sp>
        <p:nvSpPr>
          <p:cNvPr id="9" name="Straight Connector 8">
            <a:extLst xmlns:a="http://schemas.openxmlformats.org/drawingml/2006/main">
              <a:ext uri="{FF2B5EF4-FFF2-40B4-BE49-F238E27FC236}">
                <a16:creationId xmlns:a16="http://schemas.microsoft.com/office/drawing/2014/main" id="{7EAC1802-B1B3-4188-8A5E-51A89FE7E24D}"/>
              </a:ext>
            </a:extLst>
          </p:cNvPr>
          <p:cNvSpPr>
            <a:spLocks xmlns:a="http://schemas.openxmlformats.org/drawingml/2006/main" noGrp="1"/>
          </p:cNvSpPr>
          <p:nvPr/>
        </p:nvSpPr>
        <p:spPr>
          <a:xfrm xmlns:a="http://schemas.openxmlformats.org/drawingml/2006/main">
            <a:off x="4076567" y="1600210"/>
            <a:ext cx="0" cy="3657580"/>
          </a:xfrm>
          <a:prstGeom xmlns:a="http://schemas.openxmlformats.org/drawingml/2006/main" prst="line">
            <a:avLst/>
          </a:prstGeom>
          <a:ln xmlns:a="http://schemas.openxmlformats.org/drawingml/2006/main" w="12700">
            <a:solidFill>
              <a:srgbClr val="8B8580"/>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 name="Date Placeholder 3">
            <a:extLst xmlns:a="http://schemas.openxmlformats.org/drawingml/2006/main">
              <a:ext uri="{FF2B5EF4-FFF2-40B4-BE49-F238E27FC236}">
                <a16:creationId xmlns:a16="http://schemas.microsoft.com/office/drawing/2014/main" id="{42EA9C13-5D0F-4DC2-1D2E-CA43604F9020}"/>
              </a:ext>
            </a:extLst>
          </p:cNvPr>
          <p:cNvSpPr>
            <a:spLocks xmlns:a="http://schemas.openxmlformats.org/drawingml/2006/main" noGrp="1"/>
          </p:cNvSpPr>
          <p:nvPr>
            <p:ph type="dt" idx="12"/>
          </p:nvPr>
        </p:nvSpPr>
        <p:spPr/>
        <p:txBody>
          <a:bodyPr xmlns:a="http://schemas.openxmlformats.org/drawingml/2006/main"/>
          <a:lstStyle xmlns:a="http://schemas.openxmlformats.org/drawingml/2006/main"/>
          <a:p xmlns:a="http://schemas.openxmlformats.org/drawingml/2006/main">
            <a:r>
              <a:t>[Date]</a:t>
            </a:r>
          </a:p>
        </p:txBody>
      </p:sp>
      <p:sp>
        <p:nvSpPr>
          <p:cNvPr id="8" name="Footer Placeholder 7">
            <a:extLst xmlns:a="http://schemas.openxmlformats.org/drawingml/2006/main">
              <a:ext uri="{FF2B5EF4-FFF2-40B4-BE49-F238E27FC236}">
                <a16:creationId xmlns:a16="http://schemas.microsoft.com/office/drawing/2014/main" id="{CE04F2EE-785B-7706-BD3B-03704C48F8F1}"/>
              </a:ext>
            </a:extLst>
          </p:cNvPr>
          <p:cNvSpPr>
            <a:spLocks xmlns:a="http://schemas.openxmlformats.org/drawingml/2006/main" noGrp="1"/>
          </p:cNvSpPr>
          <p:nvPr>
            <p:ph type="ftr" idx="13"/>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10" name="Slide Number Placeholder 9">
            <a:extLst xmlns:a="http://schemas.openxmlformats.org/drawingml/2006/main">
              <a:ext uri="{FF2B5EF4-FFF2-40B4-BE49-F238E27FC236}">
                <a16:creationId xmlns:a16="http://schemas.microsoft.com/office/drawing/2014/main" id="{C02053F7-3C90-7631-D1FF-B94A813D6D1E}"/>
              </a:ext>
            </a:extLst>
          </p:cNvPr>
          <p:cNvSpPr>
            <a:spLocks xmlns:a="http://schemas.openxmlformats.org/drawingml/2006/main" noGrp="1"/>
          </p:cNvSpPr>
          <p:nvPr>
            <p:ph type="sldNum" idx="14"/>
          </p:nvPr>
        </p:nvSpPr>
        <p:spPr/>
        <p:txBody>
          <a:bodyPr xmlns:a="http://schemas.openxmlformats.org/drawingml/2006/main"/>
          <a:lstStyle xmlns:a="http://schemas.openxmlformats.org/drawingml/2006/main"/>
          <a:p xmlns:a="http://schemas.openxmlformats.org/drawingml/2006/main">
            <a:fld id="{345D60D9-5372-5F40-9443-0F9AE5BDC3C8}" type="slidenum">
              <a:t>‹#›</a:t>
            </a:fld>
          </a:p>
        </p:txBody>
      </p:sp>
    </p:spTree>
  </p:cSld>
</p:sldLayout>
</file>

<file path=ppt/slideLayouts/slideLayout90.xml><?xml version="1.0" encoding="utf-8"?>
<p:sldLayout xmlns:p="http://schemas.openxmlformats.org/presentationml/2006/main" preserve="1" userDrawn="1">
  <p:cSld name="Light - Split content with line">
    <p:bg>
      <p:bgRef idx="1001">
        <a:schemeClr xmlns:a="http://schemas.openxmlformats.org/drawingml/2006/main" val="bg2"/>
      </p:bgRef>
    </p:bg>
    <p:spTree>
      <p:nvGrpSpPr>
        <p:cNvPr id="1" name=""/>
        <p:cNvGrpSpPr/>
        <p:nvPr/>
      </p:nvGrpSpPr>
      <p:grpSpPr>
        <a:xfrm xmlns:a="http://schemas.openxmlformats.org/drawingml/2006/main"/>
      </p:grpSpPr>
      <p:sp>
        <p:nvSpPr>
          <p:cNvPr id="9" name="Title 12">
            <a:extLst xmlns:a="http://schemas.openxmlformats.org/drawingml/2006/main">
              <a:ext uri="{FF2B5EF4-FFF2-40B4-BE49-F238E27FC236}">
                <a16:creationId xmlns:a16="http://schemas.microsoft.com/office/drawing/2014/main" id="{C2D0AE67-1167-2B52-146F-5E0AA0D86441}"/>
              </a:ext>
            </a:extLst>
          </p:cNvPr>
          <p:cNvSpPr>
            <a:spLocks xmlns:a="http://schemas.openxmlformats.org/drawingml/2006/main" noGrp="1"/>
          </p:cNvSpPr>
          <p:nvPr>
            <p:ph type="title" idx="0" hasCustomPrompt="1"/>
          </p:nvPr>
        </p:nvSpPr>
        <p:spPr>
          <a:xfrm xmlns:a="http://schemas.openxmlformats.org/drawingml/2006/main">
            <a:off x="768875" y="3017520"/>
            <a:ext cx="3132585" cy="822960"/>
          </a:xfrm>
        </p:spPr>
        <p:txBody>
          <a:bodyPr xmlns:a="http://schemas.openxmlformats.org/drawingml/2006/main" anchor="ctr"/>
          <a:lstStyle xmlns:a="http://schemas.openxmlformats.org/drawingml/2006/main">
            <a:lvl1pPr>
              <a:lnSpc>
                <a:spcPct val="100000"/>
              </a:lnSpc>
              <a:buNone/>
              <a:defRPr sz="3200" b="1" i="0">
                <a:latin typeface="Oracle Sans Tab"/>
                <a:ea typeface="Oracle Sans Tab"/>
                <a:cs typeface="Oracle Sans Tab"/>
              </a:defRPr>
            </a:lvl1pPr>
          </a:lstStyle>
          <a:p xmlns:a="http://schemas.openxmlformats.org/drawingml/2006/main">
            <a:r>
              <a:t>Title</a:t>
            </a:r>
          </a:p>
        </p:txBody>
      </p:sp>
      <p:sp>
        <p:nvSpPr>
          <p:cNvPr id="8" name="Subtitle">
            <a:extLst xmlns:a="http://schemas.openxmlformats.org/drawingml/2006/main">
              <a:ext uri="{FF2B5EF4-FFF2-40B4-BE49-F238E27FC236}">
                <a16:creationId xmlns:a16="http://schemas.microsoft.com/office/drawing/2014/main" id="{C8ADFC4F-C961-366D-5252-9B4CC4102CB3}"/>
              </a:ext>
            </a:extLst>
          </p:cNvPr>
          <p:cNvSpPr>
            <a:spLocks xmlns:a="http://schemas.openxmlformats.org/drawingml/2006/main" noGrp="1"/>
          </p:cNvSpPr>
          <p:nvPr>
            <p:ph type="body" idx="11" hasCustomPrompt="1"/>
          </p:nvPr>
        </p:nvSpPr>
        <p:spPr>
          <a:xfrm xmlns:a="http://schemas.openxmlformats.org/drawingml/2006/main">
            <a:off x="4708865" y="2630927"/>
            <a:ext cx="6728946" cy="1596145"/>
          </a:xfrm>
          <a:prstGeom xmlns:a="http://schemas.openxmlformats.org/drawingml/2006/main" prst="rect">
            <a:avLst/>
          </a:prstGeom>
        </p:spPr>
        <p:txBody>
          <a:bodyPr xmlns:a="http://schemas.openxmlformats.org/drawingml/2006/main" lIns="0" anchor="ctr">
            <a:noAutofit/>
          </a:bodyPr>
          <a:lstStyle xmlns:a="http://schemas.openxmlformats.org/drawingml/2006/main">
            <a:lvl1pPr marL="0" indent="0">
              <a:lnSpc>
                <a:spcPct val="100000"/>
              </a:lnSpc>
              <a:spcAft>
                <a:spcPts val="0"/>
              </a:spcAft>
              <a:buNone/>
              <a:defRPr sz="2400" b="0" i="0">
                <a:latin typeface="Oracle Sans Tab"/>
                <a:ea typeface="Oracle Sans Tab"/>
                <a:cs typeface="Oracle Sans Tab"/>
              </a:defRPr>
            </a:lvl1pPr>
          </a:lstStyle>
          <a:p xmlns:a="http://schemas.openxmlformats.org/drawingml/2006/main">
            <a:pPr>
              <a:buNone/>
            </a:pPr>
            <a:r>
              <a:t>Subtitle</a:t>
            </a:r>
          </a:p>
        </p:txBody>
      </p:sp>
      <p:sp>
        <p:nvSpPr>
          <p:cNvPr id="4" name="Straight Connector 3">
            <a:extLst xmlns:a="http://schemas.openxmlformats.org/drawingml/2006/main">
              <a:ext uri="{FF2B5EF4-FFF2-40B4-BE49-F238E27FC236}">
                <a16:creationId xmlns:a16="http://schemas.microsoft.com/office/drawing/2014/main" id="{EC11F8B8-0506-4FE0-8E52-F0681A846B0A}"/>
              </a:ext>
            </a:extLst>
          </p:cNvPr>
          <p:cNvSpPr>
            <a:spLocks xmlns:a="http://schemas.openxmlformats.org/drawingml/2006/main" noGrp="1"/>
          </p:cNvSpPr>
          <p:nvPr/>
        </p:nvSpPr>
        <p:spPr>
          <a:xfrm xmlns:a="http://schemas.openxmlformats.org/drawingml/2006/main">
            <a:off x="4076567" y="1600210"/>
            <a:ext cx="0" cy="3657580"/>
          </a:xfrm>
          <a:prstGeom xmlns:a="http://schemas.openxmlformats.org/drawingml/2006/main" prst="line">
            <a:avLst/>
          </a:prstGeom>
          <a:ln xmlns:a="http://schemas.openxmlformats.org/drawingml/2006/main" w="19050">
            <a:solidFill>
              <a:srgbClr val="8B8580"/>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1" name="Date Placeholder 10">
            <a:extLst xmlns:a="http://schemas.openxmlformats.org/drawingml/2006/main">
              <a:ext uri="{FF2B5EF4-FFF2-40B4-BE49-F238E27FC236}">
                <a16:creationId xmlns:a16="http://schemas.microsoft.com/office/drawing/2014/main" id="{CD336210-9EAC-569D-52B3-0D2572F1BEB3}"/>
              </a:ext>
            </a:extLst>
          </p:cNvPr>
          <p:cNvSpPr>
            <a:spLocks xmlns:a="http://schemas.openxmlformats.org/drawingml/2006/main" noGrp="1"/>
          </p:cNvSpPr>
          <p:nvPr>
            <p:ph type="dt" idx="12"/>
          </p:nvPr>
        </p:nvSpPr>
        <p:spPr/>
        <p:txBody>
          <a:bodyPr xmlns:a="http://schemas.openxmlformats.org/drawingml/2006/main"/>
          <a:lstStyle xmlns:a="http://schemas.openxmlformats.org/drawingml/2006/main"/>
          <a:p xmlns:a="http://schemas.openxmlformats.org/drawingml/2006/main">
            <a:r>
              <a:t>[Date]</a:t>
            </a:r>
          </a:p>
        </p:txBody>
      </p:sp>
      <p:sp>
        <p:nvSpPr>
          <p:cNvPr id="12" name="Footer Placeholder 11">
            <a:extLst xmlns:a="http://schemas.openxmlformats.org/drawingml/2006/main">
              <a:ext uri="{FF2B5EF4-FFF2-40B4-BE49-F238E27FC236}">
                <a16:creationId xmlns:a16="http://schemas.microsoft.com/office/drawing/2014/main" id="{D8D7B047-34FC-AB0A-5362-BD6A632A3493}"/>
              </a:ext>
            </a:extLst>
          </p:cNvPr>
          <p:cNvSpPr>
            <a:spLocks xmlns:a="http://schemas.openxmlformats.org/drawingml/2006/main" noGrp="1"/>
          </p:cNvSpPr>
          <p:nvPr>
            <p:ph type="ftr" idx="13"/>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13" name="Slide Number Placeholder 12">
            <a:extLst xmlns:a="http://schemas.openxmlformats.org/drawingml/2006/main">
              <a:ext uri="{FF2B5EF4-FFF2-40B4-BE49-F238E27FC236}">
                <a16:creationId xmlns:a16="http://schemas.microsoft.com/office/drawing/2014/main" id="{7AB0EE62-B6BF-2A12-06E1-7756802A0219}"/>
              </a:ext>
            </a:extLst>
          </p:cNvPr>
          <p:cNvSpPr>
            <a:spLocks xmlns:a="http://schemas.openxmlformats.org/drawingml/2006/main" noGrp="1"/>
          </p:cNvSpPr>
          <p:nvPr>
            <p:ph type="sldNum" idx="14"/>
          </p:nvPr>
        </p:nvSpPr>
        <p:spPr/>
        <p:txBody>
          <a:bodyPr xmlns:a="http://schemas.openxmlformats.org/drawingml/2006/main"/>
          <a:lstStyle xmlns:a="http://schemas.openxmlformats.org/drawingml/2006/main"/>
          <a:p xmlns:a="http://schemas.openxmlformats.org/drawingml/2006/main">
            <a:fld id="{345D60D9-5372-5F40-9443-0F9AE5BDC3C8}" type="slidenum">
              <a:t>‹#›</a:t>
            </a:fld>
          </a:p>
        </p:txBody>
      </p:sp>
    </p:spTree>
  </p:cSld>
</p:sldLayout>
</file>

<file path=ppt/slideLayouts/slideLayout91.xml><?xml version="1.0" encoding="utf-8"?>
<p:sldLayout xmlns:p="http://schemas.openxmlformats.org/presentationml/2006/main" preserve="1" userDrawn="1">
  <p:cSld name="Photo Collage + Content Dark">
    <p:bg>
      <p:bgRef idx="1001">
        <a:schemeClr xmlns:a="http://schemas.openxmlformats.org/drawingml/2006/main" val="bg2"/>
      </p:bgRef>
    </p:bg>
    <p:spTree>
      <p:nvGrpSpPr>
        <p:cNvPr id="1" name=""/>
        <p:cNvGrpSpPr/>
        <p:nvPr/>
      </p:nvGrpSpPr>
      <p:grpSpPr>
        <a:xfrm xmlns:a="http://schemas.openxmlformats.org/drawingml/2006/main"/>
      </p:grpSpPr>
      <p:sp>
        <p:nvSpPr>
          <p:cNvPr id="4" name="Title 1">
            <a:extLst xmlns:a="http://schemas.openxmlformats.org/drawingml/2006/main">
              <a:ext uri="{FF2B5EF4-FFF2-40B4-BE49-F238E27FC236}">
                <a16:creationId xmlns:a16="http://schemas.microsoft.com/office/drawing/2014/main" id="{AE9CD95A-1265-2999-4C85-664DC8CE8978}"/>
              </a:ext>
            </a:extLst>
          </p:cNvPr>
          <p:cNvSpPr>
            <a:spLocks xmlns:a="http://schemas.openxmlformats.org/drawingml/2006/main" noGrp="1"/>
          </p:cNvSpPr>
          <p:nvPr>
            <p:ph type="title" idx="0" hasCustomPrompt="1"/>
          </p:nvPr>
        </p:nvSpPr>
        <p:spPr>
          <a:xfrm xmlns:a="http://schemas.openxmlformats.org/drawingml/2006/main">
            <a:off x="768875" y="182403"/>
            <a:ext cx="4961369"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Text Placeholder 2">
            <a:extLst xmlns:a="http://schemas.openxmlformats.org/drawingml/2006/main">
              <a:ext uri="{FF2B5EF4-FFF2-40B4-BE49-F238E27FC236}">
                <a16:creationId xmlns:a16="http://schemas.microsoft.com/office/drawing/2014/main" id="{A12F5E0A-F774-0941-0246-D4704DBA0B25}"/>
              </a:ext>
            </a:extLst>
          </p:cNvPr>
          <p:cNvSpPr>
            <a:spLocks xmlns:a="http://schemas.openxmlformats.org/drawingml/2006/main" noGrp="1"/>
          </p:cNvSpPr>
          <p:nvPr>
            <p:ph type="body" idx="29"/>
          </p:nvPr>
        </p:nvSpPr>
        <p:spPr>
          <a:xfrm xmlns:a="http://schemas.openxmlformats.org/drawingml/2006/main">
            <a:off x="792537" y="1751671"/>
            <a:ext cx="4899101" cy="1410405"/>
          </a:xfrm>
          <a:prstGeom xmlns:a="http://schemas.openxmlformats.org/drawingml/2006/main" prst="rect">
            <a:avLst/>
          </a:prstGeom>
        </p:spPr>
        <p:txBody>
          <a:bodyPr xmlns:a="http://schemas.openxmlformats.org/drawingml/2006/main"/>
          <a:lstStyle xmlns:a="http://schemas.openxmlformats.org/drawingml/2006/main">
            <a:lvl1pPr marL="0" indent="0" algn="l">
              <a:lnSpc>
                <a:spcPct val="100000"/>
              </a:lnSpc>
              <a:spcBef>
                <a:spcPts val="1000"/>
              </a:spcBef>
              <a:spcAft>
                <a:spcPts val="0"/>
              </a:spcAft>
              <a:buNone/>
              <a:defRPr sz="1600" b="1" i="0">
                <a:solidFill>
                  <a:schemeClr val="tx1"/>
                </a:solidFill>
                <a:latin typeface="Oracle Sans Tab"/>
                <a:ea typeface="Oracle Sans Tab"/>
                <a:cs typeface="Oracle Sans Tab"/>
              </a:defRPr>
            </a:lvl1pPr>
            <a:lvl2pPr marL="0" indent="0" algn="l">
              <a:lnSpc>
                <a:spcPct val="100000"/>
              </a:lnSpc>
              <a:spcBef>
                <a:spcPts val="500"/>
              </a:spcBef>
              <a:spcAft>
                <a:spcPts val="0"/>
              </a:spcAft>
              <a:buNone/>
              <a:defRPr sz="1600" b="0" i="0">
                <a:solidFill>
                  <a:schemeClr val="tx1"/>
                </a:solidFill>
                <a:latin typeface="Oracle Sans Tab"/>
                <a:ea typeface="Oracle Sans Tab"/>
                <a:cs typeface="Oracle Sans Tab"/>
              </a:defRPr>
            </a:lvl2pPr>
            <a:lvl3pPr marL="119833" indent="0" algn="l">
              <a:lnSpc>
                <a:spcPct val="100000"/>
              </a:lnSpc>
              <a:spcBef>
                <a:spcPts val="500"/>
              </a:spcBef>
              <a:spcAft>
                <a:spcPts val="0"/>
              </a:spcAft>
              <a:buNone/>
              <a:defRPr sz="1600" b="0" i="0">
                <a:solidFill>
                  <a:schemeClr val="tx1"/>
                </a:solidFill>
                <a:latin typeface="Oracle Sans Tab"/>
                <a:ea typeface="Oracle Sans Tab"/>
                <a:cs typeface="Oracle Sans Tab"/>
              </a:defRPr>
            </a:lvl3pPr>
          </a:lstStyle>
          <a:p xmlns:a="http://schemas.openxmlformats.org/drawingml/2006/main">
            <a:pPr marL="342831" indent="-342831" algn="l">
              <a:lnSpc>
                <a:spcPct val="110000"/>
              </a:lnSpc>
              <a:spcBef>
                <a:spcPts val="300"/>
              </a:spcBef>
              <a:buNone/>
            </a:pPr>
            <a:r>
              <a:t>Click to edit Master text styles</a:t>
            </a:r>
          </a:p>
          <a:p xmlns:a="http://schemas.openxmlformats.org/drawingml/2006/main">
            <a:pPr marL="342831" indent="-342831" algn="l">
              <a:lnSpc>
                <a:spcPct val="110000"/>
              </a:lnSpc>
              <a:spcBef>
                <a:spcPts val="300"/>
              </a:spcBef>
              <a:buNone/>
            </a:pPr>
            <a:r>
              <a:t>Second level</a:t>
            </a:r>
          </a:p>
          <a:p xmlns:a="http://schemas.openxmlformats.org/drawingml/2006/main">
            <a:pPr marL="342831" indent="-342831" algn="l">
              <a:lnSpc>
                <a:spcPct val="110000"/>
              </a:lnSpc>
              <a:spcBef>
                <a:spcPts val="300"/>
              </a:spcBef>
              <a:buNone/>
            </a:pPr>
            <a:r>
              <a:t>Third level</a:t>
            </a:r>
          </a:p>
        </p:txBody>
      </p:sp>
      <p:sp>
        <p:nvSpPr>
          <p:cNvPr id="10" name="Text Placeholder 2">
            <a:extLst xmlns:a="http://schemas.openxmlformats.org/drawingml/2006/main">
              <a:ext uri="{FF2B5EF4-FFF2-40B4-BE49-F238E27FC236}">
                <a16:creationId xmlns:a16="http://schemas.microsoft.com/office/drawing/2014/main" id="{FB6C8AB0-7757-DF1D-9CCE-4510B7276134}"/>
              </a:ext>
            </a:extLst>
          </p:cNvPr>
          <p:cNvSpPr>
            <a:spLocks xmlns:a="http://schemas.openxmlformats.org/drawingml/2006/main" noGrp="1"/>
          </p:cNvSpPr>
          <p:nvPr>
            <p:ph type="body" idx="38"/>
          </p:nvPr>
        </p:nvSpPr>
        <p:spPr>
          <a:xfrm xmlns:a="http://schemas.openxmlformats.org/drawingml/2006/main">
            <a:off x="792537" y="3378765"/>
            <a:ext cx="4899101" cy="1410405"/>
          </a:xfrm>
          <a:prstGeom xmlns:a="http://schemas.openxmlformats.org/drawingml/2006/main" prst="rect">
            <a:avLst/>
          </a:prstGeom>
        </p:spPr>
        <p:txBody>
          <a:bodyPr xmlns:a="http://schemas.openxmlformats.org/drawingml/2006/main"/>
          <a:lstStyle xmlns:a="http://schemas.openxmlformats.org/drawingml/2006/main">
            <a:lvl1pPr marL="0" indent="0" algn="l">
              <a:lnSpc>
                <a:spcPct val="100000"/>
              </a:lnSpc>
              <a:spcBef>
                <a:spcPts val="1000"/>
              </a:spcBef>
              <a:spcAft>
                <a:spcPts val="0"/>
              </a:spcAft>
              <a:buNone/>
              <a:defRPr sz="1600" b="1" i="0">
                <a:solidFill>
                  <a:schemeClr val="tx1"/>
                </a:solidFill>
                <a:latin typeface="Oracle Sans Tab"/>
                <a:ea typeface="Oracle Sans Tab"/>
                <a:cs typeface="Oracle Sans Tab"/>
              </a:defRPr>
            </a:lvl1pPr>
            <a:lvl2pPr marL="0" indent="0" algn="l">
              <a:lnSpc>
                <a:spcPct val="100000"/>
              </a:lnSpc>
              <a:spcBef>
                <a:spcPts val="500"/>
              </a:spcBef>
              <a:spcAft>
                <a:spcPts val="0"/>
              </a:spcAft>
              <a:buNone/>
              <a:defRPr sz="1600" b="0" i="0">
                <a:solidFill>
                  <a:schemeClr val="tx1"/>
                </a:solidFill>
                <a:latin typeface="Oracle Sans Tab"/>
                <a:ea typeface="Oracle Sans Tab"/>
                <a:cs typeface="Oracle Sans Tab"/>
              </a:defRPr>
            </a:lvl2pPr>
            <a:lvl3pPr marL="119833" indent="0" algn="l">
              <a:lnSpc>
                <a:spcPct val="100000"/>
              </a:lnSpc>
              <a:spcBef>
                <a:spcPts val="500"/>
              </a:spcBef>
              <a:spcAft>
                <a:spcPts val="0"/>
              </a:spcAft>
              <a:buNone/>
              <a:defRPr sz="1600" b="0" i="0">
                <a:solidFill>
                  <a:schemeClr val="tx1"/>
                </a:solidFill>
                <a:latin typeface="Oracle Sans Tab"/>
                <a:ea typeface="Oracle Sans Tab"/>
                <a:cs typeface="Oracle Sans Tab"/>
              </a:defRPr>
            </a:lvl3pPr>
          </a:lstStyle>
          <a:p xmlns:a="http://schemas.openxmlformats.org/drawingml/2006/main">
            <a:pPr marL="342831" indent="-342831" algn="l">
              <a:lnSpc>
                <a:spcPct val="110000"/>
              </a:lnSpc>
              <a:spcBef>
                <a:spcPts val="300"/>
              </a:spcBef>
              <a:buNone/>
            </a:pPr>
            <a:r>
              <a:t>Click to edit Master text styles</a:t>
            </a:r>
          </a:p>
          <a:p xmlns:a="http://schemas.openxmlformats.org/drawingml/2006/main">
            <a:pPr marL="342831" indent="-342831" algn="l">
              <a:lnSpc>
                <a:spcPct val="110000"/>
              </a:lnSpc>
              <a:spcBef>
                <a:spcPts val="300"/>
              </a:spcBef>
              <a:buNone/>
            </a:pPr>
            <a:r>
              <a:t>Second level</a:t>
            </a:r>
          </a:p>
          <a:p xmlns:a="http://schemas.openxmlformats.org/drawingml/2006/main">
            <a:pPr marL="342831" indent="-342831" algn="l">
              <a:lnSpc>
                <a:spcPct val="110000"/>
              </a:lnSpc>
              <a:spcBef>
                <a:spcPts val="300"/>
              </a:spcBef>
              <a:buNone/>
            </a:pPr>
            <a:r>
              <a:t>Third level</a:t>
            </a:r>
          </a:p>
        </p:txBody>
      </p:sp>
      <p:sp>
        <p:nvSpPr>
          <p:cNvPr id="8" name="Text Placeholder 2">
            <a:extLst xmlns:a="http://schemas.openxmlformats.org/drawingml/2006/main">
              <a:ext uri="{FF2B5EF4-FFF2-40B4-BE49-F238E27FC236}">
                <a16:creationId xmlns:a16="http://schemas.microsoft.com/office/drawing/2014/main" id="{5EF42849-DE58-A637-B663-CB6753E7BB76}"/>
              </a:ext>
            </a:extLst>
          </p:cNvPr>
          <p:cNvSpPr>
            <a:spLocks xmlns:a="http://schemas.openxmlformats.org/drawingml/2006/main" noGrp="1"/>
          </p:cNvSpPr>
          <p:nvPr>
            <p:ph type="body" idx="37"/>
          </p:nvPr>
        </p:nvSpPr>
        <p:spPr>
          <a:xfrm xmlns:a="http://schemas.openxmlformats.org/drawingml/2006/main">
            <a:off x="792537" y="5005861"/>
            <a:ext cx="4899101" cy="1128240"/>
          </a:xfrm>
          <a:prstGeom xmlns:a="http://schemas.openxmlformats.org/drawingml/2006/main" prst="rect">
            <a:avLst/>
          </a:prstGeom>
        </p:spPr>
        <p:txBody>
          <a:bodyPr xmlns:a="http://schemas.openxmlformats.org/drawingml/2006/main"/>
          <a:lstStyle xmlns:a="http://schemas.openxmlformats.org/drawingml/2006/main">
            <a:lvl1pPr marL="0" indent="0" algn="l">
              <a:lnSpc>
                <a:spcPct val="100000"/>
              </a:lnSpc>
              <a:spcBef>
                <a:spcPts val="1000"/>
              </a:spcBef>
              <a:spcAft>
                <a:spcPts val="0"/>
              </a:spcAft>
              <a:buNone/>
              <a:defRPr sz="1600" b="1" i="0">
                <a:solidFill>
                  <a:schemeClr val="tx1"/>
                </a:solidFill>
                <a:latin typeface="Oracle Sans Tab"/>
                <a:ea typeface="Oracle Sans Tab"/>
                <a:cs typeface="Oracle Sans Tab"/>
              </a:defRPr>
            </a:lvl1pPr>
            <a:lvl2pPr marL="0" indent="0" algn="l">
              <a:lnSpc>
                <a:spcPct val="100000"/>
              </a:lnSpc>
              <a:spcBef>
                <a:spcPts val="500"/>
              </a:spcBef>
              <a:spcAft>
                <a:spcPts val="0"/>
              </a:spcAft>
              <a:buNone/>
              <a:defRPr sz="1600" b="0" i="0">
                <a:solidFill>
                  <a:schemeClr val="tx1"/>
                </a:solidFill>
                <a:latin typeface="Oracle Sans Tab"/>
                <a:ea typeface="Oracle Sans Tab"/>
                <a:cs typeface="Oracle Sans Tab"/>
              </a:defRPr>
            </a:lvl2pPr>
            <a:lvl3pPr marL="119833" indent="0" algn="l">
              <a:lnSpc>
                <a:spcPct val="100000"/>
              </a:lnSpc>
              <a:spcBef>
                <a:spcPts val="500"/>
              </a:spcBef>
              <a:spcAft>
                <a:spcPts val="0"/>
              </a:spcAft>
              <a:buNone/>
              <a:defRPr sz="1600" b="0" i="0">
                <a:solidFill>
                  <a:schemeClr val="tx1"/>
                </a:solidFill>
                <a:latin typeface="Oracle Sans Tab"/>
                <a:ea typeface="Oracle Sans Tab"/>
                <a:cs typeface="Oracle Sans Tab"/>
              </a:defRPr>
            </a:lvl3pPr>
          </a:lstStyle>
          <a:p xmlns:a="http://schemas.openxmlformats.org/drawingml/2006/main">
            <a:pPr marL="342831" indent="-342831" algn="l">
              <a:lnSpc>
                <a:spcPct val="110000"/>
              </a:lnSpc>
              <a:spcBef>
                <a:spcPts val="300"/>
              </a:spcBef>
              <a:buNone/>
            </a:pPr>
            <a:r>
              <a:t>Click to edit Master text styles</a:t>
            </a:r>
          </a:p>
          <a:p xmlns:a="http://schemas.openxmlformats.org/drawingml/2006/main">
            <a:pPr marL="342831" indent="-342831" algn="l">
              <a:lnSpc>
                <a:spcPct val="110000"/>
              </a:lnSpc>
              <a:spcBef>
                <a:spcPts val="300"/>
              </a:spcBef>
              <a:buNone/>
            </a:pPr>
            <a:r>
              <a:t>Second level</a:t>
            </a:r>
          </a:p>
          <a:p xmlns:a="http://schemas.openxmlformats.org/drawingml/2006/main">
            <a:pPr marL="342831" indent="-342831" algn="l">
              <a:lnSpc>
                <a:spcPct val="110000"/>
              </a:lnSpc>
              <a:spcBef>
                <a:spcPts val="300"/>
              </a:spcBef>
              <a:buNone/>
            </a:pPr>
            <a:r>
              <a:t>Third level</a:t>
            </a:r>
          </a:p>
        </p:txBody>
      </p:sp>
      <p:sp>
        <p:nvSpPr>
          <p:cNvPr id="20" name="Picture Placeholder 17">
            <a:extLst xmlns:a="http://schemas.openxmlformats.org/drawingml/2006/main">
              <a:ext uri="{FF2B5EF4-FFF2-40B4-BE49-F238E27FC236}">
                <a16:creationId xmlns:a16="http://schemas.microsoft.com/office/drawing/2014/main" id="{445E1E13-5767-FE9A-C855-C6FD3055FC6A}"/>
              </a:ext>
            </a:extLst>
          </p:cNvPr>
          <p:cNvSpPr>
            <a:spLocks xmlns:a="http://schemas.openxmlformats.org/drawingml/2006/main" noGrp="1"/>
          </p:cNvSpPr>
          <p:nvPr>
            <p:ph type="pic" idx="36" hasCustomPrompt="1"/>
          </p:nvPr>
        </p:nvSpPr>
        <p:spPr>
          <a:xfrm xmlns:a="http://schemas.openxmlformats.org/drawingml/2006/main">
            <a:off x="6095603" y="5457103"/>
            <a:ext cx="2885888" cy="1400897"/>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p:txBody>
      </p:sp>
      <p:sp>
        <p:nvSpPr>
          <p:cNvPr id="19" name="Picture Placeholder 17">
            <a:extLst xmlns:a="http://schemas.openxmlformats.org/drawingml/2006/main">
              <a:ext uri="{FF2B5EF4-FFF2-40B4-BE49-F238E27FC236}">
                <a16:creationId xmlns:a16="http://schemas.microsoft.com/office/drawing/2014/main" id="{128E96FD-9D3F-692F-EB8E-C1CA80E5D55D}"/>
              </a:ext>
            </a:extLst>
          </p:cNvPr>
          <p:cNvSpPr>
            <a:spLocks xmlns:a="http://schemas.openxmlformats.org/drawingml/2006/main" noGrp="1"/>
          </p:cNvSpPr>
          <p:nvPr>
            <p:ph type="pic" idx="35" hasCustomPrompt="1"/>
          </p:nvPr>
        </p:nvSpPr>
        <p:spPr>
          <a:xfrm xmlns:a="http://schemas.openxmlformats.org/drawingml/2006/main">
            <a:off x="6095603" y="2726373"/>
            <a:ext cx="2885888" cy="2662069"/>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a:p xmlns:a="http://schemas.openxmlformats.org/drawingml/2006/main"/>
        </p:txBody>
      </p:sp>
      <p:sp>
        <p:nvSpPr>
          <p:cNvPr id="18" name="Picture Placeholder 17">
            <a:extLst xmlns:a="http://schemas.openxmlformats.org/drawingml/2006/main">
              <a:ext uri="{FF2B5EF4-FFF2-40B4-BE49-F238E27FC236}">
                <a16:creationId xmlns:a16="http://schemas.microsoft.com/office/drawing/2014/main" id="{17CD157F-D3C9-1E3B-56AC-86F51CBDA2C5}"/>
              </a:ext>
            </a:extLst>
          </p:cNvPr>
          <p:cNvSpPr>
            <a:spLocks xmlns:a="http://schemas.openxmlformats.org/drawingml/2006/main" noGrp="1"/>
          </p:cNvSpPr>
          <p:nvPr>
            <p:ph type="pic" idx="34" hasCustomPrompt="1"/>
          </p:nvPr>
        </p:nvSpPr>
        <p:spPr>
          <a:xfrm xmlns:a="http://schemas.openxmlformats.org/drawingml/2006/main">
            <a:off x="6095603" y="-1"/>
            <a:ext cx="2885888" cy="2662069"/>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a:p xmlns:a="http://schemas.openxmlformats.org/drawingml/2006/main"/>
        </p:txBody>
      </p:sp>
      <p:sp>
        <p:nvSpPr>
          <p:cNvPr id="11" name="Picture Placeholder 10">
            <a:extLst xmlns:a="http://schemas.openxmlformats.org/drawingml/2006/main">
              <a:ext uri="{FF2B5EF4-FFF2-40B4-BE49-F238E27FC236}">
                <a16:creationId xmlns:a16="http://schemas.microsoft.com/office/drawing/2014/main" id="{D9A0A2C7-B129-2C84-4EC5-9BE7DAA226FD}"/>
              </a:ext>
            </a:extLst>
          </p:cNvPr>
          <p:cNvSpPr>
            <a:spLocks xmlns:a="http://schemas.openxmlformats.org/drawingml/2006/main" noGrp="1"/>
          </p:cNvSpPr>
          <p:nvPr>
            <p:ph type="pic" idx="33" hasCustomPrompt="1"/>
          </p:nvPr>
        </p:nvSpPr>
        <p:spPr>
          <a:xfrm xmlns:a="http://schemas.openxmlformats.org/drawingml/2006/main">
            <a:off x="9049339" y="4122738"/>
            <a:ext cx="3142661" cy="2735263"/>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p:txBody>
      </p:sp>
      <p:sp>
        <p:nvSpPr>
          <p:cNvPr id="9" name="Picture Placeholder 8">
            <a:extLst xmlns:a="http://schemas.openxmlformats.org/drawingml/2006/main">
              <a:ext uri="{FF2B5EF4-FFF2-40B4-BE49-F238E27FC236}">
                <a16:creationId xmlns:a16="http://schemas.microsoft.com/office/drawing/2014/main" id="{1E2386B7-272F-BDAB-2DCD-298558469EDB}"/>
              </a:ext>
            </a:extLst>
          </p:cNvPr>
          <p:cNvSpPr>
            <a:spLocks xmlns:a="http://schemas.openxmlformats.org/drawingml/2006/main" noGrp="1"/>
          </p:cNvSpPr>
          <p:nvPr>
            <p:ph type="pic" idx="32" hasCustomPrompt="1"/>
          </p:nvPr>
        </p:nvSpPr>
        <p:spPr>
          <a:xfrm xmlns:a="http://schemas.openxmlformats.org/drawingml/2006/main">
            <a:off x="9049131" y="0"/>
            <a:ext cx="3142870" cy="4060563"/>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a:p xmlns:a="http://schemas.openxmlformats.org/drawingml/2006/main"/>
        </p:txBody>
      </p:sp>
      <p:sp>
        <p:nvSpPr>
          <p:cNvPr id="5" name="Date Placeholder 4">
            <a:extLst xmlns:a="http://schemas.openxmlformats.org/drawingml/2006/main">
              <a:ext uri="{FF2B5EF4-FFF2-40B4-BE49-F238E27FC236}">
                <a16:creationId xmlns:a16="http://schemas.microsoft.com/office/drawing/2014/main" id="{7B7E745A-6997-3DE4-6F47-E0D0F4B831B0}"/>
              </a:ext>
            </a:extLst>
          </p:cNvPr>
          <p:cNvSpPr>
            <a:spLocks xmlns:a="http://schemas.openxmlformats.org/drawingml/2006/main" noGrp="1"/>
          </p:cNvSpPr>
          <p:nvPr>
            <p:ph type="dt" idx="39"/>
          </p:nvPr>
        </p:nvSpPr>
        <p:spPr/>
        <p:txBody>
          <a:bodyPr xmlns:a="http://schemas.openxmlformats.org/drawingml/2006/main"/>
          <a:lstStyle xmlns:a="http://schemas.openxmlformats.org/drawingml/2006/main"/>
          <a:p xmlns:a="http://schemas.openxmlformats.org/drawingml/2006/main">
            <a:r>
              <a:t>[Date]</a:t>
            </a:r>
          </a:p>
        </p:txBody>
      </p:sp>
      <p:sp>
        <p:nvSpPr>
          <p:cNvPr id="7" name="Footer Placeholder 6">
            <a:extLst xmlns:a="http://schemas.openxmlformats.org/drawingml/2006/main">
              <a:ext uri="{FF2B5EF4-FFF2-40B4-BE49-F238E27FC236}">
                <a16:creationId xmlns:a16="http://schemas.microsoft.com/office/drawing/2014/main" id="{560A62D5-101D-BAE1-898D-EA0DD92451B1}"/>
              </a:ext>
            </a:extLst>
          </p:cNvPr>
          <p:cNvSpPr>
            <a:spLocks xmlns:a="http://schemas.openxmlformats.org/drawingml/2006/main" noGrp="1"/>
          </p:cNvSpPr>
          <p:nvPr>
            <p:ph type="ftr" idx="40"/>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13" name="Slide Number Placeholder 12">
            <a:extLst xmlns:a="http://schemas.openxmlformats.org/drawingml/2006/main">
              <a:ext uri="{FF2B5EF4-FFF2-40B4-BE49-F238E27FC236}">
                <a16:creationId xmlns:a16="http://schemas.microsoft.com/office/drawing/2014/main" id="{28C6ABE0-A95F-8D6F-247C-6E7E86986A2F}"/>
              </a:ext>
            </a:extLst>
          </p:cNvPr>
          <p:cNvSpPr>
            <a:spLocks xmlns:a="http://schemas.openxmlformats.org/drawingml/2006/main" noGrp="1"/>
          </p:cNvSpPr>
          <p:nvPr>
            <p:ph type="sldNum" idx="41"/>
          </p:nvPr>
        </p:nvSpPr>
        <p:spPr/>
        <p:txBody>
          <a:bodyPr xmlns:a="http://schemas.openxmlformats.org/drawingml/2006/main"/>
          <a:lstStyle xmlns:a="http://schemas.openxmlformats.org/drawingml/2006/main"/>
          <a:p xmlns:a="http://schemas.openxmlformats.org/drawingml/2006/main">
            <a:fld id="{345D60D9-5372-5F40-9443-0F9AE5BDC3C8}" type="slidenum">
              <a:t>‹#›</a:t>
            </a:fld>
          </a:p>
        </p:txBody>
      </p:sp>
    </p:spTree>
  </p:cSld>
</p:sldLayout>
</file>

<file path=ppt/slideLayouts/slideLayout92.xml><?xml version="1.0" encoding="utf-8"?>
<p:sldLayout xmlns:p="http://schemas.openxmlformats.org/presentationml/2006/main" preserve="1" userDrawn="1">
  <p:cSld name="Photo Collage + Content Light">
    <p:bg>
      <p:bgRef idx="1001">
        <a:schemeClr xmlns:a="http://schemas.openxmlformats.org/drawingml/2006/main" val="bg2"/>
      </p:bgRef>
    </p:bg>
    <p:spTree>
      <p:nvGrpSpPr>
        <p:cNvPr id="1" name=""/>
        <p:cNvGrpSpPr/>
        <p:nvPr/>
      </p:nvGrpSpPr>
      <p:grpSpPr>
        <a:xfrm xmlns:a="http://schemas.openxmlformats.org/drawingml/2006/main"/>
      </p:grpSpPr>
      <p:sp>
        <p:nvSpPr>
          <p:cNvPr id="4" name="Title 1">
            <a:extLst xmlns:a="http://schemas.openxmlformats.org/drawingml/2006/main">
              <a:ext uri="{FF2B5EF4-FFF2-40B4-BE49-F238E27FC236}">
                <a16:creationId xmlns:a16="http://schemas.microsoft.com/office/drawing/2014/main" id="{AE9CD95A-1265-2999-4C85-664DC8CE8978}"/>
              </a:ext>
            </a:extLst>
          </p:cNvPr>
          <p:cNvSpPr>
            <a:spLocks xmlns:a="http://schemas.openxmlformats.org/drawingml/2006/main" noGrp="1"/>
          </p:cNvSpPr>
          <p:nvPr>
            <p:ph type="title" idx="0" hasCustomPrompt="1"/>
          </p:nvPr>
        </p:nvSpPr>
        <p:spPr>
          <a:xfrm xmlns:a="http://schemas.openxmlformats.org/drawingml/2006/main">
            <a:off x="768875" y="182403"/>
            <a:ext cx="4961369"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Text Placeholder 2">
            <a:extLst xmlns:a="http://schemas.openxmlformats.org/drawingml/2006/main">
              <a:ext uri="{FF2B5EF4-FFF2-40B4-BE49-F238E27FC236}">
                <a16:creationId xmlns:a16="http://schemas.microsoft.com/office/drawing/2014/main" id="{A12F5E0A-F774-0941-0246-D4704DBA0B25}"/>
              </a:ext>
            </a:extLst>
          </p:cNvPr>
          <p:cNvSpPr>
            <a:spLocks xmlns:a="http://schemas.openxmlformats.org/drawingml/2006/main" noGrp="1"/>
          </p:cNvSpPr>
          <p:nvPr>
            <p:ph type="body" idx="29"/>
          </p:nvPr>
        </p:nvSpPr>
        <p:spPr>
          <a:xfrm xmlns:a="http://schemas.openxmlformats.org/drawingml/2006/main">
            <a:off x="792537" y="1751671"/>
            <a:ext cx="4899101" cy="1410405"/>
          </a:xfrm>
          <a:prstGeom xmlns:a="http://schemas.openxmlformats.org/drawingml/2006/main" prst="rect">
            <a:avLst/>
          </a:prstGeom>
        </p:spPr>
        <p:txBody>
          <a:bodyPr xmlns:a="http://schemas.openxmlformats.org/drawingml/2006/main"/>
          <a:lstStyle xmlns:a="http://schemas.openxmlformats.org/drawingml/2006/main">
            <a:lvl1pPr marL="0" indent="0" algn="l">
              <a:lnSpc>
                <a:spcPct val="100000"/>
              </a:lnSpc>
              <a:spcBef>
                <a:spcPts val="1000"/>
              </a:spcBef>
              <a:spcAft>
                <a:spcPts val="0"/>
              </a:spcAft>
              <a:buNone/>
              <a:defRPr sz="1600" b="1" i="0">
                <a:solidFill>
                  <a:schemeClr val="tx1"/>
                </a:solidFill>
                <a:latin typeface="Oracle Sans Tab"/>
                <a:ea typeface="Oracle Sans Tab"/>
                <a:cs typeface="Oracle Sans Tab"/>
              </a:defRPr>
            </a:lvl1pPr>
            <a:lvl2pPr marL="0" indent="0" algn="l">
              <a:lnSpc>
                <a:spcPct val="100000"/>
              </a:lnSpc>
              <a:spcBef>
                <a:spcPts val="500"/>
              </a:spcBef>
              <a:spcAft>
                <a:spcPts val="0"/>
              </a:spcAft>
              <a:buNone/>
              <a:defRPr sz="1600" b="0" i="0">
                <a:solidFill>
                  <a:schemeClr val="tx1"/>
                </a:solidFill>
                <a:latin typeface="Oracle Sans Tab"/>
                <a:ea typeface="Oracle Sans Tab"/>
                <a:cs typeface="Oracle Sans Tab"/>
              </a:defRPr>
            </a:lvl2pPr>
            <a:lvl3pPr marL="119833" indent="0" algn="l">
              <a:lnSpc>
                <a:spcPct val="100000"/>
              </a:lnSpc>
              <a:spcBef>
                <a:spcPts val="500"/>
              </a:spcBef>
              <a:spcAft>
                <a:spcPts val="0"/>
              </a:spcAft>
              <a:buNone/>
              <a:defRPr sz="1600" b="0" i="0">
                <a:solidFill>
                  <a:schemeClr val="tx1"/>
                </a:solidFill>
                <a:latin typeface="Oracle Sans Tab"/>
                <a:ea typeface="Oracle Sans Tab"/>
                <a:cs typeface="Oracle Sans Tab"/>
              </a:defRPr>
            </a:lvl3pPr>
          </a:lstStyle>
          <a:p xmlns:a="http://schemas.openxmlformats.org/drawingml/2006/main">
            <a:pPr marL="342831" indent="-342831" algn="l">
              <a:lnSpc>
                <a:spcPct val="110000"/>
              </a:lnSpc>
              <a:spcBef>
                <a:spcPts val="300"/>
              </a:spcBef>
              <a:buNone/>
            </a:pPr>
            <a:r>
              <a:t>Click to edit Master text styles</a:t>
            </a:r>
          </a:p>
          <a:p xmlns:a="http://schemas.openxmlformats.org/drawingml/2006/main">
            <a:pPr marL="342831" indent="-342831" algn="l">
              <a:lnSpc>
                <a:spcPct val="110000"/>
              </a:lnSpc>
              <a:spcBef>
                <a:spcPts val="300"/>
              </a:spcBef>
              <a:buNone/>
            </a:pPr>
            <a:r>
              <a:t>Second level</a:t>
            </a:r>
          </a:p>
          <a:p xmlns:a="http://schemas.openxmlformats.org/drawingml/2006/main">
            <a:pPr marL="342831" indent="-342831" algn="l">
              <a:lnSpc>
                <a:spcPct val="110000"/>
              </a:lnSpc>
              <a:spcBef>
                <a:spcPts val="300"/>
              </a:spcBef>
              <a:buNone/>
            </a:pPr>
            <a:r>
              <a:t>Third level</a:t>
            </a:r>
          </a:p>
        </p:txBody>
      </p:sp>
      <p:sp>
        <p:nvSpPr>
          <p:cNvPr id="10" name="Text Placeholder 2">
            <a:extLst xmlns:a="http://schemas.openxmlformats.org/drawingml/2006/main">
              <a:ext uri="{FF2B5EF4-FFF2-40B4-BE49-F238E27FC236}">
                <a16:creationId xmlns:a16="http://schemas.microsoft.com/office/drawing/2014/main" id="{FB6C8AB0-7757-DF1D-9CCE-4510B7276134}"/>
              </a:ext>
            </a:extLst>
          </p:cNvPr>
          <p:cNvSpPr>
            <a:spLocks xmlns:a="http://schemas.openxmlformats.org/drawingml/2006/main" noGrp="1"/>
          </p:cNvSpPr>
          <p:nvPr>
            <p:ph type="body" idx="38"/>
          </p:nvPr>
        </p:nvSpPr>
        <p:spPr>
          <a:xfrm xmlns:a="http://schemas.openxmlformats.org/drawingml/2006/main">
            <a:off x="792537" y="3378765"/>
            <a:ext cx="4899101" cy="1410405"/>
          </a:xfrm>
          <a:prstGeom xmlns:a="http://schemas.openxmlformats.org/drawingml/2006/main" prst="rect">
            <a:avLst/>
          </a:prstGeom>
        </p:spPr>
        <p:txBody>
          <a:bodyPr xmlns:a="http://schemas.openxmlformats.org/drawingml/2006/main"/>
          <a:lstStyle xmlns:a="http://schemas.openxmlformats.org/drawingml/2006/main">
            <a:lvl1pPr marL="0" indent="0" algn="l">
              <a:lnSpc>
                <a:spcPct val="100000"/>
              </a:lnSpc>
              <a:spcBef>
                <a:spcPts val="1000"/>
              </a:spcBef>
              <a:spcAft>
                <a:spcPts val="0"/>
              </a:spcAft>
              <a:buNone/>
              <a:defRPr sz="1600" b="1" i="0">
                <a:solidFill>
                  <a:schemeClr val="tx1"/>
                </a:solidFill>
                <a:latin typeface="Oracle Sans Tab"/>
                <a:ea typeface="Oracle Sans Tab"/>
                <a:cs typeface="Oracle Sans Tab"/>
              </a:defRPr>
            </a:lvl1pPr>
            <a:lvl2pPr marL="0" indent="0" algn="l">
              <a:lnSpc>
                <a:spcPct val="100000"/>
              </a:lnSpc>
              <a:spcBef>
                <a:spcPts val="500"/>
              </a:spcBef>
              <a:spcAft>
                <a:spcPts val="0"/>
              </a:spcAft>
              <a:buNone/>
              <a:defRPr sz="1600" b="0" i="0">
                <a:solidFill>
                  <a:schemeClr val="tx1"/>
                </a:solidFill>
                <a:latin typeface="Oracle Sans Tab"/>
                <a:ea typeface="Oracle Sans Tab"/>
                <a:cs typeface="Oracle Sans Tab"/>
              </a:defRPr>
            </a:lvl2pPr>
            <a:lvl3pPr marL="119833" indent="0" algn="l">
              <a:lnSpc>
                <a:spcPct val="100000"/>
              </a:lnSpc>
              <a:spcBef>
                <a:spcPts val="500"/>
              </a:spcBef>
              <a:spcAft>
                <a:spcPts val="0"/>
              </a:spcAft>
              <a:buNone/>
              <a:defRPr sz="1600" b="0" i="0">
                <a:solidFill>
                  <a:schemeClr val="tx1"/>
                </a:solidFill>
                <a:latin typeface="Oracle Sans Tab"/>
                <a:ea typeface="Oracle Sans Tab"/>
                <a:cs typeface="Oracle Sans Tab"/>
              </a:defRPr>
            </a:lvl3pPr>
          </a:lstStyle>
          <a:p xmlns:a="http://schemas.openxmlformats.org/drawingml/2006/main">
            <a:pPr marL="342831" indent="-342831" algn="l">
              <a:lnSpc>
                <a:spcPct val="110000"/>
              </a:lnSpc>
              <a:spcBef>
                <a:spcPts val="300"/>
              </a:spcBef>
              <a:buNone/>
            </a:pPr>
            <a:r>
              <a:t>Click to edit Master text styles</a:t>
            </a:r>
          </a:p>
          <a:p xmlns:a="http://schemas.openxmlformats.org/drawingml/2006/main">
            <a:pPr marL="342831" indent="-342831" algn="l">
              <a:lnSpc>
                <a:spcPct val="110000"/>
              </a:lnSpc>
              <a:spcBef>
                <a:spcPts val="300"/>
              </a:spcBef>
              <a:buNone/>
            </a:pPr>
            <a:r>
              <a:t>Second level</a:t>
            </a:r>
          </a:p>
          <a:p xmlns:a="http://schemas.openxmlformats.org/drawingml/2006/main">
            <a:pPr marL="342831" indent="-342831" algn="l">
              <a:lnSpc>
                <a:spcPct val="110000"/>
              </a:lnSpc>
              <a:spcBef>
                <a:spcPts val="300"/>
              </a:spcBef>
              <a:buNone/>
            </a:pPr>
            <a:r>
              <a:t>Third level</a:t>
            </a:r>
          </a:p>
        </p:txBody>
      </p:sp>
      <p:sp>
        <p:nvSpPr>
          <p:cNvPr id="8" name="Text Placeholder 2">
            <a:extLst xmlns:a="http://schemas.openxmlformats.org/drawingml/2006/main">
              <a:ext uri="{FF2B5EF4-FFF2-40B4-BE49-F238E27FC236}">
                <a16:creationId xmlns:a16="http://schemas.microsoft.com/office/drawing/2014/main" id="{5EF42849-DE58-A637-B663-CB6753E7BB76}"/>
              </a:ext>
            </a:extLst>
          </p:cNvPr>
          <p:cNvSpPr>
            <a:spLocks xmlns:a="http://schemas.openxmlformats.org/drawingml/2006/main" noGrp="1"/>
          </p:cNvSpPr>
          <p:nvPr>
            <p:ph type="body" idx="37"/>
          </p:nvPr>
        </p:nvSpPr>
        <p:spPr>
          <a:xfrm xmlns:a="http://schemas.openxmlformats.org/drawingml/2006/main">
            <a:off x="792537" y="5005861"/>
            <a:ext cx="4899101" cy="1128240"/>
          </a:xfrm>
          <a:prstGeom xmlns:a="http://schemas.openxmlformats.org/drawingml/2006/main" prst="rect">
            <a:avLst/>
          </a:prstGeom>
        </p:spPr>
        <p:txBody>
          <a:bodyPr xmlns:a="http://schemas.openxmlformats.org/drawingml/2006/main"/>
          <a:lstStyle xmlns:a="http://schemas.openxmlformats.org/drawingml/2006/main">
            <a:lvl1pPr marL="0" indent="0" algn="l">
              <a:lnSpc>
                <a:spcPct val="100000"/>
              </a:lnSpc>
              <a:spcBef>
                <a:spcPts val="1000"/>
              </a:spcBef>
              <a:spcAft>
                <a:spcPts val="0"/>
              </a:spcAft>
              <a:buNone/>
              <a:defRPr sz="1600" b="1" i="0">
                <a:solidFill>
                  <a:schemeClr val="tx1"/>
                </a:solidFill>
                <a:latin typeface="Oracle Sans Tab"/>
                <a:ea typeface="Oracle Sans Tab"/>
                <a:cs typeface="Oracle Sans Tab"/>
              </a:defRPr>
            </a:lvl1pPr>
            <a:lvl2pPr marL="0" indent="0" algn="l">
              <a:lnSpc>
                <a:spcPct val="100000"/>
              </a:lnSpc>
              <a:spcBef>
                <a:spcPts val="500"/>
              </a:spcBef>
              <a:spcAft>
                <a:spcPts val="0"/>
              </a:spcAft>
              <a:buNone/>
              <a:defRPr sz="1600" b="0" i="0">
                <a:solidFill>
                  <a:schemeClr val="tx1"/>
                </a:solidFill>
                <a:latin typeface="Oracle Sans Tab"/>
                <a:ea typeface="Oracle Sans Tab"/>
                <a:cs typeface="Oracle Sans Tab"/>
              </a:defRPr>
            </a:lvl2pPr>
            <a:lvl3pPr marL="119833" indent="0" algn="l">
              <a:lnSpc>
                <a:spcPct val="100000"/>
              </a:lnSpc>
              <a:spcBef>
                <a:spcPts val="500"/>
              </a:spcBef>
              <a:spcAft>
                <a:spcPts val="0"/>
              </a:spcAft>
              <a:buNone/>
              <a:defRPr sz="1600" b="0" i="0">
                <a:solidFill>
                  <a:schemeClr val="tx1"/>
                </a:solidFill>
                <a:latin typeface="Oracle Sans Tab"/>
                <a:ea typeface="Oracle Sans Tab"/>
                <a:cs typeface="Oracle Sans Tab"/>
              </a:defRPr>
            </a:lvl3pPr>
          </a:lstStyle>
          <a:p xmlns:a="http://schemas.openxmlformats.org/drawingml/2006/main">
            <a:pPr marL="342831" indent="-342831" algn="l">
              <a:lnSpc>
                <a:spcPct val="110000"/>
              </a:lnSpc>
              <a:spcBef>
                <a:spcPts val="300"/>
              </a:spcBef>
              <a:buNone/>
            </a:pPr>
            <a:r>
              <a:t>Click to edit Master text styles</a:t>
            </a:r>
          </a:p>
          <a:p xmlns:a="http://schemas.openxmlformats.org/drawingml/2006/main">
            <a:pPr marL="342831" indent="-342831" algn="l">
              <a:lnSpc>
                <a:spcPct val="110000"/>
              </a:lnSpc>
              <a:spcBef>
                <a:spcPts val="300"/>
              </a:spcBef>
              <a:buNone/>
            </a:pPr>
            <a:r>
              <a:t>Second level</a:t>
            </a:r>
          </a:p>
          <a:p xmlns:a="http://schemas.openxmlformats.org/drawingml/2006/main">
            <a:pPr marL="342831" indent="-342831" algn="l">
              <a:lnSpc>
                <a:spcPct val="110000"/>
              </a:lnSpc>
              <a:spcBef>
                <a:spcPts val="300"/>
              </a:spcBef>
              <a:buNone/>
            </a:pPr>
            <a:r>
              <a:t>Third level</a:t>
            </a:r>
          </a:p>
        </p:txBody>
      </p:sp>
      <p:sp>
        <p:nvSpPr>
          <p:cNvPr id="20" name="Picture Placeholder 17">
            <a:extLst xmlns:a="http://schemas.openxmlformats.org/drawingml/2006/main">
              <a:ext uri="{FF2B5EF4-FFF2-40B4-BE49-F238E27FC236}">
                <a16:creationId xmlns:a16="http://schemas.microsoft.com/office/drawing/2014/main" id="{445E1E13-5767-FE9A-C855-C6FD3055FC6A}"/>
              </a:ext>
            </a:extLst>
          </p:cNvPr>
          <p:cNvSpPr>
            <a:spLocks xmlns:a="http://schemas.openxmlformats.org/drawingml/2006/main" noGrp="1"/>
          </p:cNvSpPr>
          <p:nvPr>
            <p:ph type="pic" idx="36" hasCustomPrompt="1"/>
          </p:nvPr>
        </p:nvSpPr>
        <p:spPr>
          <a:xfrm xmlns:a="http://schemas.openxmlformats.org/drawingml/2006/main">
            <a:off x="6095603" y="5457103"/>
            <a:ext cx="2885888" cy="1400897"/>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p:txBody>
      </p:sp>
      <p:sp>
        <p:nvSpPr>
          <p:cNvPr id="19" name="Picture Placeholder 17">
            <a:extLst xmlns:a="http://schemas.openxmlformats.org/drawingml/2006/main">
              <a:ext uri="{FF2B5EF4-FFF2-40B4-BE49-F238E27FC236}">
                <a16:creationId xmlns:a16="http://schemas.microsoft.com/office/drawing/2014/main" id="{128E96FD-9D3F-692F-EB8E-C1CA80E5D55D}"/>
              </a:ext>
            </a:extLst>
          </p:cNvPr>
          <p:cNvSpPr>
            <a:spLocks xmlns:a="http://schemas.openxmlformats.org/drawingml/2006/main" noGrp="1"/>
          </p:cNvSpPr>
          <p:nvPr>
            <p:ph type="pic" idx="35" hasCustomPrompt="1"/>
          </p:nvPr>
        </p:nvSpPr>
        <p:spPr>
          <a:xfrm xmlns:a="http://schemas.openxmlformats.org/drawingml/2006/main">
            <a:off x="6095603" y="2726373"/>
            <a:ext cx="2885888" cy="2662069"/>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a:p xmlns:a="http://schemas.openxmlformats.org/drawingml/2006/main"/>
        </p:txBody>
      </p:sp>
      <p:sp>
        <p:nvSpPr>
          <p:cNvPr id="18" name="Picture Placeholder 17">
            <a:extLst xmlns:a="http://schemas.openxmlformats.org/drawingml/2006/main">
              <a:ext uri="{FF2B5EF4-FFF2-40B4-BE49-F238E27FC236}">
                <a16:creationId xmlns:a16="http://schemas.microsoft.com/office/drawing/2014/main" id="{17CD157F-D3C9-1E3B-56AC-86F51CBDA2C5}"/>
              </a:ext>
            </a:extLst>
          </p:cNvPr>
          <p:cNvSpPr>
            <a:spLocks xmlns:a="http://schemas.openxmlformats.org/drawingml/2006/main" noGrp="1"/>
          </p:cNvSpPr>
          <p:nvPr>
            <p:ph type="pic" idx="34" hasCustomPrompt="1"/>
          </p:nvPr>
        </p:nvSpPr>
        <p:spPr>
          <a:xfrm xmlns:a="http://schemas.openxmlformats.org/drawingml/2006/main">
            <a:off x="6095603" y="-1"/>
            <a:ext cx="2885888" cy="2662069"/>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a:p xmlns:a="http://schemas.openxmlformats.org/drawingml/2006/main"/>
        </p:txBody>
      </p:sp>
      <p:sp>
        <p:nvSpPr>
          <p:cNvPr id="11" name="Picture Placeholder 10">
            <a:extLst xmlns:a="http://schemas.openxmlformats.org/drawingml/2006/main">
              <a:ext uri="{FF2B5EF4-FFF2-40B4-BE49-F238E27FC236}">
                <a16:creationId xmlns:a16="http://schemas.microsoft.com/office/drawing/2014/main" id="{D9A0A2C7-B129-2C84-4EC5-9BE7DAA226FD}"/>
              </a:ext>
            </a:extLst>
          </p:cNvPr>
          <p:cNvSpPr>
            <a:spLocks xmlns:a="http://schemas.openxmlformats.org/drawingml/2006/main" noGrp="1"/>
          </p:cNvSpPr>
          <p:nvPr>
            <p:ph type="pic" idx="33" hasCustomPrompt="1"/>
          </p:nvPr>
        </p:nvSpPr>
        <p:spPr>
          <a:xfrm xmlns:a="http://schemas.openxmlformats.org/drawingml/2006/main">
            <a:off x="9049339" y="4122738"/>
            <a:ext cx="3142661" cy="2735263"/>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p:txBody>
      </p:sp>
      <p:sp>
        <p:nvSpPr>
          <p:cNvPr id="9" name="Picture Placeholder 8">
            <a:extLst xmlns:a="http://schemas.openxmlformats.org/drawingml/2006/main">
              <a:ext uri="{FF2B5EF4-FFF2-40B4-BE49-F238E27FC236}">
                <a16:creationId xmlns:a16="http://schemas.microsoft.com/office/drawing/2014/main" id="{1E2386B7-272F-BDAB-2DCD-298558469EDB}"/>
              </a:ext>
            </a:extLst>
          </p:cNvPr>
          <p:cNvSpPr>
            <a:spLocks xmlns:a="http://schemas.openxmlformats.org/drawingml/2006/main" noGrp="1"/>
          </p:cNvSpPr>
          <p:nvPr>
            <p:ph type="pic" idx="32" hasCustomPrompt="1"/>
          </p:nvPr>
        </p:nvSpPr>
        <p:spPr>
          <a:xfrm xmlns:a="http://schemas.openxmlformats.org/drawingml/2006/main">
            <a:off x="9049131" y="0"/>
            <a:ext cx="3142870" cy="4060563"/>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p:txBody>
      </p:sp>
      <p:sp>
        <p:nvSpPr>
          <p:cNvPr id="14" name="Date Placeholder 13">
            <a:extLst xmlns:a="http://schemas.openxmlformats.org/drawingml/2006/main">
              <a:ext uri="{FF2B5EF4-FFF2-40B4-BE49-F238E27FC236}">
                <a16:creationId xmlns:a16="http://schemas.microsoft.com/office/drawing/2014/main" id="{107556E0-066D-73A9-8483-EF073B1B4B65}"/>
              </a:ext>
            </a:extLst>
          </p:cNvPr>
          <p:cNvSpPr>
            <a:spLocks xmlns:a="http://schemas.openxmlformats.org/drawingml/2006/main" noGrp="1"/>
          </p:cNvSpPr>
          <p:nvPr>
            <p:ph type="dt" idx="39"/>
          </p:nvPr>
        </p:nvSpPr>
        <p:spPr/>
        <p:txBody>
          <a:bodyPr xmlns:a="http://schemas.openxmlformats.org/drawingml/2006/main"/>
          <a:lstStyle xmlns:a="http://schemas.openxmlformats.org/drawingml/2006/main"/>
          <a:p xmlns:a="http://schemas.openxmlformats.org/drawingml/2006/main">
            <a:r>
              <a:t>[Date]</a:t>
            </a:r>
          </a:p>
        </p:txBody>
      </p:sp>
      <p:sp>
        <p:nvSpPr>
          <p:cNvPr id="15" name="Footer Placeholder 14">
            <a:extLst xmlns:a="http://schemas.openxmlformats.org/drawingml/2006/main">
              <a:ext uri="{FF2B5EF4-FFF2-40B4-BE49-F238E27FC236}">
                <a16:creationId xmlns:a16="http://schemas.microsoft.com/office/drawing/2014/main" id="{27A0161D-D4E3-6AD3-F5D9-BE3D00BA47EB}"/>
              </a:ext>
            </a:extLst>
          </p:cNvPr>
          <p:cNvSpPr>
            <a:spLocks xmlns:a="http://schemas.openxmlformats.org/drawingml/2006/main" noGrp="1"/>
          </p:cNvSpPr>
          <p:nvPr>
            <p:ph type="ftr" idx="40"/>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16" name="Slide Number Placeholder 15">
            <a:extLst xmlns:a="http://schemas.openxmlformats.org/drawingml/2006/main">
              <a:ext uri="{FF2B5EF4-FFF2-40B4-BE49-F238E27FC236}">
                <a16:creationId xmlns:a16="http://schemas.microsoft.com/office/drawing/2014/main" id="{A5A5B1E8-874F-8377-4EBB-238E85FFADA8}"/>
              </a:ext>
            </a:extLst>
          </p:cNvPr>
          <p:cNvSpPr>
            <a:spLocks xmlns:a="http://schemas.openxmlformats.org/drawingml/2006/main" noGrp="1"/>
          </p:cNvSpPr>
          <p:nvPr>
            <p:ph type="sldNum" idx="41"/>
          </p:nvPr>
        </p:nvSpPr>
        <p:spPr/>
        <p:txBody>
          <a:bodyPr xmlns:a="http://schemas.openxmlformats.org/drawingml/2006/main"/>
          <a:lstStyle xmlns:a="http://schemas.openxmlformats.org/drawingml/2006/main"/>
          <a:p xmlns:a="http://schemas.openxmlformats.org/drawingml/2006/main">
            <a:fld id="{345D60D9-5372-5F40-9443-0F9AE5BDC3C8}" type="slidenum">
              <a:t>‹#›</a:t>
            </a:fld>
          </a:p>
        </p:txBody>
      </p:sp>
    </p:spTree>
  </p:cSld>
</p:sldLayout>
</file>

<file path=ppt/slideLayouts/slideLayout93.xml><?xml version="1.0" encoding="utf-8"?>
<p:sldLayout xmlns:p="http://schemas.openxmlformats.org/presentationml/2006/main" preserve="1" userDrawn="1">
  <p:cSld name="PHOTO_Full Slide">
    <p:bg>
      <p:bgRef idx="1001">
        <a:schemeClr xmlns:a="http://schemas.openxmlformats.org/drawingml/2006/main" val="bg2"/>
      </p:bgRef>
    </p:bg>
    <p:spTree>
      <p:nvGrpSpPr>
        <p:cNvPr id="1" name=""/>
        <p:cNvGrpSpPr/>
        <p:nvPr/>
      </p:nvGrpSpPr>
      <p:grpSpPr>
        <a:xfrm xmlns:a="http://schemas.openxmlformats.org/drawingml/2006/main"/>
      </p:grpSpPr>
      <p:sp>
        <p:nvSpPr>
          <p:cNvPr id="2" name="Picture Placeholder 1">
            <a:extLst xmlns:a="http://schemas.openxmlformats.org/drawingml/2006/main">
              <a:ext uri="{FF2B5EF4-FFF2-40B4-BE49-F238E27FC236}">
                <a16:creationId xmlns:a16="http://schemas.microsoft.com/office/drawing/2014/main" id="{5170667F-B06C-96EB-B8A5-00675DC62804}"/>
              </a:ext>
            </a:extLst>
          </p:cNvPr>
          <p:cNvSpPr>
            <a:spLocks xmlns:a="http://schemas.openxmlformats.org/drawingml/2006/main" noGrp="1"/>
          </p:cNvSpPr>
          <p:nvPr>
            <p:ph type="pic" idx="13" hasCustomPrompt="1"/>
          </p:nvPr>
        </p:nvSpPr>
        <p:spPr>
          <a:xfrm xmlns:a="http://schemas.openxmlformats.org/drawingml/2006/main">
            <a:off x="0" y="0"/>
            <a:ext cx="12192000" cy="6858000"/>
          </a:xfrm>
        </p:spPr>
        <p:txBody>
          <a:bodyPr xmlns:a="http://schemas.openxmlformats.org/drawingml/2006/main" anchor="ctr"/>
          <a:lstStyle xmlns:a="http://schemas.openxmlformats.org/drawingml/2006/main">
            <a:lvl1pPr algn="ctr">
              <a:buNone/>
              <a:defRPr/>
            </a:lvl1pPr>
          </a:lstStyle>
          <a:p xmlns:a="http://schemas.openxmlformats.org/drawingml/2006/main">
            <a:pPr marL="0" indent="0" algn="ctr">
              <a:lnSpc>
                <a:spcPct val="95000"/>
              </a:lnSpc>
              <a:spcBef>
                <a:spcPts val="600"/>
              </a:spcBef>
              <a:spcAft>
                <a:spcPts val="0"/>
              </a:spcAft>
              <a:buNone/>
            </a:pPr>
            <a:r>
              <a:t>Click to add photo or illustration</a:t>
            </a:r>
          </a:p>
          <a:p xmlns:a="http://schemas.openxmlformats.org/drawingml/2006/main"/>
          <a:p xmlns:a="http://schemas.openxmlformats.org/drawingml/2006/main"/>
        </p:txBody>
      </p:sp>
    </p:spTree>
  </p:cSld>
</p:sldLayout>
</file>

<file path=ppt/slideLayouts/slideLayout94.xml><?xml version="1.0" encoding="utf-8"?>
<p:sldLayout xmlns:p="http://schemas.openxmlformats.org/presentationml/2006/main" preserve="1" userDrawn="1">
  <p:cSld name="Dark 2 Images and Content">
    <p:bg>
      <p:bgRef idx="1001">
        <a:schemeClr xmlns:a="http://schemas.openxmlformats.org/drawingml/2006/main" val="bg2"/>
      </p:bgRef>
    </p:bg>
    <p:spTree>
      <p:nvGrpSpPr>
        <p:cNvPr id="1" name=""/>
        <p:cNvGrpSpPr/>
        <p:nvPr/>
      </p:nvGrpSpPr>
      <p:grpSpPr>
        <a:xfrm xmlns:a="http://schemas.openxmlformats.org/drawingml/2006/main"/>
      </p:grpSpPr>
      <p:sp>
        <p:nvSpPr>
          <p:cNvPr id="7" name="Title 1">
            <a:extLst xmlns:a="http://schemas.openxmlformats.org/drawingml/2006/main">
              <a:ext uri="{FF2B5EF4-FFF2-40B4-BE49-F238E27FC236}">
                <a16:creationId xmlns:a16="http://schemas.microsoft.com/office/drawing/2014/main" id="{A536DA1B-D096-01B8-6B79-C6DBB456A7CA}"/>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Title</a:t>
            </a:r>
          </a:p>
        </p:txBody>
      </p:sp>
      <p:sp>
        <p:nvSpPr>
          <p:cNvPr id="6" name="Picture Placeholder 12">
            <a:extLst xmlns:a="http://schemas.openxmlformats.org/drawingml/2006/main">
              <a:ext uri="{FF2B5EF4-FFF2-40B4-BE49-F238E27FC236}">
                <a16:creationId xmlns:a16="http://schemas.microsoft.com/office/drawing/2014/main" id="{5C4A9BEF-054B-38A2-DDC6-DD7D3B185912}"/>
              </a:ext>
            </a:extLst>
          </p:cNvPr>
          <p:cNvSpPr>
            <a:spLocks xmlns:a="http://schemas.openxmlformats.org/drawingml/2006/main" noGrp="1"/>
          </p:cNvSpPr>
          <p:nvPr>
            <p:ph type="pic" idx="26" hasCustomPrompt="1"/>
          </p:nvPr>
        </p:nvSpPr>
        <p:spPr>
          <a:xfrm xmlns:a="http://schemas.openxmlformats.org/drawingml/2006/main">
            <a:off x="795712" y="1616572"/>
            <a:ext cx="4924591" cy="2662745"/>
          </a:xfrm>
          <a:prstGeom xmlns:a="http://schemas.openxmlformats.org/drawingml/2006/main" prst="rect">
            <a:avLst/>
          </a:prstGeom>
          <a:solidFill xmlns:a="http://schemas.openxmlformats.org/drawingml/2006/main">
            <a:schemeClr val="bg1">
              <a:alpha val="10000"/>
            </a:schemeClr>
          </a:solidFill>
        </p:spPr>
        <p:txBody>
          <a:bodyPr xmlns:a="http://schemas.openxmlformats.org/drawingml/2006/main" vert="horz" lIns="91440" tIns="45720" rIns="91440" bIns="45720" anchor="ctr">
            <a:normAutofit/>
          </a:bodyPr>
          <a:lstStyle xmlns:a="http://schemas.openxmlformats.org/drawingml/2006/main">
            <a:lvl1pPr>
              <a:buNone/>
              <a:defRPr>
                <a:solidFill>
                  <a:schemeClr val="tx1"/>
                </a:solidFill>
              </a:defRPr>
            </a:lvl1pPr>
          </a:lstStyle>
          <a:p xmlns:a="http://schemas.openxmlformats.org/drawingml/2006/main">
            <a:pPr algn="ctr">
              <a:buNone/>
            </a:pPr>
            <a:r>
              <a:t>Click to add photo or illustration</a:t>
            </a:r>
          </a:p>
          <a:p xmlns:a="http://schemas.openxmlformats.org/drawingml/2006/main">
            <a:pPr algn="ctr">
              <a:buNone/>
            </a:pPr>
          </a:p>
          <a:p xmlns:a="http://schemas.openxmlformats.org/drawingml/2006/main">
            <a:pPr algn="ctr">
              <a:buNone/>
            </a:pPr>
          </a:p>
        </p:txBody>
      </p:sp>
      <p:sp>
        <p:nvSpPr>
          <p:cNvPr id="4" name="Text Placeholder 5">
            <a:extLst xmlns:a="http://schemas.openxmlformats.org/drawingml/2006/main">
              <a:ext uri="{FF2B5EF4-FFF2-40B4-BE49-F238E27FC236}">
                <a16:creationId xmlns:a16="http://schemas.microsoft.com/office/drawing/2014/main" id="{5359DD48-7CB8-3699-CA89-9D72DAA6B0BF}"/>
              </a:ext>
            </a:extLst>
          </p:cNvPr>
          <p:cNvSpPr>
            <a:spLocks xmlns:a="http://schemas.openxmlformats.org/drawingml/2006/main" noGrp="1"/>
          </p:cNvSpPr>
          <p:nvPr>
            <p:ph type="body" idx="29"/>
          </p:nvPr>
        </p:nvSpPr>
        <p:spPr>
          <a:xfrm xmlns:a="http://schemas.openxmlformats.org/drawingml/2006/main">
            <a:off x="792538" y="4434829"/>
            <a:ext cx="4950147" cy="1291432"/>
          </a:xfrm>
        </p:spPr>
        <p:txBody>
          <a:bodyPr xmlns:a="http://schemas.openxmlformats.org/drawingml/2006/main"/>
          <a:lstStyle xmlns:a="http://schemas.openxmlformats.org/drawingml/2006/main">
            <a:lvl1pPr>
              <a:lnSpc>
                <a:spcPct val="100000"/>
              </a:lnSpc>
              <a:buNone/>
              <a:defRPr sz="1600" b="0" i="0">
                <a:solidFill>
                  <a:schemeClr val="tx1"/>
                </a:solidFill>
                <a:latin typeface="Oracle Sans Tab"/>
                <a:ea typeface="Oracle Sans Tab"/>
                <a:cs typeface="Oracle Sans Tab"/>
              </a:defRPr>
            </a:lvl1pPr>
            <a:lvl2pPr>
              <a:lnSpc>
                <a:spcPct val="100000"/>
              </a:lnSpc>
              <a:buNone/>
              <a:defRPr sz="1600" b="0" i="0">
                <a:solidFill>
                  <a:schemeClr val="tx1"/>
                </a:solidFill>
                <a:latin typeface="Oracle Sans Tab"/>
                <a:ea typeface="Oracle Sans Tab"/>
                <a:cs typeface="Oracle Sans Tab"/>
              </a:defRPr>
            </a:lvl2pPr>
            <a:lvl3pPr>
              <a:lnSpc>
                <a:spcPct val="100000"/>
              </a:lnSpc>
              <a:buNone/>
              <a:defRPr sz="1600" b="0" i="0">
                <a:solidFill>
                  <a:schemeClr val="tx1"/>
                </a:solidFill>
                <a:latin typeface="Oracle Sans Tab"/>
                <a:ea typeface="Oracle Sans Tab"/>
                <a:cs typeface="Oracle Sans Tab"/>
              </a:defRPr>
            </a:lvl3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p:txBody>
      </p:sp>
      <p:sp>
        <p:nvSpPr>
          <p:cNvPr id="9" name="Picture Placeholder 12">
            <a:extLst xmlns:a="http://schemas.openxmlformats.org/drawingml/2006/main">
              <a:ext uri="{FF2B5EF4-FFF2-40B4-BE49-F238E27FC236}">
                <a16:creationId xmlns:a16="http://schemas.microsoft.com/office/drawing/2014/main" id="{32FA574C-02E7-4456-3CFF-3AD988229D69}"/>
              </a:ext>
            </a:extLst>
          </p:cNvPr>
          <p:cNvSpPr>
            <a:spLocks xmlns:a="http://schemas.openxmlformats.org/drawingml/2006/main" noGrp="1"/>
          </p:cNvSpPr>
          <p:nvPr>
            <p:ph type="pic" idx="27" hasCustomPrompt="1"/>
          </p:nvPr>
        </p:nvSpPr>
        <p:spPr>
          <a:xfrm xmlns:a="http://schemas.openxmlformats.org/drawingml/2006/main">
            <a:off x="6411475" y="1601343"/>
            <a:ext cx="4924591" cy="2662745"/>
          </a:xfrm>
          <a:prstGeom xmlns:a="http://schemas.openxmlformats.org/drawingml/2006/main" prst="rect">
            <a:avLst/>
          </a:prstGeom>
          <a:solidFill xmlns:a="http://schemas.openxmlformats.org/drawingml/2006/main">
            <a:schemeClr val="bg1">
              <a:alpha val="10000"/>
            </a:schemeClr>
          </a:solidFill>
        </p:spPr>
        <p:txBody>
          <a:bodyPr xmlns:a="http://schemas.openxmlformats.org/drawingml/2006/main" vert="horz" lIns="91440" tIns="45720" rIns="91440" bIns="45720" anchor="ctr">
            <a:normAutofit/>
          </a:bodyPr>
          <a:lstStyle xmlns:a="http://schemas.openxmlformats.org/drawingml/2006/main">
            <a:lvl1pPr>
              <a:buNone/>
              <a:defRPr>
                <a:solidFill>
                  <a:schemeClr val="tx1"/>
                </a:solidFill>
              </a:defRPr>
            </a:lvl1pPr>
          </a:lstStyle>
          <a:p xmlns:a="http://schemas.openxmlformats.org/drawingml/2006/main">
            <a:pPr algn="ctr">
              <a:buNone/>
            </a:pPr>
            <a:r>
              <a:t>Click to add photo or illustration</a:t>
            </a:r>
          </a:p>
          <a:p xmlns:a="http://schemas.openxmlformats.org/drawingml/2006/main">
            <a:pPr algn="ctr">
              <a:buNone/>
            </a:pPr>
          </a:p>
          <a:p xmlns:a="http://schemas.openxmlformats.org/drawingml/2006/main">
            <a:pPr algn="ctr">
              <a:buNone/>
            </a:pPr>
          </a:p>
          <a:p xmlns:a="http://schemas.openxmlformats.org/drawingml/2006/main">
            <a:pPr algn="ctr">
              <a:buNone/>
            </a:pPr>
          </a:p>
        </p:txBody>
      </p:sp>
      <p:sp>
        <p:nvSpPr>
          <p:cNvPr id="5" name="Text Placeholder 7">
            <a:extLst xmlns:a="http://schemas.openxmlformats.org/drawingml/2006/main">
              <a:ext uri="{FF2B5EF4-FFF2-40B4-BE49-F238E27FC236}">
                <a16:creationId xmlns:a16="http://schemas.microsoft.com/office/drawing/2014/main" id="{346E39F9-D43F-04FC-3023-F53553A4056D}"/>
              </a:ext>
            </a:extLst>
          </p:cNvPr>
          <p:cNvSpPr>
            <a:spLocks xmlns:a="http://schemas.openxmlformats.org/drawingml/2006/main" noGrp="1"/>
          </p:cNvSpPr>
          <p:nvPr>
            <p:ph type="body" idx="30"/>
          </p:nvPr>
        </p:nvSpPr>
        <p:spPr>
          <a:xfrm xmlns:a="http://schemas.openxmlformats.org/drawingml/2006/main">
            <a:off x="6448844" y="4419602"/>
            <a:ext cx="4924747" cy="1280319"/>
          </a:xfrm>
        </p:spPr>
        <p:txBody>
          <a:bodyPr xmlns:a="http://schemas.openxmlformats.org/drawingml/2006/main"/>
          <a:lstStyle xmlns:a="http://schemas.openxmlformats.org/drawingml/2006/main">
            <a:lvl1pPr>
              <a:lnSpc>
                <a:spcPct val="100000"/>
              </a:lnSpc>
              <a:buNone/>
              <a:defRPr sz="1600" b="0" i="0">
                <a:solidFill>
                  <a:schemeClr val="tx1"/>
                </a:solidFill>
                <a:latin typeface="Oracle Sans Tab"/>
                <a:ea typeface="Oracle Sans Tab"/>
                <a:cs typeface="Oracle Sans Tab"/>
              </a:defRPr>
            </a:lvl1pPr>
            <a:lvl2pPr>
              <a:lnSpc>
                <a:spcPct val="100000"/>
              </a:lnSpc>
              <a:buNone/>
              <a:defRPr sz="1600" b="0" i="0">
                <a:solidFill>
                  <a:schemeClr val="tx1"/>
                </a:solidFill>
                <a:latin typeface="Oracle Sans Tab"/>
                <a:ea typeface="Oracle Sans Tab"/>
                <a:cs typeface="Oracle Sans Tab"/>
              </a:defRPr>
            </a:lvl2pPr>
            <a:lvl3pPr>
              <a:lnSpc>
                <a:spcPct val="100000"/>
              </a:lnSpc>
              <a:buNone/>
              <a:defRPr sz="1600" b="0" i="0">
                <a:solidFill>
                  <a:schemeClr val="tx1"/>
                </a:solidFill>
                <a:latin typeface="Oracle Sans Tab"/>
                <a:ea typeface="Oracle Sans Tab"/>
                <a:cs typeface="Oracle Sans Tab"/>
              </a:defRPr>
            </a:lvl3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p:txBody>
      </p:sp>
      <p:sp>
        <p:nvSpPr>
          <p:cNvPr id="2" name="Date Placeholder 1">
            <a:extLst xmlns:a="http://schemas.openxmlformats.org/drawingml/2006/main">
              <a:ext uri="{FF2B5EF4-FFF2-40B4-BE49-F238E27FC236}">
                <a16:creationId xmlns:a16="http://schemas.microsoft.com/office/drawing/2014/main" id="{FBB3D38A-DAD7-AD1C-E0A9-BB3DD3E5B7D9}"/>
              </a:ext>
            </a:extLst>
          </p:cNvPr>
          <p:cNvSpPr>
            <a:spLocks xmlns:a="http://schemas.openxmlformats.org/drawingml/2006/main" noGrp="1"/>
          </p:cNvSpPr>
          <p:nvPr>
            <p:ph type="dt" idx="31"/>
          </p:nvPr>
        </p:nvSpPr>
        <p:spPr/>
        <p:txBody>
          <a:bodyPr xmlns:a="http://schemas.openxmlformats.org/drawingml/2006/main"/>
          <a:lstStyle xmlns:a="http://schemas.openxmlformats.org/drawingml/2006/main"/>
          <a:p xmlns:a="http://schemas.openxmlformats.org/drawingml/2006/main">
            <a:r>
              <a:t>[Date]</a:t>
            </a:r>
          </a:p>
        </p:txBody>
      </p:sp>
      <p:sp>
        <p:nvSpPr>
          <p:cNvPr id="3" name="Footer Placeholder 2">
            <a:extLst xmlns:a="http://schemas.openxmlformats.org/drawingml/2006/main">
              <a:ext uri="{FF2B5EF4-FFF2-40B4-BE49-F238E27FC236}">
                <a16:creationId xmlns:a16="http://schemas.microsoft.com/office/drawing/2014/main" id="{DFC3B700-B448-3544-7EE5-E687C5E2B456}"/>
              </a:ext>
            </a:extLst>
          </p:cNvPr>
          <p:cNvSpPr>
            <a:spLocks xmlns:a="http://schemas.openxmlformats.org/drawingml/2006/main" noGrp="1"/>
          </p:cNvSpPr>
          <p:nvPr>
            <p:ph type="ftr" idx="32"/>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12" name="Slide Number Placeholder 11">
            <a:extLst xmlns:a="http://schemas.openxmlformats.org/drawingml/2006/main">
              <a:ext uri="{FF2B5EF4-FFF2-40B4-BE49-F238E27FC236}">
                <a16:creationId xmlns:a16="http://schemas.microsoft.com/office/drawing/2014/main" id="{7BE10385-BBEB-DFD5-33DC-C86F7D3B3AFB}"/>
              </a:ext>
            </a:extLst>
          </p:cNvPr>
          <p:cNvSpPr>
            <a:spLocks xmlns:a="http://schemas.openxmlformats.org/drawingml/2006/main" noGrp="1"/>
          </p:cNvSpPr>
          <p:nvPr>
            <p:ph type="sldNum" idx="33"/>
          </p:nvPr>
        </p:nvSpPr>
        <p:spPr/>
        <p:txBody>
          <a:bodyPr xmlns:a="http://schemas.openxmlformats.org/drawingml/2006/main"/>
          <a:lstStyle xmlns:a="http://schemas.openxmlformats.org/drawingml/2006/main"/>
          <a:p xmlns:a="http://schemas.openxmlformats.org/drawingml/2006/main">
            <a:fld id="{345D60D9-5372-5F40-9443-0F9AE5BDC3C8}" type="slidenum">
              <a:t>‹#›</a:t>
            </a:fld>
          </a:p>
        </p:txBody>
      </p:sp>
    </p:spTree>
  </p:cSld>
</p:sldLayout>
</file>

<file path=ppt/slideLayouts/slideLayout95.xml><?xml version="1.0" encoding="utf-8"?>
<p:sldLayout xmlns:p="http://schemas.openxmlformats.org/presentationml/2006/main" preserve="1" userDrawn="1">
  <p:cSld name="Light 2 Images and Content">
    <p:bg>
      <p:bgRef idx="1001">
        <a:schemeClr xmlns:a="http://schemas.openxmlformats.org/drawingml/2006/main" val="bg2"/>
      </p:bgRef>
    </p:bg>
    <p:spTree>
      <p:nvGrpSpPr>
        <p:cNvPr id="1" name=""/>
        <p:cNvGrpSpPr/>
        <p:nvPr/>
      </p:nvGrpSpPr>
      <p:grpSpPr>
        <a:xfrm xmlns:a="http://schemas.openxmlformats.org/drawingml/2006/main"/>
      </p:grpSpPr>
      <p:sp>
        <p:nvSpPr>
          <p:cNvPr id="7" name="Title 1">
            <a:extLst xmlns:a="http://schemas.openxmlformats.org/drawingml/2006/main">
              <a:ext uri="{FF2B5EF4-FFF2-40B4-BE49-F238E27FC236}">
                <a16:creationId xmlns:a16="http://schemas.microsoft.com/office/drawing/2014/main" id="{CFD4E609-9037-8285-A36E-039E71F8B03C}"/>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12" name="Picture Placeholder 12">
            <a:extLst xmlns:a="http://schemas.openxmlformats.org/drawingml/2006/main">
              <a:ext uri="{FF2B5EF4-FFF2-40B4-BE49-F238E27FC236}">
                <a16:creationId xmlns:a16="http://schemas.microsoft.com/office/drawing/2014/main" id="{90ACCFB3-5B0B-D6E2-D2BA-F70E9C22E3F7}"/>
              </a:ext>
            </a:extLst>
          </p:cNvPr>
          <p:cNvSpPr>
            <a:spLocks xmlns:a="http://schemas.openxmlformats.org/drawingml/2006/main" noGrp="1"/>
          </p:cNvSpPr>
          <p:nvPr>
            <p:ph type="pic" idx="26" hasCustomPrompt="1"/>
          </p:nvPr>
        </p:nvSpPr>
        <p:spPr>
          <a:xfrm xmlns:a="http://schemas.openxmlformats.org/drawingml/2006/main">
            <a:off x="795712" y="1616572"/>
            <a:ext cx="4924591" cy="2662745"/>
          </a:xfrm>
          <a:prstGeom xmlns:a="http://schemas.openxmlformats.org/drawingml/2006/main" prst="rect">
            <a:avLst/>
          </a:prstGeom>
          <a:solidFill xmlns:a="http://schemas.openxmlformats.org/drawingml/2006/main">
            <a:schemeClr val="bg1">
              <a:alpha val="10000"/>
            </a:schemeClr>
          </a:solidFill>
        </p:spPr>
        <p:txBody>
          <a:bodyPr xmlns:a="http://schemas.openxmlformats.org/drawingml/2006/main" vert="horz" lIns="91440" tIns="45720" rIns="91440" bIns="45720" anchor="ctr">
            <a:normAutofit/>
          </a:bodyPr>
          <a:lstStyle xmlns:a="http://schemas.openxmlformats.org/drawingml/2006/main">
            <a:lvl1pPr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p:txBody>
      </p:sp>
      <p:sp>
        <p:nvSpPr>
          <p:cNvPr id="8" name="Text Placeholder 5">
            <a:extLst xmlns:a="http://schemas.openxmlformats.org/drawingml/2006/main">
              <a:ext uri="{FF2B5EF4-FFF2-40B4-BE49-F238E27FC236}">
                <a16:creationId xmlns:a16="http://schemas.microsoft.com/office/drawing/2014/main" id="{AE8171D6-A364-A377-FFE9-3F53F16263EA}"/>
              </a:ext>
            </a:extLst>
          </p:cNvPr>
          <p:cNvSpPr>
            <a:spLocks xmlns:a="http://schemas.openxmlformats.org/drawingml/2006/main" noGrp="1"/>
          </p:cNvSpPr>
          <p:nvPr>
            <p:ph type="body" idx="29"/>
          </p:nvPr>
        </p:nvSpPr>
        <p:spPr>
          <a:xfrm xmlns:a="http://schemas.openxmlformats.org/drawingml/2006/main">
            <a:off x="792538" y="4434829"/>
            <a:ext cx="4950147" cy="129143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p:txBody>
      </p:sp>
      <p:sp>
        <p:nvSpPr>
          <p:cNvPr id="13" name="Picture Placeholder 12">
            <a:extLst xmlns:a="http://schemas.openxmlformats.org/drawingml/2006/main">
              <a:ext uri="{FF2B5EF4-FFF2-40B4-BE49-F238E27FC236}">
                <a16:creationId xmlns:a16="http://schemas.microsoft.com/office/drawing/2014/main" id="{AE9BE660-418D-B00B-4919-F18A26E7CECF}"/>
              </a:ext>
            </a:extLst>
          </p:cNvPr>
          <p:cNvSpPr>
            <a:spLocks xmlns:a="http://schemas.openxmlformats.org/drawingml/2006/main" noGrp="1"/>
          </p:cNvSpPr>
          <p:nvPr>
            <p:ph type="pic" idx="27" hasCustomPrompt="1"/>
          </p:nvPr>
        </p:nvSpPr>
        <p:spPr>
          <a:xfrm xmlns:a="http://schemas.openxmlformats.org/drawingml/2006/main">
            <a:off x="6411475" y="1601343"/>
            <a:ext cx="4924591" cy="2662745"/>
          </a:xfrm>
          <a:prstGeom xmlns:a="http://schemas.openxmlformats.org/drawingml/2006/main" prst="rect">
            <a:avLst/>
          </a:prstGeom>
          <a:solidFill xmlns:a="http://schemas.openxmlformats.org/drawingml/2006/main">
            <a:schemeClr val="bg1">
              <a:alpha val="10000"/>
            </a:schemeClr>
          </a:solidFill>
        </p:spPr>
        <p:txBody>
          <a:bodyPr xmlns:a="http://schemas.openxmlformats.org/drawingml/2006/main" vert="horz" lIns="91440" tIns="45720" rIns="91440" bIns="45720" anchor="ctr">
            <a:normAutofit/>
          </a:bodyPr>
          <a:lstStyle xmlns:a="http://schemas.openxmlformats.org/drawingml/2006/main">
            <a:lvl1pPr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p:txBody>
      </p:sp>
      <p:sp>
        <p:nvSpPr>
          <p:cNvPr id="11" name="Text Placeholder 7">
            <a:extLst xmlns:a="http://schemas.openxmlformats.org/drawingml/2006/main">
              <a:ext uri="{FF2B5EF4-FFF2-40B4-BE49-F238E27FC236}">
                <a16:creationId xmlns:a16="http://schemas.microsoft.com/office/drawing/2014/main" id="{79E2D9AD-B603-1F6B-F5F3-92A71334B474}"/>
              </a:ext>
            </a:extLst>
          </p:cNvPr>
          <p:cNvSpPr>
            <a:spLocks xmlns:a="http://schemas.openxmlformats.org/drawingml/2006/main" noGrp="1"/>
          </p:cNvSpPr>
          <p:nvPr>
            <p:ph type="body" idx="30"/>
          </p:nvPr>
        </p:nvSpPr>
        <p:spPr>
          <a:xfrm xmlns:a="http://schemas.openxmlformats.org/drawingml/2006/main">
            <a:off x="6448844" y="4419602"/>
            <a:ext cx="4924747" cy="1280319"/>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p:txBody>
      </p:sp>
      <p:sp>
        <p:nvSpPr>
          <p:cNvPr id="10" name="Date Placeholder 9">
            <a:extLst xmlns:a="http://schemas.openxmlformats.org/drawingml/2006/main">
              <a:ext uri="{FF2B5EF4-FFF2-40B4-BE49-F238E27FC236}">
                <a16:creationId xmlns:a16="http://schemas.microsoft.com/office/drawing/2014/main" id="{85A9492D-DB2E-E2C4-45F4-7AF271080C50}"/>
              </a:ext>
            </a:extLst>
          </p:cNvPr>
          <p:cNvSpPr>
            <a:spLocks xmlns:a="http://schemas.openxmlformats.org/drawingml/2006/main" noGrp="1"/>
          </p:cNvSpPr>
          <p:nvPr>
            <p:ph type="dt" idx="31"/>
          </p:nvPr>
        </p:nvSpPr>
        <p:spPr/>
        <p:txBody>
          <a:bodyPr xmlns:a="http://schemas.openxmlformats.org/drawingml/2006/main"/>
          <a:lstStyle xmlns:a="http://schemas.openxmlformats.org/drawingml/2006/main"/>
          <a:p xmlns:a="http://schemas.openxmlformats.org/drawingml/2006/main">
            <a:r>
              <a:t>[Date]</a:t>
            </a:r>
          </a:p>
        </p:txBody>
      </p:sp>
      <p:sp>
        <p:nvSpPr>
          <p:cNvPr id="14" name="Footer Placeholder 13">
            <a:extLst xmlns:a="http://schemas.openxmlformats.org/drawingml/2006/main">
              <a:ext uri="{FF2B5EF4-FFF2-40B4-BE49-F238E27FC236}">
                <a16:creationId xmlns:a16="http://schemas.microsoft.com/office/drawing/2014/main" id="{60B2D8D7-54AC-C6A8-3CAF-48E700878C65}"/>
              </a:ext>
            </a:extLst>
          </p:cNvPr>
          <p:cNvSpPr>
            <a:spLocks xmlns:a="http://schemas.openxmlformats.org/drawingml/2006/main" noGrp="1"/>
          </p:cNvSpPr>
          <p:nvPr>
            <p:ph type="ftr" idx="32"/>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15" name="Slide Number Placeholder 14">
            <a:extLst xmlns:a="http://schemas.openxmlformats.org/drawingml/2006/main">
              <a:ext uri="{FF2B5EF4-FFF2-40B4-BE49-F238E27FC236}">
                <a16:creationId xmlns:a16="http://schemas.microsoft.com/office/drawing/2014/main" id="{7A7EC624-0543-7018-518A-AD8209E76E08}"/>
              </a:ext>
            </a:extLst>
          </p:cNvPr>
          <p:cNvSpPr>
            <a:spLocks xmlns:a="http://schemas.openxmlformats.org/drawingml/2006/main" noGrp="1"/>
          </p:cNvSpPr>
          <p:nvPr>
            <p:ph type="sldNum" idx="33"/>
          </p:nvPr>
        </p:nvSpPr>
        <p:spPr/>
        <p:txBody>
          <a:bodyPr xmlns:a="http://schemas.openxmlformats.org/drawingml/2006/main"/>
          <a:lstStyle xmlns:a="http://schemas.openxmlformats.org/drawingml/2006/main"/>
          <a:p xmlns:a="http://schemas.openxmlformats.org/drawingml/2006/main">
            <a:fld id="{345D60D9-5372-5F40-9443-0F9AE5BDC3C8}" type="slidenum">
              <a:t>‹#›</a:t>
            </a:fld>
          </a:p>
        </p:txBody>
      </p:sp>
    </p:spTree>
  </p:cSld>
</p:sldLayout>
</file>

<file path=ppt/slideLayouts/slideLayout96.xml><?xml version="1.0" encoding="utf-8"?>
<p:sldLayout xmlns:p="http://schemas.openxmlformats.org/presentationml/2006/main" preserve="1" userDrawn="1">
  <p:cSld name="Dark - Bold Statement with Photo half">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BB5018F-8341-A0A7-3798-BB6D386BF6AE}"/>
              </a:ext>
            </a:extLst>
          </p:cNvPr>
          <p:cNvSpPr>
            <a:spLocks xmlns:a="http://schemas.openxmlformats.org/drawingml/2006/main" noGrp="1"/>
          </p:cNvSpPr>
          <p:nvPr>
            <p:ph type="title" idx="0"/>
          </p:nvPr>
        </p:nvSpPr>
        <p:spPr>
          <a:xfrm xmlns:a="http://schemas.openxmlformats.org/drawingml/2006/main">
            <a:off x="768875" y="3017520"/>
            <a:ext cx="4595613" cy="822960"/>
          </a:xfrm>
        </p:spPr>
        <p:txBody>
          <a:bodyPr xmlns:a="http://schemas.openxmlformats.org/drawingml/2006/main" anchor="ctr"/>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Click to edit Master title style</a:t>
            </a:r>
          </a:p>
        </p:txBody>
      </p:sp>
      <p:sp>
        <p:nvSpPr>
          <p:cNvPr id="4" name="Picture Placeholder 17">
            <a:extLst xmlns:a="http://schemas.openxmlformats.org/drawingml/2006/main">
              <a:ext uri="{FF2B5EF4-FFF2-40B4-BE49-F238E27FC236}">
                <a16:creationId xmlns:a16="http://schemas.microsoft.com/office/drawing/2014/main" id="{E05D35C0-2DAC-3332-CC0D-3198C85F0FCC}"/>
              </a:ext>
            </a:extLst>
          </p:cNvPr>
          <p:cNvSpPr>
            <a:spLocks xmlns:a="http://schemas.openxmlformats.org/drawingml/2006/main" noGrp="1"/>
          </p:cNvSpPr>
          <p:nvPr>
            <p:ph type="pic" idx="11" hasCustomPrompt="1"/>
          </p:nvPr>
        </p:nvSpPr>
        <p:spPr>
          <a:xfrm xmlns:a="http://schemas.openxmlformats.org/drawingml/2006/main">
            <a:off x="6096000" y="0"/>
            <a:ext cx="6096000" cy="6858000"/>
          </a:xfrm>
          <a:prstGeom xmlns:a="http://schemas.openxmlformats.org/drawingml/2006/main" prst="rect">
            <a:avLst/>
          </a:prstGeom>
          <a:solidFill xmlns:a="http://schemas.openxmlformats.org/drawingml/2006/main">
            <a:srgbClr val="AEA8A2"/>
          </a:solidFill>
        </p:spPr>
        <p:txBody>
          <a:bodyPr xmlns:a="http://schemas.openxmlformats.org/drawingml/2006/main" lIns="72000" tIns="72000" rIns="0" anchor="ctr"/>
          <a:lstStyle xmlns:a="http://schemas.openxmlformats.org/drawingml/2006/main">
            <a:lvl1pPr algn="ctr">
              <a:buNone/>
              <a:defRPr sz="1400" b="0" i="0">
                <a:solidFill>
                  <a:schemeClr val="tx1"/>
                </a:solidFill>
                <a:latin typeface="Oracle Sans Tab"/>
                <a:ea typeface="Oracle Sans Tab"/>
                <a:cs typeface="Oracle Sans Tab"/>
              </a:defRPr>
            </a:lvl1pPr>
          </a:lstStyle>
          <a:p xmlns:a="http://schemas.openxmlformats.org/drawingml/2006/main">
            <a:r>
              <a:t>Click to add photo or illustration</a:t>
            </a:r>
          </a:p>
          <a:p xmlns:a="http://schemas.openxmlformats.org/drawingml/2006/main"/>
          <a:p xmlns:a="http://schemas.openxmlformats.org/drawingml/2006/main"/>
          <a:p xmlns:a="http://schemas.openxmlformats.org/drawingml/2006/main"/>
        </p:txBody>
      </p:sp>
      <p:sp>
        <p:nvSpPr>
          <p:cNvPr id="3" name="Date Placeholder 2">
            <a:extLst xmlns:a="http://schemas.openxmlformats.org/drawingml/2006/main">
              <a:ext uri="{FF2B5EF4-FFF2-40B4-BE49-F238E27FC236}">
                <a16:creationId xmlns:a16="http://schemas.microsoft.com/office/drawing/2014/main" id="{2437E2F0-E1C4-80AB-069D-F3CF88470023}"/>
              </a:ext>
            </a:extLst>
          </p:cNvPr>
          <p:cNvSpPr>
            <a:spLocks xmlns:a="http://schemas.openxmlformats.org/drawingml/2006/main" noGrp="1"/>
          </p:cNvSpPr>
          <p:nvPr>
            <p:ph type="dt" idx="12"/>
          </p:nvPr>
        </p:nvSpPr>
        <p:spPr/>
        <p:txBody>
          <a:bodyPr xmlns:a="http://schemas.openxmlformats.org/drawingml/2006/main"/>
          <a:lstStyle xmlns:a="http://schemas.openxmlformats.org/drawingml/2006/main"/>
          <a:p xmlns:a="http://schemas.openxmlformats.org/drawingml/2006/main">
            <a:r>
              <a:t>[Date]</a:t>
            </a:r>
          </a:p>
        </p:txBody>
      </p:sp>
      <p:sp>
        <p:nvSpPr>
          <p:cNvPr id="5" name="Footer Placeholder 4">
            <a:extLst xmlns:a="http://schemas.openxmlformats.org/drawingml/2006/main">
              <a:ext uri="{FF2B5EF4-FFF2-40B4-BE49-F238E27FC236}">
                <a16:creationId xmlns:a16="http://schemas.microsoft.com/office/drawing/2014/main" id="{E644231C-6C52-A8F8-436C-C196A1B49D79}"/>
              </a:ext>
            </a:extLst>
          </p:cNvPr>
          <p:cNvSpPr>
            <a:spLocks xmlns:a="http://schemas.openxmlformats.org/drawingml/2006/main" noGrp="1"/>
          </p:cNvSpPr>
          <p:nvPr>
            <p:ph type="ftr" idx="13"/>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6" name="Slide Number Placeholder 5">
            <a:extLst xmlns:a="http://schemas.openxmlformats.org/drawingml/2006/main">
              <a:ext uri="{FF2B5EF4-FFF2-40B4-BE49-F238E27FC236}">
                <a16:creationId xmlns:a16="http://schemas.microsoft.com/office/drawing/2014/main" id="{5873BC7D-E793-C5E9-498E-958D043D1083}"/>
              </a:ext>
            </a:extLst>
          </p:cNvPr>
          <p:cNvSpPr>
            <a:spLocks xmlns:a="http://schemas.openxmlformats.org/drawingml/2006/main" noGrp="1"/>
          </p:cNvSpPr>
          <p:nvPr>
            <p:ph type="sldNum" idx="14"/>
          </p:nvPr>
        </p:nvSpPr>
        <p:spPr/>
        <p:txBody>
          <a:bodyPr xmlns:a="http://schemas.openxmlformats.org/drawingml/2006/main"/>
          <a:lstStyle xmlns:a="http://schemas.openxmlformats.org/drawingml/2006/main"/>
          <a:p xmlns:a="http://schemas.openxmlformats.org/drawingml/2006/main">
            <a:fld id="{345D60D9-5372-5F40-9443-0F9AE5BDC3C8}" type="slidenum">
              <a:t>‹#›</a:t>
            </a:fld>
          </a:p>
        </p:txBody>
      </p:sp>
    </p:spTree>
  </p:cSld>
</p:sldLayout>
</file>

<file path=ppt/slideLayouts/slideLayout97.xml><?xml version="1.0" encoding="utf-8"?>
<p:sldLayout xmlns:p="http://schemas.openxmlformats.org/presentationml/2006/main" preserve="1" userDrawn="1">
  <p:cSld name="Light - Bold Statement with Photo half">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BB5018F-8341-A0A7-3798-BB6D386BF6AE}"/>
              </a:ext>
            </a:extLst>
          </p:cNvPr>
          <p:cNvSpPr>
            <a:spLocks xmlns:a="http://schemas.openxmlformats.org/drawingml/2006/main" noGrp="1"/>
          </p:cNvSpPr>
          <p:nvPr>
            <p:ph type="title" idx="0"/>
          </p:nvPr>
        </p:nvSpPr>
        <p:spPr>
          <a:xfrm xmlns:a="http://schemas.openxmlformats.org/drawingml/2006/main">
            <a:off x="768875" y="3017520"/>
            <a:ext cx="4595613" cy="822960"/>
          </a:xfrm>
        </p:spPr>
        <p:txBody>
          <a:bodyPr xmlns:a="http://schemas.openxmlformats.org/drawingml/2006/main" anchor="ctr"/>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Click to edit Master title style</a:t>
            </a:r>
          </a:p>
        </p:txBody>
      </p:sp>
      <p:sp>
        <p:nvSpPr>
          <p:cNvPr id="4" name="Picture Placeholder 17">
            <a:extLst xmlns:a="http://schemas.openxmlformats.org/drawingml/2006/main">
              <a:ext uri="{FF2B5EF4-FFF2-40B4-BE49-F238E27FC236}">
                <a16:creationId xmlns:a16="http://schemas.microsoft.com/office/drawing/2014/main" id="{E05D35C0-2DAC-3332-CC0D-3198C85F0FCC}"/>
              </a:ext>
            </a:extLst>
          </p:cNvPr>
          <p:cNvSpPr>
            <a:spLocks xmlns:a="http://schemas.openxmlformats.org/drawingml/2006/main" noGrp="1"/>
          </p:cNvSpPr>
          <p:nvPr>
            <p:ph type="pic" idx="11" hasCustomPrompt="1"/>
          </p:nvPr>
        </p:nvSpPr>
        <p:spPr>
          <a:xfrm xmlns:a="http://schemas.openxmlformats.org/drawingml/2006/main">
            <a:off x="6096000" y="0"/>
            <a:ext cx="6096000" cy="6858000"/>
          </a:xfrm>
          <a:prstGeom xmlns:a="http://schemas.openxmlformats.org/drawingml/2006/main" prst="rect">
            <a:avLst/>
          </a:prstGeom>
          <a:solidFill xmlns:a="http://schemas.openxmlformats.org/drawingml/2006/main">
            <a:srgbClr val="AEA8A2"/>
          </a:solidFill>
        </p:spPr>
        <p:txBody>
          <a:bodyPr xmlns:a="http://schemas.openxmlformats.org/drawingml/2006/main" lIns="72000" tIns="72000" rIns="0" anchor="ctr"/>
          <a:lstStyle xmlns:a="http://schemas.openxmlformats.org/drawingml/2006/main">
            <a:lvl1pPr algn="ctr">
              <a:buNone/>
              <a:defRPr sz="1400" b="0" i="0">
                <a:solidFill>
                  <a:schemeClr val="tx1"/>
                </a:solidFill>
                <a:latin typeface="Oracle Sans Tab"/>
                <a:ea typeface="Oracle Sans Tab"/>
                <a:cs typeface="Oracle Sans Tab"/>
              </a:defRPr>
            </a:lvl1pPr>
          </a:lstStyle>
          <a:p xmlns:a="http://schemas.openxmlformats.org/drawingml/2006/main">
            <a:r>
              <a:t>Click to add photo or illustration</a:t>
            </a:r>
          </a:p>
          <a:p xmlns:a="http://schemas.openxmlformats.org/drawingml/2006/main"/>
          <a:p xmlns:a="http://schemas.openxmlformats.org/drawingml/2006/main"/>
          <a:p xmlns:a="http://schemas.openxmlformats.org/drawingml/2006/main"/>
        </p:txBody>
      </p:sp>
      <p:sp>
        <p:nvSpPr>
          <p:cNvPr id="10" name="Date Placeholder 9">
            <a:extLst xmlns:a="http://schemas.openxmlformats.org/drawingml/2006/main">
              <a:ext uri="{FF2B5EF4-FFF2-40B4-BE49-F238E27FC236}">
                <a16:creationId xmlns:a16="http://schemas.microsoft.com/office/drawing/2014/main" id="{1ED0D83E-A6A8-EC2E-9AEE-F041B959B081}"/>
              </a:ext>
            </a:extLst>
          </p:cNvPr>
          <p:cNvSpPr>
            <a:spLocks xmlns:a="http://schemas.openxmlformats.org/drawingml/2006/main" noGrp="1"/>
          </p:cNvSpPr>
          <p:nvPr>
            <p:ph type="dt" idx="12"/>
          </p:nvPr>
        </p:nvSpPr>
        <p:spPr/>
        <p:txBody>
          <a:bodyPr xmlns:a="http://schemas.openxmlformats.org/drawingml/2006/main"/>
          <a:lstStyle xmlns:a="http://schemas.openxmlformats.org/drawingml/2006/main"/>
          <a:p xmlns:a="http://schemas.openxmlformats.org/drawingml/2006/main">
            <a:r>
              <a:t>[Date]</a:t>
            </a:r>
          </a:p>
        </p:txBody>
      </p:sp>
      <p:sp>
        <p:nvSpPr>
          <p:cNvPr id="11" name="Footer Placeholder 10">
            <a:extLst xmlns:a="http://schemas.openxmlformats.org/drawingml/2006/main">
              <a:ext uri="{FF2B5EF4-FFF2-40B4-BE49-F238E27FC236}">
                <a16:creationId xmlns:a16="http://schemas.microsoft.com/office/drawing/2014/main" id="{EAEE9C20-A393-1346-C445-9646AC2057BE}"/>
              </a:ext>
            </a:extLst>
          </p:cNvPr>
          <p:cNvSpPr>
            <a:spLocks xmlns:a="http://schemas.openxmlformats.org/drawingml/2006/main" noGrp="1"/>
          </p:cNvSpPr>
          <p:nvPr>
            <p:ph type="ftr" idx="13"/>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12" name="Slide Number Placeholder 11">
            <a:extLst xmlns:a="http://schemas.openxmlformats.org/drawingml/2006/main">
              <a:ext uri="{FF2B5EF4-FFF2-40B4-BE49-F238E27FC236}">
                <a16:creationId xmlns:a16="http://schemas.microsoft.com/office/drawing/2014/main" id="{5277FAB9-5274-B753-E85F-8C7371638824}"/>
              </a:ext>
            </a:extLst>
          </p:cNvPr>
          <p:cNvSpPr>
            <a:spLocks xmlns:a="http://schemas.openxmlformats.org/drawingml/2006/main" noGrp="1"/>
          </p:cNvSpPr>
          <p:nvPr>
            <p:ph type="sldNum" idx="14"/>
          </p:nvPr>
        </p:nvSpPr>
        <p:spPr/>
        <p:txBody>
          <a:bodyPr xmlns:a="http://schemas.openxmlformats.org/drawingml/2006/main"/>
          <a:lstStyle xmlns:a="http://schemas.openxmlformats.org/drawingml/2006/main"/>
          <a:p xmlns:a="http://schemas.openxmlformats.org/drawingml/2006/main">
            <a:fld id="{345D60D9-5372-5F40-9443-0F9AE5BDC3C8}" type="slidenum">
              <a:t>‹#›</a:t>
            </a:fld>
          </a:p>
        </p:txBody>
      </p:sp>
    </p:spTree>
  </p:cSld>
</p:sldLayout>
</file>

<file path=ppt/slideLayouts/slideLayout98.xml><?xml version="1.0" encoding="utf-8"?>
<p:sldLayout xmlns:p="http://schemas.openxmlformats.org/presentationml/2006/main" preserve="1" userDrawn="1">
  <p:cSld name="Dark - Screenshot">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740F3D2B-DD8D-3718-AE06-7C8DDB64D815}"/>
              </a:ext>
            </a:extLst>
          </p:cNvPr>
          <p:cNvSpPr>
            <a:spLocks xmlns:a="http://schemas.openxmlformats.org/drawingml/2006/main" noGrp="1"/>
          </p:cNvSpPr>
          <p:nvPr>
            <p:ph type="title" idx="0"/>
          </p:nvPr>
        </p:nvSpPr>
        <p:spPr>
          <a:xfrm xmlns:a="http://schemas.openxmlformats.org/drawingml/2006/main">
            <a:off x="762000" y="2471026"/>
            <a:ext cx="3762466" cy="822960"/>
          </a:xfrm>
        </p:spPr>
        <p:txBody>
          <a:bodyPr xmlns:a="http://schemas.openxmlformats.org/drawingml/2006/main"/>
          <a:lstStyle xmlns:a="http://schemas.openxmlformats.org/drawingml/2006/main">
            <a:lvl1pPr>
              <a:buNone/>
              <a:defRPr b="1" i="0">
                <a:latin typeface="Oracle Sans Tab"/>
                <a:ea typeface="Oracle Sans Tab"/>
                <a:cs typeface="Oracle Sans Tab"/>
              </a:defRPr>
            </a:lvl1pPr>
          </a:lstStyle>
          <a:p xmlns:a="http://schemas.openxmlformats.org/drawingml/2006/main">
            <a:r>
              <a:t>Click to edit Master title style</a:t>
            </a:r>
          </a:p>
        </p:txBody>
      </p:sp>
      <p:sp>
        <p:nvSpPr>
          <p:cNvPr id="10" name="Text Placeholder 21">
            <a:extLst xmlns:a="http://schemas.openxmlformats.org/drawingml/2006/main">
              <a:ext uri="{FF2B5EF4-FFF2-40B4-BE49-F238E27FC236}">
                <a16:creationId xmlns:a16="http://schemas.microsoft.com/office/drawing/2014/main" id="{ADDF4B14-485E-2D9E-8017-8DBD76E5E0CC}"/>
              </a:ext>
            </a:extLst>
          </p:cNvPr>
          <p:cNvSpPr>
            <a:spLocks xmlns:a="http://schemas.openxmlformats.org/drawingml/2006/main" noGrp="1"/>
          </p:cNvSpPr>
          <p:nvPr>
            <p:ph type="body" idx="24" hasCustomPrompt="1"/>
          </p:nvPr>
        </p:nvSpPr>
        <p:spPr>
          <a:xfrm xmlns:a="http://schemas.openxmlformats.org/drawingml/2006/main">
            <a:off x="762000" y="3564014"/>
            <a:ext cx="3762466" cy="1228119"/>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spcBef>
                <a:spcPts val="0"/>
              </a:spcBef>
              <a:spcAft>
                <a:spcPts val="400"/>
              </a:spcAft>
              <a:buNone/>
              <a:defRPr sz="1400" b="0" i="0">
                <a:solidFill>
                  <a:schemeClr val="tx1"/>
                </a:solidFill>
                <a:latin typeface="Oracle Sans"/>
                <a:ea typeface="Oracle Sans"/>
                <a:cs typeface="Oracle Sans"/>
              </a:defRPr>
            </a:lvl1pPr>
          </a:lstStyle>
          <a:p xmlns:a="http://schemas.openxmlformats.org/drawingml/2006/main">
            <a:pPr>
              <a:buNone/>
            </a:pPr>
            <a:r>
              <a:t>Lorem ipsum </a:t>
            </a:r>
            <a:r>
              <a:t>dolor</a:t>
            </a:r>
            <a:r>
              <a:t> sit </a:t>
            </a:r>
            <a:r>
              <a:t>amet</a:t>
            </a:r>
            <a:r>
              <a:t>, </a:t>
            </a:r>
            <a:r>
              <a:t>consectetur</a:t>
            </a:r>
            <a:r>
              <a:t> </a:t>
            </a:r>
            <a:r>
              <a:t>adipiscing</a:t>
            </a:r>
            <a:r>
              <a:t> </a:t>
            </a:r>
            <a:r>
              <a:t>elit</a:t>
            </a:r>
            <a:r>
              <a:t>, </a:t>
            </a:r>
            <a:r>
              <a:t>sed</a:t>
            </a:r>
            <a:r>
              <a:t> do </a:t>
            </a:r>
            <a:r>
              <a:t>eiusmod</a:t>
            </a:r>
            <a:r>
              <a:t> </a:t>
            </a:r>
            <a:r>
              <a:t>tempor</a:t>
            </a:r>
            <a:r>
              <a:t> </a:t>
            </a:r>
            <a:r>
              <a:t>incididunt</a:t>
            </a:r>
            <a:r>
              <a:t> </a:t>
            </a:r>
            <a:r>
              <a:t>ut</a:t>
            </a:r>
            <a:r>
              <a:t> </a:t>
            </a:r>
            <a:r>
              <a:t>labore</a:t>
            </a:r>
            <a:r>
              <a:t> et dolore magna </a:t>
            </a:r>
            <a:r>
              <a:t>aliqua</a:t>
            </a:r>
            <a:r>
              <a:t>. </a:t>
            </a:r>
          </a:p>
        </p:txBody>
      </p:sp>
      <p:sp>
        <p:nvSpPr>
          <p:cNvPr id="6" name="Slide Number Placeholder 5">
            <a:extLst xmlns:a="http://schemas.openxmlformats.org/drawingml/2006/main">
              <a:ext uri="{FF2B5EF4-FFF2-40B4-BE49-F238E27FC236}">
                <a16:creationId xmlns:a16="http://schemas.microsoft.com/office/drawing/2014/main" id="{957B489F-6C53-0670-3CA3-C344A6796DB7}"/>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14" name="Footer Placeholder 4">
            <a:extLst xmlns:a="http://schemas.openxmlformats.org/drawingml/2006/main">
              <a:ext uri="{FF2B5EF4-FFF2-40B4-BE49-F238E27FC236}">
                <a16:creationId xmlns:a16="http://schemas.microsoft.com/office/drawing/2014/main" id="{73C65335-0F11-C316-1B11-B923DAF34CA7}"/>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5" name="Date Placeholder 3">
            <a:extLst xmlns:a="http://schemas.openxmlformats.org/drawingml/2006/main">
              <a:ext uri="{FF2B5EF4-FFF2-40B4-BE49-F238E27FC236}">
                <a16:creationId xmlns:a16="http://schemas.microsoft.com/office/drawing/2014/main" id="{249F2E88-1C3B-E905-DE13-29B4AD66701F}"/>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pic>
        <p:nvPicPr>
          <p:cNvPr id="16" name="Picture 4"/>
          <p:cNvPicPr>
            <a:picLocks xmlns:a="http://schemas.openxmlformats.org/drawingml/2006/main" noChangeAspect="1"/>
          </p:cNvPicPr>
          <p:nvPr/>
        </p:nvPicPr>
        <p:blipFill>
          <a:blip xmlns:r="http://schemas.openxmlformats.org/officeDocument/2006/relationships" xmlns:a="http://schemas.openxmlformats.org/drawingml/2006/main" r:embed="R6a85155f397c401c"/>
          <a:stretch xmlns:a="http://schemas.openxmlformats.org/drawingml/2006/main">
            <a:fillRect l="0" t="0" r="0" b="0"/>
          </a:stretch>
        </p:blipFill>
        <p:spPr>
          <a:xfrm xmlns:a="http://schemas.openxmlformats.org/drawingml/2006/main">
            <a:off x="5364488" y="1417342"/>
            <a:ext cx="6249629" cy="270425"/>
          </a:xfrm>
          <a:prstGeom xmlns:a="http://schemas.openxmlformats.org/drawingml/2006/main" prst="rect">
            <a:avLst/>
          </a:prstGeom>
        </p:spPr>
      </p:pic>
      <p:sp>
        <p:nvSpPr>
          <p:cNvPr id="7" name="Picture Placeholder 21">
            <a:extLst xmlns:a="http://schemas.openxmlformats.org/drawingml/2006/main">
              <a:ext uri="{FF2B5EF4-FFF2-40B4-BE49-F238E27FC236}">
                <a16:creationId xmlns:a16="http://schemas.microsoft.com/office/drawing/2014/main" id="{4A787595-7363-9A8E-E513-2117DE88759B}"/>
              </a:ext>
            </a:extLst>
          </p:cNvPr>
          <p:cNvSpPr>
            <a:spLocks xmlns:a="http://schemas.openxmlformats.org/drawingml/2006/main" noGrp="1"/>
          </p:cNvSpPr>
          <p:nvPr>
            <p:ph type="pic" idx="38" hasCustomPrompt="1"/>
          </p:nvPr>
        </p:nvSpPr>
        <p:spPr>
          <a:xfrm xmlns:a="http://schemas.openxmlformats.org/drawingml/2006/main">
            <a:off x="5364488" y="1687766"/>
            <a:ext cx="6249629" cy="3763219"/>
          </a:xfrm>
        </p:spPr>
        <p:txBody>
          <a:bodyPr xmlns:a="http://schemas.openxmlformats.org/drawingml/2006/main" anchor="ctr"/>
          <a:lstStyle xmlns:a="http://schemas.openxmlformats.org/drawingml/2006/main">
            <a:lvl1pPr algn="ctr">
              <a:buNone/>
              <a:defRPr sz="1400"/>
            </a:lvl1pPr>
          </a:lstStyle>
          <a:p xmlns:a="http://schemas.openxmlformats.org/drawingml/2006/main">
            <a:r>
              <a:t>Click icon to add screenshot</a:t>
            </a:r>
          </a:p>
          <a:p xmlns:a="http://schemas.openxmlformats.org/drawingml/2006/main"/>
          <a:p xmlns:a="http://schemas.openxmlformats.org/drawingml/2006/main"/>
        </p:txBody>
      </p:sp>
    </p:spTree>
  </p:cSld>
</p:sldLayout>
</file>

<file path=ppt/slideLayouts/slideLayout99.xml><?xml version="1.0" encoding="utf-8"?>
<p:sldLayout xmlns:p="http://schemas.openxmlformats.org/presentationml/2006/main" preserve="1" userDrawn="1">
  <p:cSld name="Light - Screenshot">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740F3D2B-DD8D-3718-AE06-7C8DDB64D815}"/>
              </a:ext>
            </a:extLst>
          </p:cNvPr>
          <p:cNvSpPr>
            <a:spLocks xmlns:a="http://schemas.openxmlformats.org/drawingml/2006/main" noGrp="1"/>
          </p:cNvSpPr>
          <p:nvPr>
            <p:ph type="title" idx="0"/>
          </p:nvPr>
        </p:nvSpPr>
        <p:spPr>
          <a:xfrm xmlns:a="http://schemas.openxmlformats.org/drawingml/2006/main">
            <a:off x="762000" y="2471026"/>
            <a:ext cx="3762466" cy="822960"/>
          </a:xfrm>
        </p:spPr>
        <p:txBody>
          <a:bodyPr xmlns:a="http://schemas.openxmlformats.org/drawingml/2006/main"/>
          <a:lstStyle xmlns:a="http://schemas.openxmlformats.org/drawingml/2006/main">
            <a:lvl1pPr>
              <a:buNone/>
              <a:defRPr b="1" i="0">
                <a:latin typeface="Oracle Sans Tab"/>
                <a:ea typeface="Oracle Sans Tab"/>
                <a:cs typeface="Oracle Sans Tab"/>
              </a:defRPr>
            </a:lvl1pPr>
          </a:lstStyle>
          <a:p xmlns:a="http://schemas.openxmlformats.org/drawingml/2006/main">
            <a:r>
              <a:t>Click to edit Master title style</a:t>
            </a:r>
          </a:p>
        </p:txBody>
      </p:sp>
      <p:sp>
        <p:nvSpPr>
          <p:cNvPr id="10" name="Text Placeholder 21">
            <a:extLst xmlns:a="http://schemas.openxmlformats.org/drawingml/2006/main">
              <a:ext uri="{FF2B5EF4-FFF2-40B4-BE49-F238E27FC236}">
                <a16:creationId xmlns:a16="http://schemas.microsoft.com/office/drawing/2014/main" id="{ADDF4B14-485E-2D9E-8017-8DBD76E5E0CC}"/>
              </a:ext>
            </a:extLst>
          </p:cNvPr>
          <p:cNvSpPr>
            <a:spLocks xmlns:a="http://schemas.openxmlformats.org/drawingml/2006/main" noGrp="1"/>
          </p:cNvSpPr>
          <p:nvPr>
            <p:ph type="body" idx="24" hasCustomPrompt="1"/>
          </p:nvPr>
        </p:nvSpPr>
        <p:spPr>
          <a:xfrm xmlns:a="http://schemas.openxmlformats.org/drawingml/2006/main">
            <a:off x="762000" y="3564014"/>
            <a:ext cx="3762466" cy="1228119"/>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spcBef>
                <a:spcPts val="0"/>
              </a:spcBef>
              <a:spcAft>
                <a:spcPts val="400"/>
              </a:spcAft>
              <a:buNone/>
              <a:defRPr sz="1400" b="0" i="0">
                <a:solidFill>
                  <a:schemeClr val="tx1"/>
                </a:solidFill>
                <a:latin typeface="Oracle Sans"/>
                <a:ea typeface="Oracle Sans"/>
                <a:cs typeface="Oracle Sans"/>
              </a:defRPr>
            </a:lvl1pPr>
          </a:lstStyle>
          <a:p xmlns:a="http://schemas.openxmlformats.org/drawingml/2006/main">
            <a:pPr>
              <a:buNone/>
            </a:pPr>
            <a:r>
              <a:t>Lorem ipsum </a:t>
            </a:r>
            <a:r>
              <a:t>dolor</a:t>
            </a:r>
            <a:r>
              <a:t> sit </a:t>
            </a:r>
            <a:r>
              <a:t>amet</a:t>
            </a:r>
            <a:r>
              <a:t>, </a:t>
            </a:r>
            <a:r>
              <a:t>consectetur</a:t>
            </a:r>
            <a:r>
              <a:t> </a:t>
            </a:r>
            <a:r>
              <a:t>adipiscing</a:t>
            </a:r>
            <a:r>
              <a:t> </a:t>
            </a:r>
            <a:r>
              <a:t>elit</a:t>
            </a:r>
            <a:r>
              <a:t>, </a:t>
            </a:r>
            <a:r>
              <a:t>sed</a:t>
            </a:r>
            <a:r>
              <a:t> do </a:t>
            </a:r>
            <a:r>
              <a:t>eiusmod</a:t>
            </a:r>
            <a:r>
              <a:t> </a:t>
            </a:r>
            <a:r>
              <a:t>tempor</a:t>
            </a:r>
            <a:r>
              <a:t> </a:t>
            </a:r>
            <a:r>
              <a:t>incididunt</a:t>
            </a:r>
            <a:r>
              <a:t> </a:t>
            </a:r>
            <a:r>
              <a:t>ut</a:t>
            </a:r>
            <a:r>
              <a:t> </a:t>
            </a:r>
            <a:r>
              <a:t>labore</a:t>
            </a:r>
            <a:r>
              <a:t> et dolore magna </a:t>
            </a:r>
            <a:r>
              <a:t>aliqua</a:t>
            </a:r>
            <a:r>
              <a:t>. </a:t>
            </a:r>
          </a:p>
        </p:txBody>
      </p:sp>
      <p:pic>
        <p:nvPicPr>
          <p:cNvPr id="11" name="Picture 10"/>
          <p:cNvPicPr>
            <a:picLocks xmlns:a="http://schemas.openxmlformats.org/drawingml/2006/main" noChangeAspect="1"/>
          </p:cNvPicPr>
          <p:nvPr/>
        </p:nvPicPr>
        <p:blipFill>
          <a:blip xmlns:r="http://schemas.openxmlformats.org/officeDocument/2006/relationships" xmlns:a="http://schemas.openxmlformats.org/drawingml/2006/main" r:embed="R3d57d93c593a416b"/>
          <a:stretch xmlns:a="http://schemas.openxmlformats.org/drawingml/2006/main">
            <a:fillRect l="0" t="0" r="0" b="0"/>
          </a:stretch>
        </p:blipFill>
        <p:spPr>
          <a:xfrm xmlns:a="http://schemas.openxmlformats.org/drawingml/2006/main">
            <a:off x="5364488" y="1417342"/>
            <a:ext cx="6249629" cy="270425"/>
          </a:xfrm>
          <a:prstGeom xmlns:a="http://schemas.openxmlformats.org/drawingml/2006/main" prst="rect">
            <a:avLst/>
          </a:prstGeom>
        </p:spPr>
      </p:pic>
      <p:sp>
        <p:nvSpPr>
          <p:cNvPr id="13" name="Picture Placeholder 21">
            <a:extLst xmlns:a="http://schemas.openxmlformats.org/drawingml/2006/main">
              <a:ext uri="{FF2B5EF4-FFF2-40B4-BE49-F238E27FC236}">
                <a16:creationId xmlns:a16="http://schemas.microsoft.com/office/drawing/2014/main" id="{A6B73051-9D1F-22B3-EB86-F2801CD8E323}"/>
              </a:ext>
            </a:extLst>
          </p:cNvPr>
          <p:cNvSpPr>
            <a:spLocks xmlns:a="http://schemas.openxmlformats.org/drawingml/2006/main" noGrp="1"/>
          </p:cNvSpPr>
          <p:nvPr>
            <p:ph type="pic" idx="38" hasCustomPrompt="1"/>
          </p:nvPr>
        </p:nvSpPr>
        <p:spPr>
          <a:xfrm xmlns:a="http://schemas.openxmlformats.org/drawingml/2006/main">
            <a:off x="5364488" y="1687766"/>
            <a:ext cx="6249629" cy="3763219"/>
          </a:xfrm>
        </p:spPr>
        <p:txBody>
          <a:bodyPr xmlns:a="http://schemas.openxmlformats.org/drawingml/2006/main" anchor="ctr"/>
          <a:lstStyle xmlns:a="http://schemas.openxmlformats.org/drawingml/2006/main">
            <a:lvl1pPr algn="ctr">
              <a:buNone/>
              <a:defRPr sz="1400"/>
            </a:lvl1pPr>
          </a:lstStyle>
          <a:p xmlns:a="http://schemas.openxmlformats.org/drawingml/2006/main">
            <a:r>
              <a:t>Click icon to add screenshot</a:t>
            </a:r>
          </a:p>
          <a:p xmlns:a="http://schemas.openxmlformats.org/drawingml/2006/main"/>
          <a:p xmlns:a="http://schemas.openxmlformats.org/drawingml/2006/main"/>
        </p:txBody>
      </p:sp>
      <p:sp>
        <p:nvSpPr>
          <p:cNvPr id="7" name="Date Placeholder 6">
            <a:extLst xmlns:a="http://schemas.openxmlformats.org/drawingml/2006/main">
              <a:ext uri="{FF2B5EF4-FFF2-40B4-BE49-F238E27FC236}">
                <a16:creationId xmlns:a16="http://schemas.microsoft.com/office/drawing/2014/main" id="{C7CE0BE4-93A5-DB1D-F47F-8A3A2340A22F}"/>
              </a:ext>
            </a:extLst>
          </p:cNvPr>
          <p:cNvSpPr>
            <a:spLocks xmlns:a="http://schemas.openxmlformats.org/drawingml/2006/main" noGrp="1"/>
          </p:cNvSpPr>
          <p:nvPr>
            <p:ph type="dt" idx="39"/>
          </p:nvPr>
        </p:nvSpPr>
        <p:spPr/>
        <p:txBody>
          <a:bodyPr xmlns:a="http://schemas.openxmlformats.org/drawingml/2006/main"/>
          <a:lstStyle xmlns:a="http://schemas.openxmlformats.org/drawingml/2006/main"/>
          <a:p xmlns:a="http://schemas.openxmlformats.org/drawingml/2006/main">
            <a:r>
              <a:t>[Date]</a:t>
            </a:r>
          </a:p>
        </p:txBody>
      </p:sp>
      <p:sp>
        <p:nvSpPr>
          <p:cNvPr id="12" name="Footer Placeholder 11">
            <a:extLst xmlns:a="http://schemas.openxmlformats.org/drawingml/2006/main">
              <a:ext uri="{FF2B5EF4-FFF2-40B4-BE49-F238E27FC236}">
                <a16:creationId xmlns:a16="http://schemas.microsoft.com/office/drawing/2014/main" id="{F4DE5ABA-CB53-FC70-E369-02BB4F0011F3}"/>
              </a:ext>
            </a:extLst>
          </p:cNvPr>
          <p:cNvSpPr>
            <a:spLocks xmlns:a="http://schemas.openxmlformats.org/drawingml/2006/main" noGrp="1"/>
          </p:cNvSpPr>
          <p:nvPr>
            <p:ph type="ftr" idx="40"/>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14" name="Slide Number Placeholder 13">
            <a:extLst xmlns:a="http://schemas.openxmlformats.org/drawingml/2006/main">
              <a:ext uri="{FF2B5EF4-FFF2-40B4-BE49-F238E27FC236}">
                <a16:creationId xmlns:a16="http://schemas.microsoft.com/office/drawing/2014/main" id="{2B4CB10F-2F28-72DD-7A36-3E77E3918A99}"/>
              </a:ext>
            </a:extLst>
          </p:cNvPr>
          <p:cNvSpPr>
            <a:spLocks xmlns:a="http://schemas.openxmlformats.org/drawingml/2006/main" noGrp="1"/>
          </p:cNvSpPr>
          <p:nvPr>
            <p:ph type="sldNum" idx="41"/>
          </p:nvPr>
        </p:nvSpPr>
        <p:spPr/>
        <p:txBody>
          <a:bodyPr xmlns:a="http://schemas.openxmlformats.org/drawingml/2006/main"/>
          <a:lstStyle xmlns:a="http://schemas.openxmlformats.org/drawingml/2006/main"/>
          <a:p xmlns:a="http://schemas.openxmlformats.org/drawingml/2006/main">
            <a:fld id="{345D60D9-5372-5F40-9443-0F9AE5BDC3C8}" type="slidenum">
              <a:t>‹#›</a:t>
            </a:fld>
          </a:p>
        </p:txBody>
      </p:sp>
    </p:spTree>
  </p:cSld>
</p:sldLayout>
</file>

<file path=ppt/slideLayouts/slideLayout100.xml><?xml version="1.0" encoding="utf-8"?>
<p:sldLayout xmlns:p="http://schemas.openxmlformats.org/presentationml/2006/main" userDrawn="1">
  <p:cSld name="Light - Story with quote, and image">
    <p:bg>
      <p:bgRef idx="1001">
        <a:schemeClr xmlns:a="http://schemas.openxmlformats.org/drawingml/2006/main" val="bg2"/>
      </p:bgRef>
    </p:bg>
    <p:spTree>
      <p:nvGrpSpPr>
        <p:cNvPr id="1" name=""/>
        <p:cNvGrpSpPr/>
        <p:nvPr/>
      </p:nvGrpSpPr>
      <p:grpSpPr>
        <a:xfrm xmlns:a="http://schemas.openxmlformats.org/drawingml/2006/main"/>
      </p:grpSpPr>
      <p:sp>
        <p:nvSpPr>
          <p:cNvPr id="43" name="Title 1">
            <a:extLst xmlns:a="http://schemas.openxmlformats.org/drawingml/2006/main">
              <a:ext uri="{FF2B5EF4-FFF2-40B4-BE49-F238E27FC236}">
                <a16:creationId xmlns:a16="http://schemas.microsoft.com/office/drawing/2014/main" id="{74151B34-23FE-44F5-A716-0730CC7BA85D}"/>
              </a:ext>
            </a:extLst>
          </p:cNvPr>
          <p:cNvSpPr>
            <a:spLocks xmlns:a="http://schemas.openxmlformats.org/drawingml/2006/main" noGrp="1"/>
          </p:cNvSpPr>
          <p:nvPr>
            <p:ph type="title" idx="0" hasCustomPrompt="1"/>
          </p:nvPr>
        </p:nvSpPr>
        <p:spPr>
          <a:xfrm xmlns:a="http://schemas.openxmlformats.org/drawingml/2006/main">
            <a:off x="762000" y="1274060"/>
            <a:ext cx="4744029" cy="822960"/>
          </a:xfrm>
        </p:spPr>
        <p:txBody>
          <a:bodyPr xmlns:a="http://schemas.openxmlformats.org/drawingml/2006/main"/>
          <a:lstStyle xmlns:a="http://schemas.openxmlformats.org/drawingml/2006/main">
            <a:lvl1pPr>
              <a:buNone/>
              <a:defRPr>
                <a:solidFill>
                  <a:schemeClr val="tx1"/>
                </a:solidFill>
                <a:latin typeface="+mn-lt"/>
                <a:ea typeface="+mn-lt"/>
                <a:cs typeface="+mn-lt"/>
              </a:defRPr>
            </a:lvl1pPr>
          </a:lstStyle>
          <a:p xmlns:a="http://schemas.openxmlformats.org/drawingml/2006/main">
            <a:r>
              <a:t>Click to edit title text styles</a:t>
            </a:r>
          </a:p>
        </p:txBody>
      </p:sp>
      <p:sp>
        <p:nvSpPr>
          <p:cNvPr id="2" name="Rectangle 1">
            <a:extLst xmlns:a="http://schemas.openxmlformats.org/drawingml/2006/main">
              <a:ext uri="{FF2B5EF4-FFF2-40B4-BE49-F238E27FC236}">
                <a16:creationId xmlns:a16="http://schemas.microsoft.com/office/drawing/2014/main" id="{848688E9-F02D-F34B-A466-BC7C5A6028DB}"/>
              </a:ext>
            </a:extLst>
          </p:cNvPr>
          <p:cNvSpPr>
            <a:spLocks xmlns:a="http://schemas.openxmlformats.org/drawingml/2006/main" noGrp="1"/>
          </p:cNvSpPr>
          <p:nvPr/>
        </p:nvSpPr>
        <p:spPr>
          <a:xfrm xmlns:a="http://schemas.openxmlformats.org/drawingml/2006/main">
            <a:off x="6096000" y="3429000"/>
            <a:ext cx="6096000" cy="3429000"/>
          </a:xfrm>
          <a:prstGeom xmlns:a="http://schemas.openxmlformats.org/drawingml/2006/main" prst="rect">
            <a:avLst/>
          </a:prstGeom>
          <a:solidFill xmlns:a="http://schemas.openxmlformats.org/drawingml/2006/main">
            <a:srgbClr val="F1EFED"/>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9" name="Content Placeholder 7">
            <a:extLst xmlns:a="http://schemas.openxmlformats.org/drawingml/2006/main">
              <a:ext uri="{FF2B5EF4-FFF2-40B4-BE49-F238E27FC236}">
                <a16:creationId xmlns:a16="http://schemas.microsoft.com/office/drawing/2014/main" id="{167FC9A2-EA1C-47AA-8CD1-519F2B2BA1D5}"/>
              </a:ext>
            </a:extLst>
          </p:cNvPr>
          <p:cNvSpPr>
            <a:spLocks xmlns:a="http://schemas.openxmlformats.org/drawingml/2006/main" noGrp="1"/>
          </p:cNvSpPr>
          <p:nvPr>
            <p:ph idx="28" hasCustomPrompt="1"/>
          </p:nvPr>
        </p:nvSpPr>
        <p:spPr>
          <a:xfrm xmlns:a="http://schemas.openxmlformats.org/drawingml/2006/main">
            <a:off x="761999" y="178676"/>
            <a:ext cx="2504420" cy="819258"/>
          </a:xfrm>
        </p:spPr>
        <p:txBody>
          <a:bodyPr xmlns:a="http://schemas.openxmlformats.org/drawingml/2006/main"/>
          <a:lstStyle xmlns:a="http://schemas.openxmlformats.org/drawingml/2006/main">
            <a:lvl1pPr>
              <a:buNone/>
              <a:defRPr sz="800">
                <a:latin typeface="Oracle Sans Light"/>
                <a:ea typeface="Oracle Sans Light"/>
                <a:cs typeface="Oracle Sans Light"/>
              </a:defRPr>
            </a:lvl1pPr>
          </a:lstStyle>
          <a:p xmlns:a="http://schemas.openxmlformats.org/drawingml/2006/main">
            <a:pPr>
              <a:buNone/>
            </a:pPr>
            <a:r>
              <a:t>Click to insert partner logo</a:t>
            </a:r>
          </a:p>
        </p:txBody>
      </p:sp>
      <p:sp>
        <p:nvSpPr>
          <p:cNvPr id="23" name="Text Placeholder 3">
            <a:extLst xmlns:a="http://schemas.openxmlformats.org/drawingml/2006/main">
              <a:ext uri="{FF2B5EF4-FFF2-40B4-BE49-F238E27FC236}">
                <a16:creationId xmlns:a16="http://schemas.microsoft.com/office/drawing/2014/main" id="{B544B384-379B-D246-825E-82D80E47CA83}"/>
              </a:ext>
            </a:extLst>
          </p:cNvPr>
          <p:cNvSpPr>
            <a:spLocks xmlns:a="http://schemas.openxmlformats.org/drawingml/2006/main" noGrp="1"/>
          </p:cNvSpPr>
          <p:nvPr>
            <p:ph type="body" idx="20" hasCustomPrompt="1"/>
          </p:nvPr>
        </p:nvSpPr>
        <p:spPr>
          <a:xfrm xmlns:a="http://schemas.openxmlformats.org/drawingml/2006/main">
            <a:off x="6781820" y="3870511"/>
            <a:ext cx="4838705" cy="1358116"/>
          </a:xfrm>
        </p:spPr>
        <p:txBody>
          <a:bodyPr xmlns:a="http://schemas.openxmlformats.org/drawingml/2006/main"/>
          <a:lstStyle xmlns:a="http://schemas.openxmlformats.org/drawingml/2006/main">
            <a:lvl1pPr>
              <a:buNone/>
              <a:defRPr sz="1800">
                <a:solidFill>
                  <a:schemeClr val="tx1"/>
                </a:solidFill>
                <a:latin typeface="Georgia"/>
                <a:ea typeface="Georgia"/>
                <a:cs typeface="Georgia"/>
              </a:defRPr>
            </a:lvl1pPr>
          </a:lstStyle>
          <a:p xmlns:a="http://schemas.openxmlformats.org/drawingml/2006/main">
            <a:pPr>
              <a:buNone/>
            </a:pPr>
            <a:r>
              <a:t>“Quote goes up here.</a:t>
            </a:r>
            <a:r>
              <a:t> Lorem ipsum </a:t>
            </a:r>
            <a:r>
              <a:t>dolor</a:t>
            </a:r>
            <a:r>
              <a:t> sit </a:t>
            </a:r>
            <a:r>
              <a:t>amet</a:t>
            </a:r>
            <a:r>
              <a:t>, </a:t>
            </a:r>
            <a:r>
              <a:t>consectetur</a:t>
            </a:r>
            <a:r>
              <a:t> </a:t>
            </a:r>
            <a:r>
              <a:t>adipiscing</a:t>
            </a:r>
            <a:r>
              <a:t> </a:t>
            </a:r>
            <a:r>
              <a:t>elit</a:t>
            </a:r>
            <a:r>
              <a:t>, </a:t>
            </a:r>
            <a:r>
              <a:t>sed</a:t>
            </a:r>
            <a:r>
              <a:t> do </a:t>
            </a:r>
            <a:r>
              <a:t>eiusmod</a:t>
            </a:r>
            <a:r>
              <a:t> </a:t>
            </a:r>
            <a:r>
              <a:t>tempor</a:t>
            </a:r>
            <a:r>
              <a:t> </a:t>
            </a:r>
            <a:r>
              <a:t>incididunt</a:t>
            </a:r>
            <a:r>
              <a:t> </a:t>
            </a:r>
            <a:r>
              <a:t>ut</a:t>
            </a:r>
            <a:r>
              <a:t> </a:t>
            </a:r>
            <a:r>
              <a:t>labore</a:t>
            </a:r>
            <a:r>
              <a:t> et dolore magna </a:t>
            </a:r>
            <a:r>
              <a:t>aliqua</a:t>
            </a:r>
            <a:r>
              <a:t>. Ut </a:t>
            </a:r>
            <a:r>
              <a:t>enim</a:t>
            </a:r>
            <a:r>
              <a:t> ad minim </a:t>
            </a:r>
            <a:r>
              <a:t>veniam</a:t>
            </a:r>
            <a:r>
              <a:t>, </a:t>
            </a:r>
            <a:r>
              <a:t>quis</a:t>
            </a:r>
            <a:r>
              <a:t> </a:t>
            </a:r>
            <a:r>
              <a:t>nostrud</a:t>
            </a:r>
            <a:r>
              <a:t> exercitation </a:t>
            </a:r>
            <a:r>
              <a:t>ullamco</a:t>
            </a:r>
            <a:r>
              <a:t>.”</a:t>
            </a:r>
          </a:p>
        </p:txBody>
      </p:sp>
      <p:sp>
        <p:nvSpPr>
          <p:cNvPr id="18" name="Text Placeholder 3">
            <a:extLst xmlns:a="http://schemas.openxmlformats.org/drawingml/2006/main">
              <a:ext uri="{FF2B5EF4-FFF2-40B4-BE49-F238E27FC236}">
                <a16:creationId xmlns:a16="http://schemas.microsoft.com/office/drawing/2014/main" id="{124E7EE1-1F21-A94B-BD4C-80D5579EA0D8}"/>
              </a:ext>
            </a:extLst>
          </p:cNvPr>
          <p:cNvSpPr>
            <a:spLocks xmlns:a="http://schemas.openxmlformats.org/drawingml/2006/main" noGrp="1"/>
          </p:cNvSpPr>
          <p:nvPr>
            <p:ph type="body" idx="21" hasCustomPrompt="1"/>
          </p:nvPr>
        </p:nvSpPr>
        <p:spPr>
          <a:xfrm xmlns:a="http://schemas.openxmlformats.org/drawingml/2006/main">
            <a:off x="6781820" y="5608955"/>
            <a:ext cx="4838705" cy="269769"/>
          </a:xfrm>
        </p:spPr>
        <p:txBody>
          <a:bodyPr xmlns:a="http://schemas.openxmlformats.org/drawingml/2006/main" anchor="ctr"/>
          <a:lstStyle xmlns:a="http://schemas.openxmlformats.org/drawingml/2006/main">
            <a:lvl1pPr>
              <a:buNone/>
              <a:defRPr sz="1200" b="1" i="0">
                <a:solidFill>
                  <a:schemeClr val="tx1"/>
                </a:solidFill>
                <a:latin typeface="Oracle Sans"/>
                <a:ea typeface="Oracle Sans"/>
                <a:cs typeface="Oracle Sans"/>
              </a:defRPr>
            </a:lvl1pPr>
          </a:lstStyle>
          <a:p xmlns:a="http://schemas.openxmlformats.org/drawingml/2006/main">
            <a:pPr>
              <a:buNone/>
            </a:pPr>
            <a:r>
              <a:t>Person name</a:t>
            </a:r>
          </a:p>
        </p:txBody>
      </p:sp>
      <p:sp>
        <p:nvSpPr>
          <p:cNvPr id="19" name="Text Placeholder 3">
            <a:extLst xmlns:a="http://schemas.openxmlformats.org/drawingml/2006/main">
              <a:ext uri="{FF2B5EF4-FFF2-40B4-BE49-F238E27FC236}">
                <a16:creationId xmlns:a16="http://schemas.microsoft.com/office/drawing/2014/main" id="{EECEA0F4-62BE-D045-9B17-E8A1B43697E5}"/>
              </a:ext>
            </a:extLst>
          </p:cNvPr>
          <p:cNvSpPr>
            <a:spLocks xmlns:a="http://schemas.openxmlformats.org/drawingml/2006/main" noGrp="1"/>
          </p:cNvSpPr>
          <p:nvPr>
            <p:ph type="body" idx="22" hasCustomPrompt="1"/>
          </p:nvPr>
        </p:nvSpPr>
        <p:spPr>
          <a:xfrm xmlns:a="http://schemas.openxmlformats.org/drawingml/2006/main">
            <a:off x="6781819" y="5938133"/>
            <a:ext cx="4838705" cy="269769"/>
          </a:xfrm>
        </p:spPr>
        <p:txBody>
          <a:bodyPr xmlns:a="http://schemas.openxmlformats.org/drawingml/2006/main" anchor="ctr"/>
          <a:lstStyle xmlns:a="http://schemas.openxmlformats.org/drawingml/2006/main">
            <a:lvl1pPr>
              <a:buNone/>
              <a:defRPr sz="1200" b="0" i="0">
                <a:solidFill>
                  <a:schemeClr val="tx1"/>
                </a:solidFill>
                <a:latin typeface="Oracle Sans"/>
                <a:ea typeface="Oracle Sans"/>
                <a:cs typeface="Oracle Sans"/>
              </a:defRPr>
            </a:lvl1pPr>
          </a:lstStyle>
          <a:p xmlns:a="http://schemas.openxmlformats.org/drawingml/2006/main">
            <a:pPr>
              <a:buNone/>
            </a:pPr>
            <a:r>
              <a:t>Company name</a:t>
            </a:r>
          </a:p>
        </p:txBody>
      </p:sp>
      <p:sp>
        <p:nvSpPr>
          <p:cNvPr id="20" name="Text Placeholder 21">
            <a:extLst xmlns:a="http://schemas.openxmlformats.org/drawingml/2006/main">
              <a:ext uri="{FF2B5EF4-FFF2-40B4-BE49-F238E27FC236}">
                <a16:creationId xmlns:a16="http://schemas.microsoft.com/office/drawing/2014/main" id="{4C14E915-6287-F5A1-E319-1E5C8629A05F}"/>
              </a:ext>
            </a:extLst>
          </p:cNvPr>
          <p:cNvSpPr>
            <a:spLocks xmlns:a="http://schemas.openxmlformats.org/drawingml/2006/main" noGrp="1"/>
          </p:cNvSpPr>
          <p:nvPr>
            <p:ph type="body" idx="32" hasCustomPrompt="1"/>
          </p:nvPr>
        </p:nvSpPr>
        <p:spPr>
          <a:xfrm xmlns:a="http://schemas.openxmlformats.org/drawingml/2006/main">
            <a:off x="770368" y="2436573"/>
            <a:ext cx="4764024"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None/>
              <a:defRPr sz="1400" b="1" i="0">
                <a:solidFill>
                  <a:schemeClr val="tx1"/>
                </a:solidFill>
                <a:latin typeface="Oracle Sans Tab"/>
                <a:ea typeface="Oracle Sans Tab"/>
                <a:cs typeface="Oracle Sans Tab"/>
              </a:defRPr>
            </a:lvl1pPr>
          </a:lstStyle>
          <a:p xmlns:a="http://schemas.openxmlformats.org/drawingml/2006/main">
            <a:pPr>
              <a:buNone/>
            </a:pPr>
            <a:r>
              <a:t>Business challenges</a:t>
            </a:r>
          </a:p>
        </p:txBody>
      </p:sp>
      <p:sp>
        <p:nvSpPr>
          <p:cNvPr id="21" name="Text Placeholder 19">
            <a:extLst xmlns:a="http://schemas.openxmlformats.org/drawingml/2006/main">
              <a:ext uri="{FF2B5EF4-FFF2-40B4-BE49-F238E27FC236}">
                <a16:creationId xmlns:a16="http://schemas.microsoft.com/office/drawing/2014/main" id="{F78AAD0E-863E-A8EC-378E-CA7D3BEDF692}"/>
              </a:ext>
            </a:extLst>
          </p:cNvPr>
          <p:cNvSpPr>
            <a:spLocks xmlns:a="http://schemas.openxmlformats.org/drawingml/2006/main" noGrp="1"/>
          </p:cNvSpPr>
          <p:nvPr>
            <p:ph type="body" idx="44"/>
          </p:nvPr>
        </p:nvSpPr>
        <p:spPr>
          <a:xfrm xmlns:a="http://schemas.openxmlformats.org/drawingml/2006/main">
            <a:off x="768875" y="2780015"/>
            <a:ext cx="4764024" cy="457200"/>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a:buNone/>
            </a:pPr>
            <a:r>
              <a:t>Click to edit Master text styles</a:t>
            </a:r>
          </a:p>
          <a:p xmlns:a="http://schemas.openxmlformats.org/drawingml/2006/main">
            <a:pPr>
              <a:buNone/>
            </a:pPr>
            <a:r>
              <a:t>Second level</a:t>
            </a:r>
          </a:p>
        </p:txBody>
      </p:sp>
      <p:sp>
        <p:nvSpPr>
          <p:cNvPr id="24" name="Text Placeholder 21">
            <a:extLst xmlns:a="http://schemas.openxmlformats.org/drawingml/2006/main">
              <a:ext uri="{FF2B5EF4-FFF2-40B4-BE49-F238E27FC236}">
                <a16:creationId xmlns:a16="http://schemas.microsoft.com/office/drawing/2014/main" id="{C0BA352F-F67A-5E33-FBD8-084FF44A0F3F}"/>
              </a:ext>
            </a:extLst>
          </p:cNvPr>
          <p:cNvSpPr>
            <a:spLocks xmlns:a="http://schemas.openxmlformats.org/drawingml/2006/main" noGrp="1"/>
          </p:cNvSpPr>
          <p:nvPr>
            <p:ph type="body" idx="38" hasCustomPrompt="1"/>
          </p:nvPr>
        </p:nvSpPr>
        <p:spPr>
          <a:xfrm xmlns:a="http://schemas.openxmlformats.org/drawingml/2006/main">
            <a:off x="770368" y="3533895"/>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None/>
              <a:defRPr sz="1400" b="1" i="0">
                <a:solidFill>
                  <a:schemeClr val="tx1"/>
                </a:solidFill>
                <a:latin typeface="Oracle Sans Tab"/>
                <a:ea typeface="Oracle Sans Tab"/>
                <a:cs typeface="Oracle Sans Tab"/>
              </a:defRPr>
            </a:lvl1pPr>
          </a:lstStyle>
          <a:p xmlns:a="http://schemas.openxmlformats.org/drawingml/2006/main">
            <a:pPr>
              <a:buNone/>
            </a:pPr>
            <a:r>
              <a:t>Why Oracle</a:t>
            </a:r>
          </a:p>
        </p:txBody>
      </p:sp>
      <p:sp>
        <p:nvSpPr>
          <p:cNvPr id="25" name="Text Placeholder 19">
            <a:extLst xmlns:a="http://schemas.openxmlformats.org/drawingml/2006/main">
              <a:ext uri="{FF2B5EF4-FFF2-40B4-BE49-F238E27FC236}">
                <a16:creationId xmlns:a16="http://schemas.microsoft.com/office/drawing/2014/main" id="{97385F7D-6D1D-86CA-110E-A65805CE4790}"/>
              </a:ext>
            </a:extLst>
          </p:cNvPr>
          <p:cNvSpPr>
            <a:spLocks xmlns:a="http://schemas.openxmlformats.org/drawingml/2006/main" noGrp="1"/>
          </p:cNvSpPr>
          <p:nvPr>
            <p:ph type="body" idx="45"/>
          </p:nvPr>
        </p:nvSpPr>
        <p:spPr>
          <a:xfrm xmlns:a="http://schemas.openxmlformats.org/drawingml/2006/main">
            <a:off x="768875" y="3878228"/>
            <a:ext cx="4764024" cy="457200"/>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a:buNone/>
            </a:pPr>
            <a:r>
              <a:t>Click to edit Master text styles</a:t>
            </a:r>
          </a:p>
          <a:p xmlns:a="http://schemas.openxmlformats.org/drawingml/2006/main">
            <a:pPr>
              <a:buNone/>
            </a:pPr>
            <a:r>
              <a:t>Second level</a:t>
            </a:r>
          </a:p>
        </p:txBody>
      </p:sp>
      <p:sp>
        <p:nvSpPr>
          <p:cNvPr id="26" name="Text Placeholder 21">
            <a:extLst xmlns:a="http://schemas.openxmlformats.org/drawingml/2006/main">
              <a:ext uri="{FF2B5EF4-FFF2-40B4-BE49-F238E27FC236}">
                <a16:creationId xmlns:a16="http://schemas.microsoft.com/office/drawing/2014/main" id="{FCE282E2-5D44-8D75-1898-6AEA0F8C1C09}"/>
              </a:ext>
            </a:extLst>
          </p:cNvPr>
          <p:cNvSpPr>
            <a:spLocks xmlns:a="http://schemas.openxmlformats.org/drawingml/2006/main" noGrp="1"/>
          </p:cNvSpPr>
          <p:nvPr>
            <p:ph type="body" idx="46" hasCustomPrompt="1"/>
          </p:nvPr>
        </p:nvSpPr>
        <p:spPr>
          <a:xfrm xmlns:a="http://schemas.openxmlformats.org/drawingml/2006/main">
            <a:off x="770367" y="4635913"/>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None/>
              <a:defRPr sz="1400" b="1" i="0">
                <a:solidFill>
                  <a:schemeClr val="tx1"/>
                </a:solidFill>
                <a:latin typeface="Oracle Sans Tab"/>
                <a:ea typeface="Oracle Sans Tab"/>
                <a:cs typeface="Oracle Sans Tab"/>
              </a:defRPr>
            </a:lvl1pPr>
          </a:lstStyle>
          <a:p xmlns:a="http://schemas.openxmlformats.org/drawingml/2006/main">
            <a:pPr>
              <a:buNone/>
            </a:pPr>
            <a:r>
              <a:t>Result</a:t>
            </a:r>
          </a:p>
        </p:txBody>
      </p:sp>
      <p:sp>
        <p:nvSpPr>
          <p:cNvPr id="32" name="Text Placeholder 19">
            <a:extLst xmlns:a="http://schemas.openxmlformats.org/drawingml/2006/main">
              <a:ext uri="{FF2B5EF4-FFF2-40B4-BE49-F238E27FC236}">
                <a16:creationId xmlns:a16="http://schemas.microsoft.com/office/drawing/2014/main" id="{78684B9E-4AF4-B988-B9FA-63EF07B490FD}"/>
              </a:ext>
            </a:extLst>
          </p:cNvPr>
          <p:cNvSpPr>
            <a:spLocks xmlns:a="http://schemas.openxmlformats.org/drawingml/2006/main" noGrp="1"/>
          </p:cNvSpPr>
          <p:nvPr>
            <p:ph type="body" idx="47" hasCustomPrompt="1"/>
          </p:nvPr>
        </p:nvSpPr>
        <p:spPr>
          <a:xfrm xmlns:a="http://schemas.openxmlformats.org/drawingml/2006/main">
            <a:off x="768875" y="5010631"/>
            <a:ext cx="2258104" cy="304127"/>
          </a:xfrm>
        </p:spPr>
        <p:txBody>
          <a:bodyPr xmlns:a="http://schemas.openxmlformats.org/drawingml/2006/main" anchor="b"/>
          <a:lstStyle xmlns:a="http://schemas.openxmlformats.org/drawingml/2006/main">
            <a:lvl1pPr>
              <a:lnSpc>
                <a:spcPct val="100000"/>
              </a:lnSpc>
              <a:buNone/>
              <a:defRPr sz="1200" b="1"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a:buNone/>
            </a:pPr>
            <a:r>
              <a:t>Result 1</a:t>
            </a:r>
          </a:p>
        </p:txBody>
      </p:sp>
      <p:sp>
        <p:nvSpPr>
          <p:cNvPr id="36" name="Text Placeholder 19">
            <a:extLst xmlns:a="http://schemas.openxmlformats.org/drawingml/2006/main">
              <a:ext uri="{FF2B5EF4-FFF2-40B4-BE49-F238E27FC236}">
                <a16:creationId xmlns:a16="http://schemas.microsoft.com/office/drawing/2014/main" id="{8E8CD5E9-9DB1-7D4C-37D6-37209F082819}"/>
              </a:ext>
            </a:extLst>
          </p:cNvPr>
          <p:cNvSpPr>
            <a:spLocks xmlns:a="http://schemas.openxmlformats.org/drawingml/2006/main" noGrp="1"/>
          </p:cNvSpPr>
          <p:nvPr>
            <p:ph type="body" idx="50"/>
          </p:nvPr>
        </p:nvSpPr>
        <p:spPr>
          <a:xfrm xmlns:a="http://schemas.openxmlformats.org/drawingml/2006/main">
            <a:off x="768875" y="5354986"/>
            <a:ext cx="2258104" cy="618248"/>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a:buNone/>
            </a:pPr>
            <a:r>
              <a:t>Click to edit Master text styles</a:t>
            </a:r>
          </a:p>
          <a:p xmlns:a="http://schemas.openxmlformats.org/drawingml/2006/main">
            <a:pPr>
              <a:buNone/>
            </a:pPr>
            <a:r>
              <a:t>Second level</a:t>
            </a:r>
          </a:p>
        </p:txBody>
      </p:sp>
      <p:sp>
        <p:nvSpPr>
          <p:cNvPr id="41" name="Text Placeholder 19">
            <a:extLst xmlns:a="http://schemas.openxmlformats.org/drawingml/2006/main">
              <a:ext uri="{FF2B5EF4-FFF2-40B4-BE49-F238E27FC236}">
                <a16:creationId xmlns:a16="http://schemas.microsoft.com/office/drawing/2014/main" id="{EBB6E9E6-28D8-BBCA-0BB7-15E4DEB80D17}"/>
              </a:ext>
            </a:extLst>
          </p:cNvPr>
          <p:cNvSpPr>
            <a:spLocks xmlns:a="http://schemas.openxmlformats.org/drawingml/2006/main" noGrp="1"/>
          </p:cNvSpPr>
          <p:nvPr>
            <p:ph type="body" idx="51" hasCustomPrompt="1"/>
          </p:nvPr>
        </p:nvSpPr>
        <p:spPr>
          <a:xfrm xmlns:a="http://schemas.openxmlformats.org/drawingml/2006/main">
            <a:off x="3274795" y="5015715"/>
            <a:ext cx="2258104" cy="304127"/>
          </a:xfrm>
        </p:spPr>
        <p:txBody>
          <a:bodyPr xmlns:a="http://schemas.openxmlformats.org/drawingml/2006/main" anchor="b"/>
          <a:lstStyle xmlns:a="http://schemas.openxmlformats.org/drawingml/2006/main">
            <a:lvl1pPr>
              <a:lnSpc>
                <a:spcPct val="100000"/>
              </a:lnSpc>
              <a:buNone/>
              <a:defRPr sz="1200" b="1"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a:buNone/>
            </a:pPr>
            <a:r>
              <a:t>Result 2</a:t>
            </a:r>
          </a:p>
        </p:txBody>
      </p:sp>
      <p:sp>
        <p:nvSpPr>
          <p:cNvPr id="42" name="Text Placeholder 19">
            <a:extLst xmlns:a="http://schemas.openxmlformats.org/drawingml/2006/main">
              <a:ext uri="{FF2B5EF4-FFF2-40B4-BE49-F238E27FC236}">
                <a16:creationId xmlns:a16="http://schemas.microsoft.com/office/drawing/2014/main" id="{4DD9F86A-700A-8EBA-A4A6-BC6B400BACE3}"/>
              </a:ext>
            </a:extLst>
          </p:cNvPr>
          <p:cNvSpPr>
            <a:spLocks xmlns:a="http://schemas.openxmlformats.org/drawingml/2006/main" noGrp="1"/>
          </p:cNvSpPr>
          <p:nvPr>
            <p:ph type="body" idx="52"/>
          </p:nvPr>
        </p:nvSpPr>
        <p:spPr>
          <a:xfrm xmlns:a="http://schemas.openxmlformats.org/drawingml/2006/main">
            <a:off x="3274795" y="5342942"/>
            <a:ext cx="2258104" cy="618248"/>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a:buNone/>
            </a:pPr>
            <a:r>
              <a:t>Click to edit Master text styles</a:t>
            </a:r>
          </a:p>
          <a:p xmlns:a="http://schemas.openxmlformats.org/drawingml/2006/main">
            <a:pPr>
              <a:buNone/>
            </a:pPr>
            <a:r>
              <a:t>Second level</a:t>
            </a:r>
          </a:p>
        </p:txBody>
      </p:sp>
      <p:sp>
        <p:nvSpPr>
          <p:cNvPr id="3" name="Picture Placeholder 17">
            <a:extLst xmlns:a="http://schemas.openxmlformats.org/drawingml/2006/main">
              <a:ext uri="{FF2B5EF4-FFF2-40B4-BE49-F238E27FC236}">
                <a16:creationId xmlns:a16="http://schemas.microsoft.com/office/drawing/2014/main" id="{EE7EF218-A785-F9A6-5ED4-ABEAAE6312D3}"/>
              </a:ext>
            </a:extLst>
          </p:cNvPr>
          <p:cNvSpPr>
            <a:spLocks xmlns:a="http://schemas.openxmlformats.org/drawingml/2006/main" noGrp="1"/>
          </p:cNvSpPr>
          <p:nvPr>
            <p:ph type="pic" idx="53" hasCustomPrompt="1"/>
          </p:nvPr>
        </p:nvSpPr>
        <p:spPr>
          <a:xfrm xmlns:a="http://schemas.openxmlformats.org/drawingml/2006/main">
            <a:off x="6096000" y="0"/>
            <a:ext cx="6096000" cy="3428682"/>
          </a:xfrm>
          <a:prstGeom xmlns:a="http://schemas.openxmlformats.org/drawingml/2006/main" prst="rect">
            <a:avLst/>
          </a:prstGeom>
          <a:solidFill xmlns:a="http://schemas.openxmlformats.org/drawingml/2006/main">
            <a:srgbClr val="AEA8A2"/>
          </a:solidFill>
        </p:spPr>
        <p:txBody>
          <a:bodyPr xmlns:a="http://schemas.openxmlformats.org/drawingml/2006/main" lIns="72000" tIns="72000" rIns="0" anchor="ctr"/>
          <a:lstStyle xmlns:a="http://schemas.openxmlformats.org/drawingml/2006/main">
            <a:lvl1pPr algn="ctr">
              <a:buNone/>
              <a:defRPr sz="1400" b="0" i="0">
                <a:solidFill>
                  <a:schemeClr val="tx1"/>
                </a:solidFill>
                <a:latin typeface="Oracle Sans Tab"/>
                <a:ea typeface="Oracle Sans Tab"/>
                <a:cs typeface="Oracle Sans Tab"/>
              </a:defRPr>
            </a:lvl1pPr>
          </a:lstStyle>
          <a:p xmlns:a="http://schemas.openxmlformats.org/drawingml/2006/main">
            <a:r>
              <a:t>Click to add photo or illustration</a:t>
            </a:r>
          </a:p>
          <a:p xmlns:a="http://schemas.openxmlformats.org/drawingml/2006/main"/>
          <a:p xmlns:a="http://schemas.openxmlformats.org/drawingml/2006/main"/>
          <a:p xmlns:a="http://schemas.openxmlformats.org/drawingml/2006/main"/>
        </p:txBody>
      </p:sp>
      <p:pic>
        <p:nvPicPr>
          <p:cNvPr id="59" name="OTag"/>
          <p:cNvPicPr>
            <a:picLocks xmlns:a="http://schemas.openxmlformats.org/drawingml/2006/main" noChangeAspect="1"/>
          </p:cNvPicPr>
          <p:nvPr/>
        </p:nvPicPr>
        <p:blipFill>
          <a:blip xmlns:r="http://schemas.openxmlformats.org/officeDocument/2006/relationships" xmlns:a="http://schemas.openxmlformats.org/drawingml/2006/main" r:embed="R469c7b94166b4843"/>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pic>
        <p:nvPicPr>
          <p:cNvPr id="60" name="Graphic 4"/>
          <p:cNvPicPr>
            <a:picLocks xmlns:a="http://schemas.openxmlformats.org/drawingml/2006/main" noChangeAspect="1"/>
          </p:cNvPicPr>
          <p:nvPr/>
        </p:nvPicPr>
        <p:blipFill>
          <a:blip xmlns:r="http://schemas.openxmlformats.org/officeDocument/2006/relationships" xmlns:a="http://schemas.openxmlformats.org/drawingml/2006/main" r:embed="R7cea9ebb49c8482b">
            <a:extLst>
              <a:ext uri="{96DAC541-7B7A-43D3-8B79-37D633B846F1}">
                <asvg:svgBlip xmlns:asvg="http://schemas.microsoft.com/office/drawing/2016/SVG/main" r:embed="R3678cadefc6444f1"/>
              </a:ext>
            </a:extLst>
          </a:blip>
          <a:srcRect xmlns:a="http://schemas.openxmlformats.org/drawingml/2006/main" l="-9503" t="21585" r="0" b="15557"/>
          <a:stretch xmlns:a="http://schemas.openxmlformats.org/drawingml/2006/main"/>
        </p:blipFill>
        <p:spPr>
          <a:xfrm xmlns:a="http://schemas.openxmlformats.org/drawingml/2006/main">
            <a:off x="8834980" y="3428681"/>
            <a:ext cx="3357020" cy="1284671"/>
          </a:xfrm>
          <a:prstGeom xmlns:a="http://schemas.openxmlformats.org/drawingml/2006/main" prst="rect">
            <a:avLst/>
          </a:prstGeom>
        </p:spPr>
      </p:pic>
      <p:sp>
        <p:nvSpPr>
          <p:cNvPr id="6" name="Text Placeholder 21">
            <a:extLst xmlns:a="http://schemas.openxmlformats.org/drawingml/2006/main">
              <a:ext uri="{FF2B5EF4-FFF2-40B4-BE49-F238E27FC236}">
                <a16:creationId xmlns:a16="http://schemas.microsoft.com/office/drawing/2014/main" id="{57B65472-0A7B-E1E2-E938-97D6EFD8291F}"/>
              </a:ext>
            </a:extLst>
          </p:cNvPr>
          <p:cNvSpPr>
            <a:spLocks xmlns:a="http://schemas.openxmlformats.org/drawingml/2006/main" noGrp="1"/>
          </p:cNvSpPr>
          <p:nvPr>
            <p:ph type="body" idx="54" hasCustomPrompt="1"/>
          </p:nvPr>
        </p:nvSpPr>
        <p:spPr>
          <a:xfrm xmlns:a="http://schemas.openxmlformats.org/drawingml/2006/main">
            <a:off x="768875" y="6104842"/>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None/>
              <a:defRPr sz="1200" b="1" i="0">
                <a:solidFill>
                  <a:schemeClr val="tx1"/>
                </a:solidFill>
                <a:latin typeface="Oracle Sans Tab"/>
                <a:ea typeface="Oracle Sans Tab"/>
                <a:cs typeface="Oracle Sans Tab"/>
              </a:defRPr>
            </a:lvl1pPr>
          </a:lstStyle>
          <a:p xmlns:a="http://schemas.openxmlformats.org/drawingml/2006/main">
            <a:pPr>
              <a:buNone/>
            </a:pPr>
            <a:r>
              <a:t>Call to action</a:t>
            </a:r>
          </a:p>
        </p:txBody>
      </p:sp>
      <p:sp>
        <p:nvSpPr>
          <p:cNvPr id="10" name="Date Placeholder 9">
            <a:extLst xmlns:a="http://schemas.openxmlformats.org/drawingml/2006/main">
              <a:ext uri="{FF2B5EF4-FFF2-40B4-BE49-F238E27FC236}">
                <a16:creationId xmlns:a16="http://schemas.microsoft.com/office/drawing/2014/main" id="{E6C8778A-E17C-244C-CA78-7C2BE2E9B474}"/>
              </a:ext>
            </a:extLst>
          </p:cNvPr>
          <p:cNvSpPr>
            <a:spLocks xmlns:a="http://schemas.openxmlformats.org/drawingml/2006/main" noGrp="1"/>
          </p:cNvSpPr>
          <p:nvPr>
            <p:ph type="dt" idx="55"/>
          </p:nvPr>
        </p:nvSpPr>
        <p:spPr/>
        <p:txBody>
          <a:bodyPr xmlns:a="http://schemas.openxmlformats.org/drawingml/2006/main"/>
          <a:lstStyle xmlns:a="http://schemas.openxmlformats.org/drawingml/2006/main"/>
          <a:p xmlns:a="http://schemas.openxmlformats.org/drawingml/2006/main">
            <a:r>
              <a:t>[Date]</a:t>
            </a:r>
          </a:p>
        </p:txBody>
      </p:sp>
      <p:sp>
        <p:nvSpPr>
          <p:cNvPr id="11" name="Footer Placeholder 10">
            <a:extLst xmlns:a="http://schemas.openxmlformats.org/drawingml/2006/main">
              <a:ext uri="{FF2B5EF4-FFF2-40B4-BE49-F238E27FC236}">
                <a16:creationId xmlns:a16="http://schemas.microsoft.com/office/drawing/2014/main" id="{D92D176D-8959-FE7C-849D-985A17A9EF33}"/>
              </a:ext>
            </a:extLst>
          </p:cNvPr>
          <p:cNvSpPr>
            <a:spLocks xmlns:a="http://schemas.openxmlformats.org/drawingml/2006/main" noGrp="1"/>
          </p:cNvSpPr>
          <p:nvPr>
            <p:ph type="ftr" idx="56"/>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12" name="Slide Number Placeholder 11">
            <a:extLst xmlns:a="http://schemas.openxmlformats.org/drawingml/2006/main">
              <a:ext uri="{FF2B5EF4-FFF2-40B4-BE49-F238E27FC236}">
                <a16:creationId xmlns:a16="http://schemas.microsoft.com/office/drawing/2014/main" id="{D9A6135E-BDD4-91A2-C0C5-F3895FA29AC8}"/>
              </a:ext>
            </a:extLst>
          </p:cNvPr>
          <p:cNvSpPr>
            <a:spLocks xmlns:a="http://schemas.openxmlformats.org/drawingml/2006/main" noGrp="1"/>
          </p:cNvSpPr>
          <p:nvPr>
            <p:ph type="sldNum" idx="57"/>
          </p:nvPr>
        </p:nvSpPr>
        <p:spPr/>
        <p:txBody>
          <a:bodyPr xmlns:a="http://schemas.openxmlformats.org/drawingml/2006/main"/>
          <a:lstStyle xmlns:a="http://schemas.openxmlformats.org/drawingml/2006/main"/>
          <a:p xmlns:a="http://schemas.openxmlformats.org/drawingml/2006/main">
            <a:fld id="{345D60D9-5372-5F40-9443-0F9AE5BDC3C8}" type="slidenum">
              <a:t>‹#›</a:t>
            </a:fld>
          </a:p>
        </p:txBody>
      </p:sp>
    </p:spTree>
  </p:cSld>
</p:sldLayout>
</file>

<file path=ppt/slideLayouts/slideLayout101.xml><?xml version="1.0" encoding="utf-8"?>
<p:sldLayout xmlns:p="http://schemas.openxmlformats.org/presentationml/2006/main" preserve="1" userDrawn="1">
  <p:cSld name="Light - Story with photo and stats">
    <p:bg>
      <p:bgRef idx="1001">
        <a:schemeClr xmlns:a="http://schemas.openxmlformats.org/drawingml/2006/main" val="bg2"/>
      </p:bgRef>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48688E9-F02D-F34B-A466-BC7C5A6028DB}"/>
              </a:ext>
            </a:extLst>
          </p:cNvPr>
          <p:cNvSpPr>
            <a:spLocks xmlns:a="http://schemas.openxmlformats.org/drawingml/2006/main" noGrp="1"/>
          </p:cNvSpPr>
          <p:nvPr/>
        </p:nvSpPr>
        <p:spPr>
          <a:xfrm xmlns:a="http://schemas.openxmlformats.org/drawingml/2006/main">
            <a:off x="6096000" y="3429000"/>
            <a:ext cx="6096000" cy="3429000"/>
          </a:xfrm>
          <a:prstGeom xmlns:a="http://schemas.openxmlformats.org/drawingml/2006/main" prst="rect">
            <a:avLst/>
          </a:prstGeom>
          <a:solidFill xmlns:a="http://schemas.openxmlformats.org/drawingml/2006/main">
            <a:srgbClr val="F1EFED"/>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9" name="Content Placeholder 7">
            <a:extLst xmlns:a="http://schemas.openxmlformats.org/drawingml/2006/main">
              <a:ext uri="{FF2B5EF4-FFF2-40B4-BE49-F238E27FC236}">
                <a16:creationId xmlns:a16="http://schemas.microsoft.com/office/drawing/2014/main" id="{167FC9A2-EA1C-47AA-8CD1-519F2B2BA1D5}"/>
              </a:ext>
            </a:extLst>
          </p:cNvPr>
          <p:cNvSpPr>
            <a:spLocks xmlns:a="http://schemas.openxmlformats.org/drawingml/2006/main" noGrp="1"/>
          </p:cNvSpPr>
          <p:nvPr>
            <p:ph idx="28" hasCustomPrompt="1"/>
          </p:nvPr>
        </p:nvSpPr>
        <p:spPr>
          <a:xfrm xmlns:a="http://schemas.openxmlformats.org/drawingml/2006/main">
            <a:off x="761999" y="178676"/>
            <a:ext cx="2504420" cy="819258"/>
          </a:xfrm>
        </p:spPr>
        <p:txBody>
          <a:bodyPr xmlns:a="http://schemas.openxmlformats.org/drawingml/2006/main"/>
          <a:lstStyle xmlns:a="http://schemas.openxmlformats.org/drawingml/2006/main">
            <a:lvl1pPr>
              <a:buNone/>
              <a:defRPr sz="800">
                <a:latin typeface="Oracle Sans Light"/>
                <a:ea typeface="Oracle Sans Light"/>
                <a:cs typeface="Oracle Sans Light"/>
              </a:defRPr>
            </a:lvl1pPr>
          </a:lstStyle>
          <a:p xmlns:a="http://schemas.openxmlformats.org/drawingml/2006/main">
            <a:pPr>
              <a:buNone/>
            </a:pPr>
            <a:r>
              <a:t>Click to insert partner logo</a:t>
            </a:r>
          </a:p>
        </p:txBody>
      </p:sp>
      <p:sp>
        <p:nvSpPr>
          <p:cNvPr id="43" name="Title 1">
            <a:extLst xmlns:a="http://schemas.openxmlformats.org/drawingml/2006/main">
              <a:ext uri="{FF2B5EF4-FFF2-40B4-BE49-F238E27FC236}">
                <a16:creationId xmlns:a16="http://schemas.microsoft.com/office/drawing/2014/main" id="{74151B34-23FE-44F5-A716-0730CC7BA85D}"/>
              </a:ext>
            </a:extLst>
          </p:cNvPr>
          <p:cNvSpPr>
            <a:spLocks xmlns:a="http://schemas.openxmlformats.org/drawingml/2006/main" noGrp="1"/>
          </p:cNvSpPr>
          <p:nvPr>
            <p:ph type="title" idx="0" hasCustomPrompt="1"/>
          </p:nvPr>
        </p:nvSpPr>
        <p:spPr>
          <a:xfrm xmlns:a="http://schemas.openxmlformats.org/drawingml/2006/main">
            <a:off x="762000" y="1274060"/>
            <a:ext cx="4744029" cy="822960"/>
          </a:xfrm>
        </p:spPr>
        <p:txBody>
          <a:bodyPr xmlns:a="http://schemas.openxmlformats.org/drawingml/2006/main"/>
          <a:lstStyle xmlns:a="http://schemas.openxmlformats.org/drawingml/2006/main">
            <a:lvl1pPr>
              <a:buNone/>
              <a:defRPr>
                <a:solidFill>
                  <a:schemeClr val="tx1"/>
                </a:solidFill>
                <a:latin typeface="+mn-lt"/>
                <a:ea typeface="+mn-lt"/>
                <a:cs typeface="+mn-lt"/>
              </a:defRPr>
            </a:lvl1pPr>
          </a:lstStyle>
          <a:p xmlns:a="http://schemas.openxmlformats.org/drawingml/2006/main">
            <a:r>
              <a:t>Click to edit title text styles</a:t>
            </a:r>
          </a:p>
        </p:txBody>
      </p:sp>
      <p:sp>
        <p:nvSpPr>
          <p:cNvPr id="20" name="Text Placeholder 21">
            <a:extLst xmlns:a="http://schemas.openxmlformats.org/drawingml/2006/main">
              <a:ext uri="{FF2B5EF4-FFF2-40B4-BE49-F238E27FC236}">
                <a16:creationId xmlns:a16="http://schemas.microsoft.com/office/drawing/2014/main" id="{4C14E915-6287-F5A1-E319-1E5C8629A05F}"/>
              </a:ext>
            </a:extLst>
          </p:cNvPr>
          <p:cNvSpPr>
            <a:spLocks xmlns:a="http://schemas.openxmlformats.org/drawingml/2006/main" noGrp="1"/>
          </p:cNvSpPr>
          <p:nvPr>
            <p:ph type="body" idx="32" hasCustomPrompt="1"/>
          </p:nvPr>
        </p:nvSpPr>
        <p:spPr>
          <a:xfrm xmlns:a="http://schemas.openxmlformats.org/drawingml/2006/main">
            <a:off x="770368" y="2436573"/>
            <a:ext cx="4764024"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None/>
              <a:defRPr sz="1400" b="1" i="0">
                <a:solidFill>
                  <a:schemeClr val="tx1"/>
                </a:solidFill>
                <a:latin typeface="Oracle Sans Tab"/>
                <a:ea typeface="Oracle Sans Tab"/>
                <a:cs typeface="Oracle Sans Tab"/>
              </a:defRPr>
            </a:lvl1pPr>
          </a:lstStyle>
          <a:p xmlns:a="http://schemas.openxmlformats.org/drawingml/2006/main">
            <a:pPr>
              <a:buNone/>
            </a:pPr>
            <a:r>
              <a:t>Business challenges</a:t>
            </a:r>
          </a:p>
        </p:txBody>
      </p:sp>
      <p:sp>
        <p:nvSpPr>
          <p:cNvPr id="21" name="Text Placeholder 19">
            <a:extLst xmlns:a="http://schemas.openxmlformats.org/drawingml/2006/main">
              <a:ext uri="{FF2B5EF4-FFF2-40B4-BE49-F238E27FC236}">
                <a16:creationId xmlns:a16="http://schemas.microsoft.com/office/drawing/2014/main" id="{F78AAD0E-863E-A8EC-378E-CA7D3BEDF692}"/>
              </a:ext>
            </a:extLst>
          </p:cNvPr>
          <p:cNvSpPr>
            <a:spLocks xmlns:a="http://schemas.openxmlformats.org/drawingml/2006/main" noGrp="1"/>
          </p:cNvSpPr>
          <p:nvPr>
            <p:ph type="body" idx="44"/>
          </p:nvPr>
        </p:nvSpPr>
        <p:spPr>
          <a:xfrm xmlns:a="http://schemas.openxmlformats.org/drawingml/2006/main">
            <a:off x="768875" y="2780015"/>
            <a:ext cx="4764024" cy="457200"/>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a:buNone/>
            </a:pPr>
            <a:r>
              <a:t>Click to edit Master text styles</a:t>
            </a:r>
          </a:p>
          <a:p xmlns:a="http://schemas.openxmlformats.org/drawingml/2006/main">
            <a:pPr>
              <a:buNone/>
            </a:pPr>
            <a:r>
              <a:t>Second level</a:t>
            </a:r>
          </a:p>
        </p:txBody>
      </p:sp>
      <p:sp>
        <p:nvSpPr>
          <p:cNvPr id="24" name="Text Placeholder 21">
            <a:extLst xmlns:a="http://schemas.openxmlformats.org/drawingml/2006/main">
              <a:ext uri="{FF2B5EF4-FFF2-40B4-BE49-F238E27FC236}">
                <a16:creationId xmlns:a16="http://schemas.microsoft.com/office/drawing/2014/main" id="{C0BA352F-F67A-5E33-FBD8-084FF44A0F3F}"/>
              </a:ext>
            </a:extLst>
          </p:cNvPr>
          <p:cNvSpPr>
            <a:spLocks xmlns:a="http://schemas.openxmlformats.org/drawingml/2006/main" noGrp="1"/>
          </p:cNvSpPr>
          <p:nvPr>
            <p:ph type="body" idx="38" hasCustomPrompt="1"/>
          </p:nvPr>
        </p:nvSpPr>
        <p:spPr>
          <a:xfrm xmlns:a="http://schemas.openxmlformats.org/drawingml/2006/main">
            <a:off x="770368" y="3703827"/>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None/>
              <a:defRPr sz="1400" b="1" i="0">
                <a:solidFill>
                  <a:schemeClr val="tx1"/>
                </a:solidFill>
                <a:latin typeface="Oracle Sans Tab"/>
                <a:ea typeface="Oracle Sans Tab"/>
                <a:cs typeface="Oracle Sans Tab"/>
              </a:defRPr>
            </a:lvl1pPr>
          </a:lstStyle>
          <a:p xmlns:a="http://schemas.openxmlformats.org/drawingml/2006/main">
            <a:pPr>
              <a:buNone/>
            </a:pPr>
            <a:r>
              <a:t>Why Oracle</a:t>
            </a:r>
          </a:p>
        </p:txBody>
      </p:sp>
      <p:sp>
        <p:nvSpPr>
          <p:cNvPr id="25" name="Text Placeholder 19">
            <a:extLst xmlns:a="http://schemas.openxmlformats.org/drawingml/2006/main">
              <a:ext uri="{FF2B5EF4-FFF2-40B4-BE49-F238E27FC236}">
                <a16:creationId xmlns:a16="http://schemas.microsoft.com/office/drawing/2014/main" id="{97385F7D-6D1D-86CA-110E-A65805CE4790}"/>
              </a:ext>
            </a:extLst>
          </p:cNvPr>
          <p:cNvSpPr>
            <a:spLocks xmlns:a="http://schemas.openxmlformats.org/drawingml/2006/main" noGrp="1"/>
          </p:cNvSpPr>
          <p:nvPr>
            <p:ph type="body" idx="45"/>
          </p:nvPr>
        </p:nvSpPr>
        <p:spPr>
          <a:xfrm xmlns:a="http://schemas.openxmlformats.org/drawingml/2006/main">
            <a:off x="768875" y="4048160"/>
            <a:ext cx="4764024" cy="457200"/>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a:buNone/>
            </a:pPr>
            <a:r>
              <a:t>Click to edit Master text styles</a:t>
            </a:r>
          </a:p>
          <a:p xmlns:a="http://schemas.openxmlformats.org/drawingml/2006/main">
            <a:pPr>
              <a:buNone/>
            </a:pPr>
            <a:r>
              <a:t>Second level</a:t>
            </a:r>
          </a:p>
        </p:txBody>
      </p:sp>
      <p:sp>
        <p:nvSpPr>
          <p:cNvPr id="26" name="Text Placeholder 21">
            <a:extLst xmlns:a="http://schemas.openxmlformats.org/drawingml/2006/main">
              <a:ext uri="{FF2B5EF4-FFF2-40B4-BE49-F238E27FC236}">
                <a16:creationId xmlns:a16="http://schemas.microsoft.com/office/drawing/2014/main" id="{FCE282E2-5D44-8D75-1898-6AEA0F8C1C09}"/>
              </a:ext>
            </a:extLst>
          </p:cNvPr>
          <p:cNvSpPr>
            <a:spLocks xmlns:a="http://schemas.openxmlformats.org/drawingml/2006/main" noGrp="1"/>
          </p:cNvSpPr>
          <p:nvPr>
            <p:ph type="body" idx="46" hasCustomPrompt="1"/>
          </p:nvPr>
        </p:nvSpPr>
        <p:spPr>
          <a:xfrm xmlns:a="http://schemas.openxmlformats.org/drawingml/2006/main">
            <a:off x="770367" y="4870581"/>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None/>
              <a:defRPr sz="1400" b="1" i="0">
                <a:solidFill>
                  <a:schemeClr val="tx1"/>
                </a:solidFill>
                <a:latin typeface="Oracle Sans Tab"/>
                <a:ea typeface="Oracle Sans Tab"/>
                <a:cs typeface="Oracle Sans Tab"/>
              </a:defRPr>
            </a:lvl1pPr>
          </a:lstStyle>
          <a:p xmlns:a="http://schemas.openxmlformats.org/drawingml/2006/main">
            <a:pPr>
              <a:buNone/>
            </a:pPr>
            <a:r>
              <a:t>Result</a:t>
            </a:r>
          </a:p>
        </p:txBody>
      </p:sp>
      <p:sp>
        <p:nvSpPr>
          <p:cNvPr id="3" name="Text Placeholder 19">
            <a:extLst xmlns:a="http://schemas.openxmlformats.org/drawingml/2006/main">
              <a:ext uri="{FF2B5EF4-FFF2-40B4-BE49-F238E27FC236}">
                <a16:creationId xmlns:a16="http://schemas.microsoft.com/office/drawing/2014/main" id="{C9B029B0-1EAB-FE8A-291E-9E218344064A}"/>
              </a:ext>
            </a:extLst>
          </p:cNvPr>
          <p:cNvSpPr>
            <a:spLocks xmlns:a="http://schemas.openxmlformats.org/drawingml/2006/main" noGrp="1"/>
          </p:cNvSpPr>
          <p:nvPr>
            <p:ph type="body" idx="47"/>
          </p:nvPr>
        </p:nvSpPr>
        <p:spPr>
          <a:xfrm xmlns:a="http://schemas.openxmlformats.org/drawingml/2006/main">
            <a:off x="761999" y="5225528"/>
            <a:ext cx="4764024" cy="457200"/>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a:buNone/>
            </a:pPr>
            <a:r>
              <a:t>Click to edit Master text styles</a:t>
            </a:r>
          </a:p>
          <a:p xmlns:a="http://schemas.openxmlformats.org/drawingml/2006/main">
            <a:pPr>
              <a:buNone/>
            </a:pPr>
            <a:r>
              <a:t>Second level</a:t>
            </a:r>
          </a:p>
        </p:txBody>
      </p:sp>
      <p:sp>
        <p:nvSpPr>
          <p:cNvPr id="4" name="Text Placeholder 21">
            <a:extLst xmlns:a="http://schemas.openxmlformats.org/drawingml/2006/main">
              <a:ext uri="{FF2B5EF4-FFF2-40B4-BE49-F238E27FC236}">
                <a16:creationId xmlns:a16="http://schemas.microsoft.com/office/drawing/2014/main" id="{36B97647-97D2-408B-413C-E65D6A6051E5}"/>
              </a:ext>
            </a:extLst>
          </p:cNvPr>
          <p:cNvSpPr>
            <a:spLocks xmlns:a="http://schemas.openxmlformats.org/drawingml/2006/main" noGrp="1"/>
          </p:cNvSpPr>
          <p:nvPr>
            <p:ph type="body" idx="14" hasCustomPrompt="1"/>
          </p:nvPr>
        </p:nvSpPr>
        <p:spPr>
          <a:xfrm xmlns:a="http://schemas.openxmlformats.org/drawingml/2006/main">
            <a:off x="6739049" y="3922382"/>
            <a:ext cx="1590912" cy="614174"/>
          </a:xfrm>
          <a:prstGeom xmlns:a="http://schemas.openxmlformats.org/drawingml/2006/main" prst="rect">
            <a:avLst/>
          </a:prstGeom>
        </p:spPr>
        <p:txBody>
          <a:bodyPr xmlns:a="http://schemas.openxmlformats.org/drawingml/2006/main" lIns="0" tIns="0" rIns="0" bIns="0" anchor="b"/>
          <a:lstStyle xmlns:a="http://schemas.openxmlformats.org/drawingml/2006/main">
            <a:lvl1pPr algn="l">
              <a:buNone/>
              <a:defRPr sz="3600" b="1" i="0">
                <a:solidFill>
                  <a:schemeClr val="tx1"/>
                </a:solidFill>
                <a:latin typeface="Oracle Sans Tab"/>
                <a:ea typeface="Oracle Sans Tab"/>
                <a:cs typeface="Oracle Sans Tab"/>
              </a:defRPr>
            </a:lvl1pPr>
          </a:lstStyle>
          <a:p xmlns:a="http://schemas.openxmlformats.org/drawingml/2006/main">
            <a:pPr>
              <a:buNone/>
            </a:pPr>
            <a:r>
              <a:t>#Stat</a:t>
            </a:r>
          </a:p>
        </p:txBody>
      </p:sp>
      <p:sp>
        <p:nvSpPr>
          <p:cNvPr id="5" name="Text Placeholder 21">
            <a:extLst xmlns:a="http://schemas.openxmlformats.org/drawingml/2006/main">
              <a:ext uri="{FF2B5EF4-FFF2-40B4-BE49-F238E27FC236}">
                <a16:creationId xmlns:a16="http://schemas.microsoft.com/office/drawing/2014/main" id="{3A3580F8-D690-3030-C6AC-4866E9825F61}"/>
              </a:ext>
            </a:extLst>
          </p:cNvPr>
          <p:cNvSpPr>
            <a:spLocks xmlns:a="http://schemas.openxmlformats.org/drawingml/2006/main" noGrp="1"/>
          </p:cNvSpPr>
          <p:nvPr>
            <p:ph type="body" idx="30" hasCustomPrompt="1"/>
          </p:nvPr>
        </p:nvSpPr>
        <p:spPr>
          <a:xfrm xmlns:a="http://schemas.openxmlformats.org/drawingml/2006/main">
            <a:off x="8448458" y="3933540"/>
            <a:ext cx="3237574" cy="603016"/>
          </a:xfrm>
          <a:prstGeom xmlns:a="http://schemas.openxmlformats.org/drawingml/2006/main" prst="rect">
            <a:avLst/>
          </a:prstGeom>
        </p:spPr>
        <p:txBody>
          <a:bodyPr xmlns:a="http://schemas.openxmlformats.org/drawingml/2006/main" lIns="0" tIns="0" rIns="0" bIns="0"/>
          <a:lstStyle xmlns:a="http://schemas.openxmlformats.org/drawingml/2006/main">
            <a:lvl1pPr algn="l">
              <a:buNone/>
              <a:defRPr sz="1400" b="0" i="0">
                <a:solidFill>
                  <a:schemeClr val="tx1"/>
                </a:solidFill>
                <a:latin typeface="Oracle Sans Tab"/>
                <a:ea typeface="Oracle Sans Tab"/>
                <a:cs typeface="Oracle Sans Tab"/>
              </a:defRPr>
            </a:lvl1pPr>
          </a:lstStyle>
          <a:p xmlns:a="http://schemas.openxmlformats.org/drawingml/2006/main">
            <a:pPr>
              <a:buNone/>
            </a:pPr>
            <a:r>
              <a:t>Lorem ipsum </a:t>
            </a:r>
            <a:r>
              <a:t>dolor</a:t>
            </a:r>
            <a:r>
              <a:t> sit </a:t>
            </a:r>
            <a:r>
              <a:t>amet</a:t>
            </a:r>
            <a:r>
              <a:t>, </a:t>
            </a:r>
            <a:r>
              <a:t>consectetur</a:t>
            </a:r>
            <a:r>
              <a:t> </a:t>
            </a:r>
            <a:r>
              <a:t>adipiscing</a:t>
            </a:r>
            <a:r>
              <a:t> </a:t>
            </a:r>
            <a:r>
              <a:t>elit</a:t>
            </a:r>
            <a:r>
              <a:t>, </a:t>
            </a:r>
            <a:r>
              <a:t>sed</a:t>
            </a:r>
            <a:r>
              <a:t> do </a:t>
            </a:r>
            <a:r>
              <a:t>eiusmod</a:t>
            </a:r>
            <a:r>
              <a:t> </a:t>
            </a:r>
            <a:r>
              <a:t>tempor</a:t>
            </a:r>
            <a:r>
              <a:t> </a:t>
            </a:r>
            <a:r>
              <a:t>incididunt</a:t>
            </a:r>
          </a:p>
        </p:txBody>
      </p:sp>
      <p:sp>
        <p:nvSpPr>
          <p:cNvPr id="7" name="Text Placeholder 21">
            <a:extLst xmlns:a="http://schemas.openxmlformats.org/drawingml/2006/main">
              <a:ext uri="{FF2B5EF4-FFF2-40B4-BE49-F238E27FC236}">
                <a16:creationId xmlns:a16="http://schemas.microsoft.com/office/drawing/2014/main" id="{44C5C283-5935-B42C-7120-D243BA9A2913}"/>
              </a:ext>
            </a:extLst>
          </p:cNvPr>
          <p:cNvSpPr>
            <a:spLocks xmlns:a="http://schemas.openxmlformats.org/drawingml/2006/main" noGrp="1"/>
          </p:cNvSpPr>
          <p:nvPr>
            <p:ph type="body" idx="31" hasCustomPrompt="1"/>
          </p:nvPr>
        </p:nvSpPr>
        <p:spPr>
          <a:xfrm xmlns:a="http://schemas.openxmlformats.org/drawingml/2006/main">
            <a:off x="6739049" y="4734009"/>
            <a:ext cx="1590912" cy="614174"/>
          </a:xfrm>
          <a:prstGeom xmlns:a="http://schemas.openxmlformats.org/drawingml/2006/main" prst="rect">
            <a:avLst/>
          </a:prstGeom>
        </p:spPr>
        <p:txBody>
          <a:bodyPr xmlns:a="http://schemas.openxmlformats.org/drawingml/2006/main" lIns="0" tIns="0" rIns="0" bIns="0" anchor="b"/>
          <a:lstStyle xmlns:a="http://schemas.openxmlformats.org/drawingml/2006/main">
            <a:lvl1pPr algn="l">
              <a:buNone/>
              <a:defRPr sz="3600" b="1" i="0">
                <a:solidFill>
                  <a:schemeClr val="tx1"/>
                </a:solidFill>
                <a:latin typeface="Oracle Sans Tab"/>
                <a:ea typeface="Oracle Sans Tab"/>
                <a:cs typeface="Oracle Sans Tab"/>
              </a:defRPr>
            </a:lvl1pPr>
          </a:lstStyle>
          <a:p xmlns:a="http://schemas.openxmlformats.org/drawingml/2006/main">
            <a:pPr>
              <a:buNone/>
            </a:pPr>
            <a:r>
              <a:t>#Stat</a:t>
            </a:r>
          </a:p>
        </p:txBody>
      </p:sp>
      <p:sp>
        <p:nvSpPr>
          <p:cNvPr id="8" name="Text Placeholder 21">
            <a:extLst xmlns:a="http://schemas.openxmlformats.org/drawingml/2006/main">
              <a:ext uri="{FF2B5EF4-FFF2-40B4-BE49-F238E27FC236}">
                <a16:creationId xmlns:a16="http://schemas.microsoft.com/office/drawing/2014/main" id="{099F2B36-E543-7114-2E12-7E05E41FD12F}"/>
              </a:ext>
            </a:extLst>
          </p:cNvPr>
          <p:cNvSpPr>
            <a:spLocks xmlns:a="http://schemas.openxmlformats.org/drawingml/2006/main" noGrp="1"/>
          </p:cNvSpPr>
          <p:nvPr>
            <p:ph type="body" idx="48" hasCustomPrompt="1"/>
          </p:nvPr>
        </p:nvSpPr>
        <p:spPr>
          <a:xfrm xmlns:a="http://schemas.openxmlformats.org/drawingml/2006/main">
            <a:off x="8448458" y="4745167"/>
            <a:ext cx="3237574" cy="603016"/>
          </a:xfrm>
          <a:prstGeom xmlns:a="http://schemas.openxmlformats.org/drawingml/2006/main" prst="rect">
            <a:avLst/>
          </a:prstGeom>
        </p:spPr>
        <p:txBody>
          <a:bodyPr xmlns:a="http://schemas.openxmlformats.org/drawingml/2006/main" lIns="0" tIns="0" rIns="0" bIns="0"/>
          <a:lstStyle xmlns:a="http://schemas.openxmlformats.org/drawingml/2006/main">
            <a:lvl1pPr algn="l">
              <a:buNone/>
              <a:defRPr sz="1400" b="0" i="0">
                <a:solidFill>
                  <a:schemeClr val="tx1"/>
                </a:solidFill>
                <a:latin typeface="Oracle Sans Tab"/>
                <a:ea typeface="Oracle Sans Tab"/>
                <a:cs typeface="Oracle Sans Tab"/>
              </a:defRPr>
            </a:lvl1pPr>
          </a:lstStyle>
          <a:p xmlns:a="http://schemas.openxmlformats.org/drawingml/2006/main">
            <a:pPr>
              <a:buNone/>
            </a:pPr>
            <a:r>
              <a:t>Lorem ipsum </a:t>
            </a:r>
            <a:r>
              <a:t>dolor</a:t>
            </a:r>
            <a:r>
              <a:t> sit </a:t>
            </a:r>
            <a:r>
              <a:t>amet</a:t>
            </a:r>
            <a:r>
              <a:t>, </a:t>
            </a:r>
            <a:r>
              <a:t>consectetur</a:t>
            </a:r>
            <a:r>
              <a:t> </a:t>
            </a:r>
            <a:r>
              <a:t>adipiscing</a:t>
            </a:r>
            <a:r>
              <a:t> </a:t>
            </a:r>
            <a:r>
              <a:t>elit</a:t>
            </a:r>
            <a:r>
              <a:t>, </a:t>
            </a:r>
            <a:r>
              <a:t>sed</a:t>
            </a:r>
            <a:r>
              <a:t> do </a:t>
            </a:r>
            <a:r>
              <a:t>eiusmod</a:t>
            </a:r>
            <a:r>
              <a:t> </a:t>
            </a:r>
            <a:r>
              <a:t>tempor</a:t>
            </a:r>
            <a:r>
              <a:t> </a:t>
            </a:r>
            <a:r>
              <a:t>incididunt</a:t>
            </a:r>
          </a:p>
        </p:txBody>
      </p:sp>
      <p:sp>
        <p:nvSpPr>
          <p:cNvPr id="9" name="Text Placeholder 21">
            <a:extLst xmlns:a="http://schemas.openxmlformats.org/drawingml/2006/main">
              <a:ext uri="{FF2B5EF4-FFF2-40B4-BE49-F238E27FC236}">
                <a16:creationId xmlns:a16="http://schemas.microsoft.com/office/drawing/2014/main" id="{480E7235-27FC-1059-8FEC-3A55CCC728FE}"/>
              </a:ext>
            </a:extLst>
          </p:cNvPr>
          <p:cNvSpPr>
            <a:spLocks xmlns:a="http://schemas.openxmlformats.org/drawingml/2006/main" noGrp="1"/>
          </p:cNvSpPr>
          <p:nvPr>
            <p:ph type="body" idx="33" hasCustomPrompt="1"/>
          </p:nvPr>
        </p:nvSpPr>
        <p:spPr>
          <a:xfrm xmlns:a="http://schemas.openxmlformats.org/drawingml/2006/main">
            <a:off x="6739049" y="5546718"/>
            <a:ext cx="1590912" cy="614174"/>
          </a:xfrm>
          <a:prstGeom xmlns:a="http://schemas.openxmlformats.org/drawingml/2006/main" prst="rect">
            <a:avLst/>
          </a:prstGeom>
        </p:spPr>
        <p:txBody>
          <a:bodyPr xmlns:a="http://schemas.openxmlformats.org/drawingml/2006/main" lIns="0" tIns="0" rIns="0" bIns="0" anchor="b"/>
          <a:lstStyle xmlns:a="http://schemas.openxmlformats.org/drawingml/2006/main">
            <a:lvl1pPr algn="l">
              <a:buNone/>
              <a:defRPr sz="3600" b="1" i="0">
                <a:solidFill>
                  <a:schemeClr val="tx1"/>
                </a:solidFill>
                <a:latin typeface="Oracle Sans Tab"/>
                <a:ea typeface="Oracle Sans Tab"/>
                <a:cs typeface="Oracle Sans Tab"/>
              </a:defRPr>
            </a:lvl1pPr>
          </a:lstStyle>
          <a:p xmlns:a="http://schemas.openxmlformats.org/drawingml/2006/main">
            <a:pPr>
              <a:buNone/>
            </a:pPr>
            <a:r>
              <a:t>#Stat</a:t>
            </a:r>
          </a:p>
        </p:txBody>
      </p:sp>
      <p:sp>
        <p:nvSpPr>
          <p:cNvPr id="11" name="Text Placeholder 21">
            <a:extLst xmlns:a="http://schemas.openxmlformats.org/drawingml/2006/main">
              <a:ext uri="{FF2B5EF4-FFF2-40B4-BE49-F238E27FC236}">
                <a16:creationId xmlns:a16="http://schemas.microsoft.com/office/drawing/2014/main" id="{360C9156-A92C-0F42-A924-D97D8BD8785F}"/>
              </a:ext>
            </a:extLst>
          </p:cNvPr>
          <p:cNvSpPr>
            <a:spLocks xmlns:a="http://schemas.openxmlformats.org/drawingml/2006/main" noGrp="1"/>
          </p:cNvSpPr>
          <p:nvPr>
            <p:ph type="body" idx="34" hasCustomPrompt="1"/>
          </p:nvPr>
        </p:nvSpPr>
        <p:spPr>
          <a:xfrm xmlns:a="http://schemas.openxmlformats.org/drawingml/2006/main">
            <a:off x="8448458" y="5557876"/>
            <a:ext cx="3237574" cy="603016"/>
          </a:xfrm>
          <a:prstGeom xmlns:a="http://schemas.openxmlformats.org/drawingml/2006/main" prst="rect">
            <a:avLst/>
          </a:prstGeom>
        </p:spPr>
        <p:txBody>
          <a:bodyPr xmlns:a="http://schemas.openxmlformats.org/drawingml/2006/main" lIns="0" tIns="0" rIns="0" bIns="0"/>
          <a:lstStyle xmlns:a="http://schemas.openxmlformats.org/drawingml/2006/main">
            <a:lvl1pPr algn="l">
              <a:buNone/>
              <a:defRPr sz="1400" b="0" i="0">
                <a:solidFill>
                  <a:schemeClr val="tx1"/>
                </a:solidFill>
                <a:latin typeface="Oracle Sans Tab"/>
                <a:ea typeface="Oracle Sans Tab"/>
                <a:cs typeface="Oracle Sans Tab"/>
              </a:defRPr>
            </a:lvl1pPr>
          </a:lstStyle>
          <a:p xmlns:a="http://schemas.openxmlformats.org/drawingml/2006/main">
            <a:pPr>
              <a:buNone/>
            </a:pPr>
            <a:r>
              <a:t>Lorem ipsum </a:t>
            </a:r>
            <a:r>
              <a:t>dolor</a:t>
            </a:r>
            <a:r>
              <a:t> sit </a:t>
            </a:r>
            <a:r>
              <a:t>amet</a:t>
            </a:r>
            <a:r>
              <a:t>, </a:t>
            </a:r>
            <a:r>
              <a:t>consectetur</a:t>
            </a:r>
            <a:r>
              <a:t> </a:t>
            </a:r>
            <a:r>
              <a:t>adipiscing</a:t>
            </a:r>
            <a:r>
              <a:t> </a:t>
            </a:r>
            <a:r>
              <a:t>elit</a:t>
            </a:r>
            <a:r>
              <a:t>, </a:t>
            </a:r>
            <a:r>
              <a:t>sed</a:t>
            </a:r>
            <a:r>
              <a:t> do </a:t>
            </a:r>
            <a:r>
              <a:t>eiusmod</a:t>
            </a:r>
            <a:r>
              <a:t> </a:t>
            </a:r>
            <a:r>
              <a:t>tempor</a:t>
            </a:r>
            <a:r>
              <a:t> </a:t>
            </a:r>
            <a:r>
              <a:t>incididunt</a:t>
            </a:r>
          </a:p>
        </p:txBody>
      </p:sp>
      <p:sp>
        <p:nvSpPr>
          <p:cNvPr id="12" name="Picture Placeholder 17">
            <a:extLst xmlns:a="http://schemas.openxmlformats.org/drawingml/2006/main">
              <a:ext uri="{FF2B5EF4-FFF2-40B4-BE49-F238E27FC236}">
                <a16:creationId xmlns:a16="http://schemas.microsoft.com/office/drawing/2014/main" id="{37E1F626-6013-A11C-1493-E8B91C591978}"/>
              </a:ext>
            </a:extLst>
          </p:cNvPr>
          <p:cNvSpPr>
            <a:spLocks xmlns:a="http://schemas.openxmlformats.org/drawingml/2006/main" noGrp="1"/>
          </p:cNvSpPr>
          <p:nvPr>
            <p:ph type="pic" idx="53" hasCustomPrompt="1"/>
          </p:nvPr>
        </p:nvSpPr>
        <p:spPr>
          <a:xfrm xmlns:a="http://schemas.openxmlformats.org/drawingml/2006/main">
            <a:off x="6096000" y="0"/>
            <a:ext cx="6096000" cy="3428682"/>
          </a:xfrm>
          <a:prstGeom xmlns:a="http://schemas.openxmlformats.org/drawingml/2006/main" prst="rect">
            <a:avLst/>
          </a:prstGeom>
          <a:solidFill xmlns:a="http://schemas.openxmlformats.org/drawingml/2006/main">
            <a:srgbClr val="AEA8A2"/>
          </a:solidFill>
        </p:spPr>
        <p:txBody>
          <a:bodyPr xmlns:a="http://schemas.openxmlformats.org/drawingml/2006/main" lIns="72000" tIns="72000" rIns="0" anchor="ctr"/>
          <a:lstStyle xmlns:a="http://schemas.openxmlformats.org/drawingml/2006/main">
            <a:lvl1pPr algn="ctr">
              <a:buNone/>
              <a:defRPr sz="1400" b="0" i="0">
                <a:solidFill>
                  <a:schemeClr val="tx1"/>
                </a:solidFill>
                <a:latin typeface="Oracle Sans Tab"/>
                <a:ea typeface="Oracle Sans Tab"/>
                <a:cs typeface="Oracle Sans Tab"/>
              </a:defRPr>
            </a:lvl1pPr>
          </a:lstStyle>
          <a:p xmlns:a="http://schemas.openxmlformats.org/drawingml/2006/main">
            <a:r>
              <a:t>Click to add photo or illustration</a:t>
            </a:r>
          </a:p>
          <a:p xmlns:a="http://schemas.openxmlformats.org/drawingml/2006/main"/>
          <a:p xmlns:a="http://schemas.openxmlformats.org/drawingml/2006/main"/>
          <a:p xmlns:a="http://schemas.openxmlformats.org/drawingml/2006/main"/>
        </p:txBody>
      </p:sp>
      <p:pic>
        <p:nvPicPr>
          <p:cNvPr id="57" name="OTag"/>
          <p:cNvPicPr>
            <a:picLocks xmlns:a="http://schemas.openxmlformats.org/drawingml/2006/main" noChangeAspect="1"/>
          </p:cNvPicPr>
          <p:nvPr/>
        </p:nvPicPr>
        <p:blipFill>
          <a:blip xmlns:r="http://schemas.openxmlformats.org/officeDocument/2006/relationships" xmlns:a="http://schemas.openxmlformats.org/drawingml/2006/main" r:embed="Rf4aa6ef8131e481a"/>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pic>
        <p:nvPicPr>
          <p:cNvPr id="58" name="Graphic 12"/>
          <p:cNvPicPr>
            <a:picLocks xmlns:a="http://schemas.openxmlformats.org/drawingml/2006/main" noChangeAspect="1"/>
          </p:cNvPicPr>
          <p:nvPr/>
        </p:nvPicPr>
        <p:blipFill>
          <a:blip xmlns:r="http://schemas.openxmlformats.org/officeDocument/2006/relationships" xmlns:a="http://schemas.openxmlformats.org/drawingml/2006/main" r:embed="R47a9b835d4e04ce7">
            <a:extLst>
              <a:ext uri="{96DAC541-7B7A-43D3-8B79-37D633B846F1}">
                <asvg:svgBlip xmlns:asvg="http://schemas.microsoft.com/office/drawing/2016/SVG/main" r:embed="R1729eca5e8d14c0a"/>
              </a:ext>
            </a:extLst>
          </a:blip>
          <a:srcRect xmlns:a="http://schemas.openxmlformats.org/drawingml/2006/main" l="-9503" t="21585" r="0" b="15557"/>
          <a:stretch xmlns:a="http://schemas.openxmlformats.org/drawingml/2006/main"/>
        </p:blipFill>
        <p:spPr>
          <a:xfrm xmlns:a="http://schemas.openxmlformats.org/drawingml/2006/main">
            <a:off x="8834980" y="3428681"/>
            <a:ext cx="3357020" cy="1284671"/>
          </a:xfrm>
          <a:prstGeom xmlns:a="http://schemas.openxmlformats.org/drawingml/2006/main" prst="rect">
            <a:avLst/>
          </a:prstGeom>
        </p:spPr>
      </p:pic>
      <p:sp>
        <p:nvSpPr>
          <p:cNvPr id="14" name="Text Placeholder 21">
            <a:extLst xmlns:a="http://schemas.openxmlformats.org/drawingml/2006/main">
              <a:ext uri="{FF2B5EF4-FFF2-40B4-BE49-F238E27FC236}">
                <a16:creationId xmlns:a16="http://schemas.microsoft.com/office/drawing/2014/main" id="{714C8117-8874-4C52-FD47-896710854EA6}"/>
              </a:ext>
            </a:extLst>
          </p:cNvPr>
          <p:cNvSpPr>
            <a:spLocks xmlns:a="http://schemas.openxmlformats.org/drawingml/2006/main" noGrp="1"/>
          </p:cNvSpPr>
          <p:nvPr>
            <p:ph type="body" idx="54" hasCustomPrompt="1"/>
          </p:nvPr>
        </p:nvSpPr>
        <p:spPr>
          <a:xfrm xmlns:a="http://schemas.openxmlformats.org/drawingml/2006/main">
            <a:off x="768875" y="6104842"/>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None/>
              <a:defRPr sz="1200" b="1" i="0">
                <a:solidFill>
                  <a:schemeClr val="tx1"/>
                </a:solidFill>
                <a:latin typeface="Oracle Sans Tab"/>
                <a:ea typeface="Oracle Sans Tab"/>
                <a:cs typeface="Oracle Sans Tab"/>
              </a:defRPr>
            </a:lvl1pPr>
          </a:lstStyle>
          <a:p xmlns:a="http://schemas.openxmlformats.org/drawingml/2006/main">
            <a:pPr>
              <a:buNone/>
            </a:pPr>
            <a:r>
              <a:t>Call to action</a:t>
            </a:r>
          </a:p>
        </p:txBody>
      </p:sp>
      <p:sp>
        <p:nvSpPr>
          <p:cNvPr id="17" name="Date Placeholder 16">
            <a:extLst xmlns:a="http://schemas.openxmlformats.org/drawingml/2006/main">
              <a:ext uri="{FF2B5EF4-FFF2-40B4-BE49-F238E27FC236}">
                <a16:creationId xmlns:a16="http://schemas.microsoft.com/office/drawing/2014/main" id="{517E3FFB-C0A0-39FC-1BD2-702C7C9E9FAF}"/>
              </a:ext>
            </a:extLst>
          </p:cNvPr>
          <p:cNvSpPr>
            <a:spLocks xmlns:a="http://schemas.openxmlformats.org/drawingml/2006/main" noGrp="1"/>
          </p:cNvSpPr>
          <p:nvPr>
            <p:ph type="dt" idx="55"/>
          </p:nvPr>
        </p:nvSpPr>
        <p:spPr/>
        <p:txBody>
          <a:bodyPr xmlns:a="http://schemas.openxmlformats.org/drawingml/2006/main"/>
          <a:lstStyle xmlns:a="http://schemas.openxmlformats.org/drawingml/2006/main"/>
          <a:p xmlns:a="http://schemas.openxmlformats.org/drawingml/2006/main">
            <a:r>
              <a:t>[Date]</a:t>
            </a:r>
          </a:p>
        </p:txBody>
      </p:sp>
      <p:sp>
        <p:nvSpPr>
          <p:cNvPr id="18" name="Footer Placeholder 17">
            <a:extLst xmlns:a="http://schemas.openxmlformats.org/drawingml/2006/main">
              <a:ext uri="{FF2B5EF4-FFF2-40B4-BE49-F238E27FC236}">
                <a16:creationId xmlns:a16="http://schemas.microsoft.com/office/drawing/2014/main" id="{7343479E-6B16-C8F0-F517-B1DE284F81CA}"/>
              </a:ext>
            </a:extLst>
          </p:cNvPr>
          <p:cNvSpPr>
            <a:spLocks xmlns:a="http://schemas.openxmlformats.org/drawingml/2006/main" noGrp="1"/>
          </p:cNvSpPr>
          <p:nvPr>
            <p:ph type="ftr" idx="56"/>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19" name="Slide Number Placeholder 18">
            <a:extLst xmlns:a="http://schemas.openxmlformats.org/drawingml/2006/main">
              <a:ext uri="{FF2B5EF4-FFF2-40B4-BE49-F238E27FC236}">
                <a16:creationId xmlns:a16="http://schemas.microsoft.com/office/drawing/2014/main" id="{662B9361-AD62-3B4A-F888-F69673F85D49}"/>
              </a:ext>
            </a:extLst>
          </p:cNvPr>
          <p:cNvSpPr>
            <a:spLocks xmlns:a="http://schemas.openxmlformats.org/drawingml/2006/main" noGrp="1"/>
          </p:cNvSpPr>
          <p:nvPr>
            <p:ph type="sldNum" idx="57"/>
          </p:nvPr>
        </p:nvSpPr>
        <p:spPr/>
        <p:txBody>
          <a:bodyPr xmlns:a="http://schemas.openxmlformats.org/drawingml/2006/main"/>
          <a:lstStyle xmlns:a="http://schemas.openxmlformats.org/drawingml/2006/main"/>
          <a:p xmlns:a="http://schemas.openxmlformats.org/drawingml/2006/main">
            <a:fld id="{345D60D9-5372-5F40-9443-0F9AE5BDC3C8}" type="slidenum">
              <a:t>‹#›</a:t>
            </a:fld>
          </a:p>
        </p:txBody>
      </p:sp>
    </p:spTree>
  </p:cSld>
</p:sldLayout>
</file>

<file path=ppt/slideLayouts/slideLayout102.xml><?xml version="1.0" encoding="utf-8"?>
<p:sldLayout xmlns:p="http://schemas.openxmlformats.org/presentationml/2006/main" preserve="1" userDrawn="1">
  <p:cSld name="Light - half color block">
    <p:bg>
      <p:bgRef idx="1001">
        <a:schemeClr xmlns:a="http://schemas.openxmlformats.org/drawingml/2006/main" val="bg2"/>
      </p:bgRef>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4DC368C7-84E9-0B4D-0941-3C15D6866906}"/>
              </a:ext>
            </a:extLst>
          </p:cNvPr>
          <p:cNvSpPr>
            <a:spLocks xmlns:a="http://schemas.openxmlformats.org/drawingml/2006/main" noGrp="1"/>
          </p:cNvSpPr>
          <p:nvPr/>
        </p:nvSpPr>
        <p:spPr>
          <a:xfrm xmlns:a="http://schemas.openxmlformats.org/drawingml/2006/main">
            <a:off x="0" y="-1"/>
            <a:ext cx="5943600" cy="6858000"/>
          </a:xfrm>
          <a:prstGeom xmlns:a="http://schemas.openxmlformats.org/drawingml/2006/main" prst="rect">
            <a:avLst/>
          </a:prstGeom>
          <a:solidFill xmlns:a="http://schemas.openxmlformats.org/drawingml/2006/main">
            <a:srgbClr val="F1EFED"/>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 name="Title 1">
            <a:extLst xmlns:a="http://schemas.openxmlformats.org/drawingml/2006/main">
              <a:ext uri="{FF2B5EF4-FFF2-40B4-BE49-F238E27FC236}">
                <a16:creationId xmlns:a16="http://schemas.microsoft.com/office/drawing/2014/main" id="{EBB5018F-8341-A0A7-3798-BB6D386BF6AE}"/>
              </a:ext>
            </a:extLst>
          </p:cNvPr>
          <p:cNvSpPr>
            <a:spLocks xmlns:a="http://schemas.openxmlformats.org/drawingml/2006/main" noGrp="1"/>
          </p:cNvSpPr>
          <p:nvPr>
            <p:ph type="title" idx="0"/>
          </p:nvPr>
        </p:nvSpPr>
        <p:spPr>
          <a:xfrm xmlns:a="http://schemas.openxmlformats.org/drawingml/2006/main">
            <a:off x="768875" y="3017520"/>
            <a:ext cx="4595613" cy="822960"/>
          </a:xfrm>
        </p:spPr>
        <p:txBody>
          <a:bodyPr xmlns:a="http://schemas.openxmlformats.org/drawingml/2006/main" anchor="ctr"/>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Click to edit Master title style</a:t>
            </a:r>
          </a:p>
        </p:txBody>
      </p:sp>
      <p:sp>
        <p:nvSpPr>
          <p:cNvPr id="10" name="Date Placeholder 9">
            <a:extLst xmlns:a="http://schemas.openxmlformats.org/drawingml/2006/main">
              <a:ext uri="{FF2B5EF4-FFF2-40B4-BE49-F238E27FC236}">
                <a16:creationId xmlns:a16="http://schemas.microsoft.com/office/drawing/2014/main" id="{286C0061-4E7E-2140-2CEA-6B7B622F355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[Date]</a:t>
            </a:r>
          </a:p>
        </p:txBody>
      </p:sp>
      <p:sp>
        <p:nvSpPr>
          <p:cNvPr id="11" name="Footer Placeholder 10">
            <a:extLst xmlns:a="http://schemas.openxmlformats.org/drawingml/2006/main">
              <a:ext uri="{FF2B5EF4-FFF2-40B4-BE49-F238E27FC236}">
                <a16:creationId xmlns:a16="http://schemas.microsoft.com/office/drawing/2014/main" id="{1E039DDE-337D-A944-526A-A1DE9752BEE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12" name="Slide Number Placeholder 11">
            <a:extLst xmlns:a="http://schemas.openxmlformats.org/drawingml/2006/main">
              <a:ext uri="{FF2B5EF4-FFF2-40B4-BE49-F238E27FC236}">
                <a16:creationId xmlns:a16="http://schemas.microsoft.com/office/drawing/2014/main" id="{E9689647-50E5-BAE4-5CA7-9E86178BF7F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345D60D9-5372-5F40-9443-0F9AE5BDC3C8}" type="slidenum">
              <a:t>‹#›</a:t>
            </a:fld>
          </a:p>
        </p:txBody>
      </p:sp>
    </p:spTree>
  </p:cSld>
</p:sldLayout>
</file>

<file path=ppt/slideLayouts/slideLayout103.xml><?xml version="1.0" encoding="utf-8"?>
<p:sldLayout xmlns:p="http://schemas.openxmlformats.org/presentationml/2006/main" preserve="1" userDrawn="1">
  <p:cSld name="Dark - half color block">
    <p:bg>
      <p:bgRef idx="1001">
        <a:schemeClr xmlns:a="http://schemas.openxmlformats.org/drawingml/2006/main" val="bg2"/>
      </p:bgRef>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4DC368C7-84E9-0B4D-0941-3C15D6866906}"/>
              </a:ext>
            </a:extLst>
          </p:cNvPr>
          <p:cNvSpPr>
            <a:spLocks xmlns:a="http://schemas.openxmlformats.org/drawingml/2006/main" noGrp="1"/>
          </p:cNvSpPr>
          <p:nvPr/>
        </p:nvSpPr>
        <p:spPr>
          <a:xfrm xmlns:a="http://schemas.openxmlformats.org/drawingml/2006/main">
            <a:off x="0" y="-1"/>
            <a:ext cx="5943600" cy="6858000"/>
          </a:xfrm>
          <a:prstGeom xmlns:a="http://schemas.openxmlformats.org/drawingml/2006/main" prst="rect">
            <a:avLst/>
          </a:prstGeom>
          <a:solidFill xmlns:a="http://schemas.openxmlformats.org/drawingml/2006/main">
            <a:schemeClr val="tx1">
              <a:alpha val="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 name="Title 1">
            <a:extLst xmlns:a="http://schemas.openxmlformats.org/drawingml/2006/main">
              <a:ext uri="{FF2B5EF4-FFF2-40B4-BE49-F238E27FC236}">
                <a16:creationId xmlns:a16="http://schemas.microsoft.com/office/drawing/2014/main" id="{EBB5018F-8341-A0A7-3798-BB6D386BF6AE}"/>
              </a:ext>
            </a:extLst>
          </p:cNvPr>
          <p:cNvSpPr>
            <a:spLocks xmlns:a="http://schemas.openxmlformats.org/drawingml/2006/main" noGrp="1"/>
          </p:cNvSpPr>
          <p:nvPr>
            <p:ph type="title" idx="0"/>
          </p:nvPr>
        </p:nvSpPr>
        <p:spPr>
          <a:xfrm xmlns:a="http://schemas.openxmlformats.org/drawingml/2006/main">
            <a:off x="768875" y="3017520"/>
            <a:ext cx="4595613" cy="822960"/>
          </a:xfrm>
        </p:spPr>
        <p:txBody>
          <a:bodyPr xmlns:a="http://schemas.openxmlformats.org/drawingml/2006/main" anchor="ctr"/>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Click to edit Master title style</a:t>
            </a:r>
          </a:p>
        </p:txBody>
      </p:sp>
      <p:sp>
        <p:nvSpPr>
          <p:cNvPr id="4" name="Date Placeholder 3">
            <a:extLst xmlns:a="http://schemas.openxmlformats.org/drawingml/2006/main">
              <a:ext uri="{FF2B5EF4-FFF2-40B4-BE49-F238E27FC236}">
                <a16:creationId xmlns:a16="http://schemas.microsoft.com/office/drawing/2014/main" id="{48318C2A-FAC8-8668-44E2-F8DC25FA99C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[Date]</a:t>
            </a:r>
          </a:p>
        </p:txBody>
      </p:sp>
      <p:sp>
        <p:nvSpPr>
          <p:cNvPr id="8" name="Footer Placeholder 7">
            <a:extLst xmlns:a="http://schemas.openxmlformats.org/drawingml/2006/main">
              <a:ext uri="{FF2B5EF4-FFF2-40B4-BE49-F238E27FC236}">
                <a16:creationId xmlns:a16="http://schemas.microsoft.com/office/drawing/2014/main" id="{52FC3DF3-4FE5-E8E0-D017-DCE41E24BBB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9" name="Slide Number Placeholder 8">
            <a:extLst xmlns:a="http://schemas.openxmlformats.org/drawingml/2006/main">
              <a:ext uri="{FF2B5EF4-FFF2-40B4-BE49-F238E27FC236}">
                <a16:creationId xmlns:a16="http://schemas.microsoft.com/office/drawing/2014/main" id="{0B3F951D-D5F8-AFD9-7852-FD05A119A9D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345D60D9-5372-5F40-9443-0F9AE5BDC3C8}" type="slidenum">
              <a:t>‹#›</a:t>
            </a:fld>
          </a:p>
        </p:txBody>
      </p:sp>
    </p:spTree>
  </p:cSld>
</p:sldLayout>
</file>

<file path=ppt/slideLayouts/slideLayout104.xml><?xml version="1.0" encoding="utf-8"?>
<p:sldLayout xmlns:p="http://schemas.openxmlformats.org/presentationml/2006/main" preserve="1" userDrawn="1">
  <p:cSld name="Light - Left middle title and sub ">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740F3D2B-DD8D-3718-AE06-7C8DDB64D815}"/>
              </a:ext>
            </a:extLst>
          </p:cNvPr>
          <p:cNvSpPr>
            <a:spLocks xmlns:a="http://schemas.openxmlformats.org/drawingml/2006/main" noGrp="1"/>
          </p:cNvSpPr>
          <p:nvPr>
            <p:ph type="title" idx="0" hasCustomPrompt="1"/>
          </p:nvPr>
        </p:nvSpPr>
        <p:spPr>
          <a:xfrm xmlns:a="http://schemas.openxmlformats.org/drawingml/2006/main">
            <a:off x="761998" y="2471026"/>
            <a:ext cx="4846320" cy="822960"/>
          </a:xfrm>
        </p:spPr>
        <p:txBody>
          <a:bodyPr xmlns:a="http://schemas.openxmlformats.org/drawingml/2006/main"/>
          <a:lstStyle xmlns:a="http://schemas.openxmlformats.org/drawingml/2006/main">
            <a:lvl1pPr algn="l">
              <a:buNone/>
              <a:defRPr sz="3200" b="1" i="0">
                <a:latin typeface="Oracle Sans Tab"/>
                <a:ea typeface="Oracle Sans Tab"/>
                <a:cs typeface="Oracle Sans Tab"/>
              </a:defRPr>
            </a:lvl1pPr>
          </a:lstStyle>
          <a:p xmlns:a="http://schemas.openxmlformats.org/drawingml/2006/main">
            <a:r>
              <a:t>Left aligned middle title. </a:t>
            </a:r>
            <a:br/>
            <a:r>
              <a:t>Add graphic to the right.</a:t>
            </a:r>
          </a:p>
        </p:txBody>
      </p:sp>
      <p:sp>
        <p:nvSpPr>
          <p:cNvPr id="10" name="Text Placeholder 21">
            <a:extLst xmlns:a="http://schemas.openxmlformats.org/drawingml/2006/main">
              <a:ext uri="{FF2B5EF4-FFF2-40B4-BE49-F238E27FC236}">
                <a16:creationId xmlns:a16="http://schemas.microsoft.com/office/drawing/2014/main" id="{ADDF4B14-485E-2D9E-8017-8DBD76E5E0CC}"/>
              </a:ext>
            </a:extLst>
          </p:cNvPr>
          <p:cNvSpPr>
            <a:spLocks xmlns:a="http://schemas.openxmlformats.org/drawingml/2006/main" noGrp="1"/>
          </p:cNvSpPr>
          <p:nvPr>
            <p:ph type="body" idx="24" hasCustomPrompt="1"/>
          </p:nvPr>
        </p:nvSpPr>
        <p:spPr>
          <a:xfrm xmlns:a="http://schemas.openxmlformats.org/drawingml/2006/main">
            <a:off x="762000" y="3564014"/>
            <a:ext cx="4846320" cy="1228119"/>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spcBef>
                <a:spcPts val="0"/>
              </a:spcBef>
              <a:spcAft>
                <a:spcPts val="400"/>
              </a:spcAft>
              <a:buNone/>
              <a:defRPr sz="2000" b="0" i="0">
                <a:solidFill>
                  <a:schemeClr val="tx1"/>
                </a:solidFill>
                <a:latin typeface="Oracle Sans"/>
                <a:ea typeface="Oracle Sans"/>
                <a:cs typeface="Oracle Sans"/>
              </a:defRPr>
            </a:lvl1pPr>
          </a:lstStyle>
          <a:p xmlns:a="http://schemas.openxmlformats.org/drawingml/2006/main">
            <a:pPr>
              <a:buNone/>
            </a:pPr>
            <a:r>
              <a:t>Left aligned middle subhead. </a:t>
            </a:r>
            <a:br/>
            <a:r>
              <a:t>Body copy goes here. To the right, add in custom graphics, technical diagrams or custom artwork. </a:t>
            </a:r>
          </a:p>
        </p:txBody>
      </p:sp>
      <p:sp>
        <p:nvSpPr>
          <p:cNvPr id="7" name="Date Placeholder 6">
            <a:extLst xmlns:a="http://schemas.openxmlformats.org/drawingml/2006/main">
              <a:ext uri="{FF2B5EF4-FFF2-40B4-BE49-F238E27FC236}">
                <a16:creationId xmlns:a16="http://schemas.microsoft.com/office/drawing/2014/main" id="{D179F262-33C0-9C89-FF1B-274C3292F5D9}"/>
              </a:ext>
            </a:extLst>
          </p:cNvPr>
          <p:cNvSpPr>
            <a:spLocks xmlns:a="http://schemas.openxmlformats.org/drawingml/2006/main" noGrp="1"/>
          </p:cNvSpPr>
          <p:nvPr>
            <p:ph type="dt" idx="25"/>
          </p:nvPr>
        </p:nvSpPr>
        <p:spPr/>
        <p:txBody>
          <a:bodyPr xmlns:a="http://schemas.openxmlformats.org/drawingml/2006/main"/>
          <a:lstStyle xmlns:a="http://schemas.openxmlformats.org/drawingml/2006/main"/>
          <a:p xmlns:a="http://schemas.openxmlformats.org/drawingml/2006/main">
            <a:r>
              <a:t>[Date]</a:t>
            </a:r>
          </a:p>
        </p:txBody>
      </p:sp>
      <p:sp>
        <p:nvSpPr>
          <p:cNvPr id="11" name="Footer Placeholder 10">
            <a:extLst xmlns:a="http://schemas.openxmlformats.org/drawingml/2006/main">
              <a:ext uri="{FF2B5EF4-FFF2-40B4-BE49-F238E27FC236}">
                <a16:creationId xmlns:a16="http://schemas.microsoft.com/office/drawing/2014/main" id="{D5E9F95B-7B08-E5C3-41E8-37206B002DAB}"/>
              </a:ext>
            </a:extLst>
          </p:cNvPr>
          <p:cNvSpPr>
            <a:spLocks xmlns:a="http://schemas.openxmlformats.org/drawingml/2006/main" noGrp="1"/>
          </p:cNvSpPr>
          <p:nvPr>
            <p:ph type="ftr" idx="26"/>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12" name="Slide Number Placeholder 11">
            <a:extLst xmlns:a="http://schemas.openxmlformats.org/drawingml/2006/main">
              <a:ext uri="{FF2B5EF4-FFF2-40B4-BE49-F238E27FC236}">
                <a16:creationId xmlns:a16="http://schemas.microsoft.com/office/drawing/2014/main" id="{1D200AA5-14ED-1D70-C77B-DA719D857C90}"/>
              </a:ext>
            </a:extLst>
          </p:cNvPr>
          <p:cNvSpPr>
            <a:spLocks xmlns:a="http://schemas.openxmlformats.org/drawingml/2006/main" noGrp="1"/>
          </p:cNvSpPr>
          <p:nvPr>
            <p:ph type="sldNum" idx="27"/>
          </p:nvPr>
        </p:nvSpPr>
        <p:spPr/>
        <p:txBody>
          <a:bodyPr xmlns:a="http://schemas.openxmlformats.org/drawingml/2006/main"/>
          <a:lstStyle xmlns:a="http://schemas.openxmlformats.org/drawingml/2006/main"/>
          <a:p xmlns:a="http://schemas.openxmlformats.org/drawingml/2006/main">
            <a:fld id="{345D60D9-5372-5F40-9443-0F9AE5BDC3C8}" type="slidenum">
              <a:t>‹#›</a:t>
            </a:fld>
          </a:p>
        </p:txBody>
      </p:sp>
    </p:spTree>
  </p:cSld>
</p:sldLayout>
</file>

<file path=ppt/slideLayouts/slideLayout105.xml><?xml version="1.0" encoding="utf-8"?>
<p:sldLayout xmlns:p="http://schemas.openxmlformats.org/presentationml/2006/main" preserve="1" userDrawn="1">
  <p:cSld name="Dark - Left middle title and sub ">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740F3D2B-DD8D-3718-AE06-7C8DDB64D815}"/>
              </a:ext>
            </a:extLst>
          </p:cNvPr>
          <p:cNvSpPr>
            <a:spLocks xmlns:a="http://schemas.openxmlformats.org/drawingml/2006/main" noGrp="1"/>
          </p:cNvSpPr>
          <p:nvPr>
            <p:ph type="title" idx="0" hasCustomPrompt="1"/>
          </p:nvPr>
        </p:nvSpPr>
        <p:spPr>
          <a:xfrm xmlns:a="http://schemas.openxmlformats.org/drawingml/2006/main">
            <a:off x="762000" y="2471026"/>
            <a:ext cx="4846320" cy="822960"/>
          </a:xfrm>
        </p:spPr>
        <p:txBody>
          <a:bodyPr xmlns:a="http://schemas.openxmlformats.org/drawingml/2006/main"/>
          <a:lstStyle xmlns:a="http://schemas.openxmlformats.org/drawingml/2006/main">
            <a:lvl1pPr>
              <a:buNone/>
              <a:defRPr sz="3200" b="1" i="0">
                <a:latin typeface="Oracle Sans Tab"/>
                <a:ea typeface="Oracle Sans Tab"/>
                <a:cs typeface="Oracle Sans Tab"/>
              </a:defRPr>
            </a:lvl1pPr>
          </a:lstStyle>
          <a:p xmlns:a="http://schemas.openxmlformats.org/drawingml/2006/main">
            <a:r>
              <a:t>Left aligned middle title. </a:t>
            </a:r>
            <a:br/>
            <a:r>
              <a:t>Add graphic to the right</a:t>
            </a:r>
          </a:p>
        </p:txBody>
      </p:sp>
      <p:sp>
        <p:nvSpPr>
          <p:cNvPr id="10" name="Text Placeholder 21">
            <a:extLst xmlns:a="http://schemas.openxmlformats.org/drawingml/2006/main">
              <a:ext uri="{FF2B5EF4-FFF2-40B4-BE49-F238E27FC236}">
                <a16:creationId xmlns:a16="http://schemas.microsoft.com/office/drawing/2014/main" id="{ADDF4B14-485E-2D9E-8017-8DBD76E5E0CC}"/>
              </a:ext>
            </a:extLst>
          </p:cNvPr>
          <p:cNvSpPr>
            <a:spLocks xmlns:a="http://schemas.openxmlformats.org/drawingml/2006/main" noGrp="1"/>
          </p:cNvSpPr>
          <p:nvPr>
            <p:ph type="body" idx="24" hasCustomPrompt="1"/>
          </p:nvPr>
        </p:nvSpPr>
        <p:spPr>
          <a:xfrm xmlns:a="http://schemas.openxmlformats.org/drawingml/2006/main">
            <a:off x="762000" y="3564014"/>
            <a:ext cx="4846320" cy="1228119"/>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spcBef>
                <a:spcPts val="0"/>
              </a:spcBef>
              <a:spcAft>
                <a:spcPts val="400"/>
              </a:spcAft>
              <a:buNone/>
              <a:defRPr sz="2000" b="0" i="0">
                <a:solidFill>
                  <a:schemeClr val="tx1"/>
                </a:solidFill>
                <a:latin typeface="Oracle Sans"/>
                <a:ea typeface="Oracle Sans"/>
                <a:cs typeface="Oracle Sans"/>
              </a:defRPr>
            </a:lvl1pPr>
          </a:lstStyle>
          <a:p xmlns:a="http://schemas.openxmlformats.org/drawingml/2006/main">
            <a:pPr>
              <a:buNone/>
            </a:pPr>
            <a:r>
              <a:t>Left aligned middle subhead. </a:t>
            </a:r>
            <a:br/>
            <a:r>
              <a:t>Body copy goes here. To the right, add in custom graphics, technical diagrams or custom artwork. </a:t>
            </a:r>
          </a:p>
        </p:txBody>
      </p:sp>
      <p:sp>
        <p:nvSpPr>
          <p:cNvPr id="2" name="Date Placeholder 1">
            <a:extLst xmlns:a="http://schemas.openxmlformats.org/drawingml/2006/main">
              <a:ext uri="{FF2B5EF4-FFF2-40B4-BE49-F238E27FC236}">
                <a16:creationId xmlns:a16="http://schemas.microsoft.com/office/drawing/2014/main" id="{2F833A45-6A78-E319-8284-7CCFB519E4EA}"/>
              </a:ext>
            </a:extLst>
          </p:cNvPr>
          <p:cNvSpPr>
            <a:spLocks xmlns:a="http://schemas.openxmlformats.org/drawingml/2006/main" noGrp="1"/>
          </p:cNvSpPr>
          <p:nvPr>
            <p:ph type="dt" idx="25"/>
          </p:nvPr>
        </p:nvSpPr>
        <p:spPr/>
        <p:txBody>
          <a:bodyPr xmlns:a="http://schemas.openxmlformats.org/drawingml/2006/main"/>
          <a:lstStyle xmlns:a="http://schemas.openxmlformats.org/drawingml/2006/main"/>
          <a:p xmlns:a="http://schemas.openxmlformats.org/drawingml/2006/main">
            <a:r>
              <a:t>[Date]</a:t>
            </a:r>
          </a:p>
        </p:txBody>
      </p:sp>
      <p:sp>
        <p:nvSpPr>
          <p:cNvPr id="4" name="Footer Placeholder 3">
            <a:extLst xmlns:a="http://schemas.openxmlformats.org/drawingml/2006/main">
              <a:ext uri="{FF2B5EF4-FFF2-40B4-BE49-F238E27FC236}">
                <a16:creationId xmlns:a16="http://schemas.microsoft.com/office/drawing/2014/main" id="{86F5E3F3-9D5A-FDC1-040E-1C4E1A567F6E}"/>
              </a:ext>
            </a:extLst>
          </p:cNvPr>
          <p:cNvSpPr>
            <a:spLocks xmlns:a="http://schemas.openxmlformats.org/drawingml/2006/main" noGrp="1"/>
          </p:cNvSpPr>
          <p:nvPr>
            <p:ph type="ftr" idx="26"/>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5" name="Slide Number Placeholder 4">
            <a:extLst xmlns:a="http://schemas.openxmlformats.org/drawingml/2006/main">
              <a:ext uri="{FF2B5EF4-FFF2-40B4-BE49-F238E27FC236}">
                <a16:creationId xmlns:a16="http://schemas.microsoft.com/office/drawing/2014/main" id="{9E81DDE9-7F4F-A3B7-CD11-07E319F1E931}"/>
              </a:ext>
            </a:extLst>
          </p:cNvPr>
          <p:cNvSpPr>
            <a:spLocks xmlns:a="http://schemas.openxmlformats.org/drawingml/2006/main" noGrp="1"/>
          </p:cNvSpPr>
          <p:nvPr>
            <p:ph type="sldNum" idx="27"/>
          </p:nvPr>
        </p:nvSpPr>
        <p:spPr/>
        <p:txBody>
          <a:bodyPr xmlns:a="http://schemas.openxmlformats.org/drawingml/2006/main"/>
          <a:lstStyle xmlns:a="http://schemas.openxmlformats.org/drawingml/2006/main"/>
          <a:p xmlns:a="http://schemas.openxmlformats.org/drawingml/2006/main">
            <a:fld id="{345D60D9-5372-5F40-9443-0F9AE5BDC3C8}" type="slidenum">
              <a:t>‹#›</a:t>
            </a:fld>
          </a:p>
        </p:txBody>
      </p:sp>
    </p:spTree>
  </p:cSld>
</p:sldLayout>
</file>

<file path=ppt/slideLayouts/slideLayout106.xml><?xml version="1.0" encoding="utf-8"?>
<p:sldLayout xmlns:p="http://schemas.openxmlformats.org/presentationml/2006/main" preserve="1" userDrawn="1">
  <p:cSld name="Light - Left middle title">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740F3D2B-DD8D-3718-AE06-7C8DDB64D815}"/>
              </a:ext>
            </a:extLst>
          </p:cNvPr>
          <p:cNvSpPr>
            <a:spLocks xmlns:a="http://schemas.openxmlformats.org/drawingml/2006/main" noGrp="1"/>
          </p:cNvSpPr>
          <p:nvPr>
            <p:ph type="title" idx="0" hasCustomPrompt="1"/>
          </p:nvPr>
        </p:nvSpPr>
        <p:spPr>
          <a:xfrm xmlns:a="http://schemas.openxmlformats.org/drawingml/2006/main">
            <a:off x="762000" y="2298982"/>
            <a:ext cx="4846320" cy="2260036"/>
          </a:xfrm>
        </p:spPr>
        <p:txBody>
          <a:bodyPr xmlns:a="http://schemas.openxmlformats.org/drawingml/2006/main" anchor="ctr"/>
          <a:lstStyle xmlns:a="http://schemas.openxmlformats.org/drawingml/2006/main">
            <a:lvl1pPr>
              <a:buNone/>
              <a:defRPr sz="3200" b="1" i="0">
                <a:latin typeface="Oracle Sans Tab"/>
                <a:ea typeface="Oracle Sans Tab"/>
                <a:cs typeface="Oracle Sans Tab"/>
              </a:defRPr>
            </a:lvl1pPr>
          </a:lstStyle>
          <a:p xmlns:a="http://schemas.openxmlformats.org/drawingml/2006/main">
            <a:r>
              <a:t>Left aligned middle title.</a:t>
            </a:r>
            <a:br/>
            <a:r>
              <a:t>Add custom graphics to the right.</a:t>
            </a:r>
          </a:p>
        </p:txBody>
      </p:sp>
      <p:sp>
        <p:nvSpPr>
          <p:cNvPr id="7" name="Date Placeholder 6">
            <a:extLst xmlns:a="http://schemas.openxmlformats.org/drawingml/2006/main">
              <a:ext uri="{FF2B5EF4-FFF2-40B4-BE49-F238E27FC236}">
                <a16:creationId xmlns:a16="http://schemas.microsoft.com/office/drawing/2014/main" id="{D3FE806E-C766-50EB-C1BA-6C9B040F217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[Date]</a:t>
            </a:r>
          </a:p>
        </p:txBody>
      </p:sp>
      <p:sp>
        <p:nvSpPr>
          <p:cNvPr id="10" name="Footer Placeholder 9">
            <a:extLst xmlns:a="http://schemas.openxmlformats.org/drawingml/2006/main">
              <a:ext uri="{FF2B5EF4-FFF2-40B4-BE49-F238E27FC236}">
                <a16:creationId xmlns:a16="http://schemas.microsoft.com/office/drawing/2014/main" id="{190ACA83-90ED-A7AF-95E9-CADDF9688CD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11" name="Slide Number Placeholder 10">
            <a:extLst xmlns:a="http://schemas.openxmlformats.org/drawingml/2006/main">
              <a:ext uri="{FF2B5EF4-FFF2-40B4-BE49-F238E27FC236}">
                <a16:creationId xmlns:a16="http://schemas.microsoft.com/office/drawing/2014/main" id="{5FC1FCCE-C88C-CD8B-FB6D-8EEB8999832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345D60D9-5372-5F40-9443-0F9AE5BDC3C8}" type="slidenum">
              <a:t>‹#›</a:t>
            </a:fld>
          </a:p>
        </p:txBody>
      </p:sp>
    </p:spTree>
  </p:cSld>
</p:sldLayout>
</file>

<file path=ppt/slideLayouts/slideLayout107.xml><?xml version="1.0" encoding="utf-8"?>
<p:sldLayout xmlns:p="http://schemas.openxmlformats.org/presentationml/2006/main" preserve="1" userDrawn="1">
  <p:cSld name="Dark - Left middle title">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740F3D2B-DD8D-3718-AE06-7C8DDB64D815}"/>
              </a:ext>
            </a:extLst>
          </p:cNvPr>
          <p:cNvSpPr>
            <a:spLocks xmlns:a="http://schemas.openxmlformats.org/drawingml/2006/main" noGrp="1"/>
          </p:cNvSpPr>
          <p:nvPr>
            <p:ph type="title" idx="0" hasCustomPrompt="1"/>
          </p:nvPr>
        </p:nvSpPr>
        <p:spPr>
          <a:xfrm xmlns:a="http://schemas.openxmlformats.org/drawingml/2006/main">
            <a:off x="762000" y="2298982"/>
            <a:ext cx="4846320" cy="2260036"/>
          </a:xfrm>
        </p:spPr>
        <p:txBody>
          <a:bodyPr xmlns:a="http://schemas.openxmlformats.org/drawingml/2006/main" anchor="ctr"/>
          <a:lstStyle xmlns:a="http://schemas.openxmlformats.org/drawingml/2006/main">
            <a:lvl1pPr>
              <a:buNone/>
              <a:defRPr sz="3200" b="1" i="0">
                <a:latin typeface="Oracle Sans Tab"/>
                <a:ea typeface="Oracle Sans Tab"/>
                <a:cs typeface="Oracle Sans Tab"/>
              </a:defRPr>
            </a:lvl1pPr>
          </a:lstStyle>
          <a:p xmlns:a="http://schemas.openxmlformats.org/drawingml/2006/main">
            <a:r>
              <a:t>Left aligned middle title. Add custom graphics to the right.</a:t>
            </a:r>
          </a:p>
        </p:txBody>
      </p:sp>
      <p:sp>
        <p:nvSpPr>
          <p:cNvPr id="2" name="Date Placeholder 1">
            <a:extLst xmlns:a="http://schemas.openxmlformats.org/drawingml/2006/main">
              <a:ext uri="{FF2B5EF4-FFF2-40B4-BE49-F238E27FC236}">
                <a16:creationId xmlns:a16="http://schemas.microsoft.com/office/drawing/2014/main" id="{A6192AED-CCE0-5699-DAFF-12C40C2B294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[Date]</a:t>
            </a:r>
          </a:p>
        </p:txBody>
      </p:sp>
      <p:sp>
        <p:nvSpPr>
          <p:cNvPr id="4" name="Footer Placeholder 3">
            <a:extLst xmlns:a="http://schemas.openxmlformats.org/drawingml/2006/main">
              <a:ext uri="{FF2B5EF4-FFF2-40B4-BE49-F238E27FC236}">
                <a16:creationId xmlns:a16="http://schemas.microsoft.com/office/drawing/2014/main" id="{1F424B83-0448-BB6F-7273-46CC54E9E5F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5" name="Slide Number Placeholder 4">
            <a:extLst xmlns:a="http://schemas.openxmlformats.org/drawingml/2006/main">
              <a:ext uri="{FF2B5EF4-FFF2-40B4-BE49-F238E27FC236}">
                <a16:creationId xmlns:a16="http://schemas.microsoft.com/office/drawing/2014/main" id="{45619B57-D3B2-89C5-2367-52A7375559B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345D60D9-5372-5F40-9443-0F9AE5BDC3C8}" type="slidenum">
              <a:t>‹#›</a:t>
            </a:fld>
          </a:p>
        </p:txBody>
      </p:sp>
    </p:spTree>
  </p:cSld>
</p:sldLayout>
</file>

<file path=ppt/slideLayouts/slideLayout108.xml><?xml version="1.0" encoding="utf-8"?>
<p:sldLayout xmlns:p="http://schemas.openxmlformats.org/presentationml/2006/main" preserve="1" userDrawn="1">
  <p:cSld name="Dark-AbstractBG-1">
    <p:bg>
      <p:bgPr>
        <a:blipFill xmlns:a="http://schemas.openxmlformats.org/drawingml/2006/main" rotWithShape="1">
          <a:blip xmlns:r="http://schemas.openxmlformats.org/officeDocument/2006/relationships" r:embed="Rfd3c826072b54b58">
            <a:lum/>
          </a:blip>
          <a:srcRect l="0" t="0" r="0" b="0"/>
          <a:stretch>
            <a:fillRect l="0" t="0" r="0" b="0"/>
          </a:stretch>
        </a:blipFill>
      </p:bgPr>
    </p:bg>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0A324703-3174-EB72-3D15-A3206EBE46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[Date]</a:t>
            </a:r>
          </a:p>
        </p:txBody>
      </p:sp>
      <p:sp>
        <p:nvSpPr>
          <p:cNvPr id="4" name="Footer Placeholder 3">
            <a:extLst xmlns:a="http://schemas.openxmlformats.org/drawingml/2006/main">
              <a:ext uri="{FF2B5EF4-FFF2-40B4-BE49-F238E27FC236}">
                <a16:creationId xmlns:a16="http://schemas.microsoft.com/office/drawing/2014/main" id="{A2D64132-C567-F348-8F62-2A5E2FA150A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7" name="Slide Number Placeholder 6">
            <a:extLst xmlns:a="http://schemas.openxmlformats.org/drawingml/2006/main">
              <a:ext uri="{FF2B5EF4-FFF2-40B4-BE49-F238E27FC236}">
                <a16:creationId xmlns:a16="http://schemas.microsoft.com/office/drawing/2014/main" id="{1043E4F8-A278-0FD4-D3FB-E0D3D4BABBD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345D60D9-5372-5F40-9443-0F9AE5BDC3C8}" type="slidenum">
              <a:t>‹#›</a:t>
            </a:fld>
          </a:p>
        </p:txBody>
      </p:sp>
    </p:spTree>
  </p:cSld>
</p:sldLayout>
</file>

<file path=ppt/slideLayouts/slideLayout109.xml><?xml version="1.0" encoding="utf-8"?>
<p:sldLayout xmlns:p="http://schemas.openxmlformats.org/presentationml/2006/main" preserve="1" userDrawn="1">
  <p:cSld name="Dark-AbstractBG-2">
    <p:bg>
      <p:bgPr>
        <a:blipFill xmlns:a="http://schemas.openxmlformats.org/drawingml/2006/main" rotWithShape="1">
          <a:blip xmlns:r="http://schemas.openxmlformats.org/officeDocument/2006/relationships" r:embed="Rdc6c5b4cdd75492c">
            <a:lum/>
          </a:blip>
          <a:srcRect l="0" t="0" r="0" b="0"/>
          <a:stretch>
            <a:fillRect l="0" t="0" r="0" b="0"/>
          </a:stretch>
        </a:blipFill>
      </p:bgPr>
    </p:bg>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2691888F-3BA0-8E43-C0FB-D5D76B477B1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[Date]</a:t>
            </a:r>
          </a:p>
        </p:txBody>
      </p:sp>
      <p:sp>
        <p:nvSpPr>
          <p:cNvPr id="4" name="Footer Placeholder 3">
            <a:extLst xmlns:a="http://schemas.openxmlformats.org/drawingml/2006/main">
              <a:ext uri="{FF2B5EF4-FFF2-40B4-BE49-F238E27FC236}">
                <a16:creationId xmlns:a16="http://schemas.microsoft.com/office/drawing/2014/main" id="{6A3D927B-B206-77A2-4CE1-E09EAA2C606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7" name="Slide Number Placeholder 6">
            <a:extLst xmlns:a="http://schemas.openxmlformats.org/drawingml/2006/main">
              <a:ext uri="{FF2B5EF4-FFF2-40B4-BE49-F238E27FC236}">
                <a16:creationId xmlns:a16="http://schemas.microsoft.com/office/drawing/2014/main" id="{572C92F1-F335-FDBB-149F-15FDCDD9861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345D60D9-5372-5F40-9443-0F9AE5BDC3C8}" type="slidenum">
              <a:t>‹#›</a:t>
            </a:fld>
          </a:p>
        </p:txBody>
      </p:sp>
    </p:spTree>
  </p:cSld>
</p:sldLayout>
</file>

<file path=ppt/slideLayouts/slideLayout110.xml><?xml version="1.0" encoding="utf-8"?>
<p:sldLayout xmlns:p="http://schemas.openxmlformats.org/presentationml/2006/main" preserve="1" userDrawn="1">
  <p:cSld name="Light-AbstractBG-1">
    <p:bg>
      <p:bgPr>
        <a:blipFill xmlns:a="http://schemas.openxmlformats.org/drawingml/2006/main" rotWithShape="1">
          <a:blip xmlns:r="http://schemas.openxmlformats.org/officeDocument/2006/relationships" r:embed="Rb88485aadecb4f57">
            <a:lum/>
          </a:blip>
          <a:srcRect l="0" t="0" r="0" b="0"/>
          <a:stretch>
            <a:fillRect l="0" t="0" r="0" b="0"/>
          </a:stretch>
        </a:blipFill>
      </p:bgPr>
    </p:bg>
    <p:spTree>
      <p:nvGrpSpPr>
        <p:cNvPr id="1" name=""/>
        <p:cNvGrpSpPr/>
        <p:nvPr/>
      </p:nvGrpSpPr>
      <p:grpSpPr>
        <a:xfrm xmlns:a="http://schemas.openxmlformats.org/drawingml/2006/main"/>
      </p:grpSpPr>
      <p:sp>
        <p:nvSpPr>
          <p:cNvPr id="8" name="Date Placeholder 7">
            <a:extLst xmlns:a="http://schemas.openxmlformats.org/drawingml/2006/main">
              <a:ext uri="{FF2B5EF4-FFF2-40B4-BE49-F238E27FC236}">
                <a16:creationId xmlns:a16="http://schemas.microsoft.com/office/drawing/2014/main" id="{307E45A9-3106-D5D6-1F9B-D0FB3C0D890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[Date]</a:t>
            </a:r>
          </a:p>
        </p:txBody>
      </p:sp>
      <p:sp>
        <p:nvSpPr>
          <p:cNvPr id="9" name="Footer Placeholder 8">
            <a:extLst xmlns:a="http://schemas.openxmlformats.org/drawingml/2006/main">
              <a:ext uri="{FF2B5EF4-FFF2-40B4-BE49-F238E27FC236}">
                <a16:creationId xmlns:a16="http://schemas.microsoft.com/office/drawing/2014/main" id="{19562FDA-FD02-F266-22DA-B69602A13D4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10" name="Slide Number Placeholder 9">
            <a:extLst xmlns:a="http://schemas.openxmlformats.org/drawingml/2006/main">
              <a:ext uri="{FF2B5EF4-FFF2-40B4-BE49-F238E27FC236}">
                <a16:creationId xmlns:a16="http://schemas.microsoft.com/office/drawing/2014/main" id="{A1AAC61C-BEDA-3FE4-1837-30ED5B0D307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345D60D9-5372-5F40-9443-0F9AE5BDC3C8}" type="slidenum">
              <a:t>‹#›</a:t>
            </a:fld>
          </a:p>
        </p:txBody>
      </p:sp>
    </p:spTree>
  </p:cSld>
</p:sldLayout>
</file>

<file path=ppt/slideLayouts/slideLayout111.xml><?xml version="1.0" encoding="utf-8"?>
<p:sldLayout xmlns:p="http://schemas.openxmlformats.org/presentationml/2006/main" preserve="1" userDrawn="1">
  <p:cSld name="Light-AbstractBG-2">
    <p:bg>
      <p:bgPr>
        <a:blipFill xmlns:a="http://schemas.openxmlformats.org/drawingml/2006/main" rotWithShape="1">
          <a:blip xmlns:r="http://schemas.openxmlformats.org/officeDocument/2006/relationships" r:embed="R5c68e2a35c0042c8">
            <a:lum/>
          </a:blip>
          <a:srcRect l="0" t="0" r="0" b="0"/>
          <a:stretch>
            <a:fillRect l="0" t="0" r="0" b="0"/>
          </a:stretch>
        </a:blipFill>
      </p:bgPr>
    </p:bg>
    <p:spTree>
      <p:nvGrpSpPr>
        <p:cNvPr id="1" name=""/>
        <p:cNvGrpSpPr/>
        <p:nvPr/>
      </p:nvGrpSpPr>
      <p:grpSpPr>
        <a:xfrm xmlns:a="http://schemas.openxmlformats.org/drawingml/2006/main"/>
      </p:grpSpPr>
      <p:sp>
        <p:nvSpPr>
          <p:cNvPr id="8" name="Date Placeholder 7">
            <a:extLst xmlns:a="http://schemas.openxmlformats.org/drawingml/2006/main">
              <a:ext uri="{FF2B5EF4-FFF2-40B4-BE49-F238E27FC236}">
                <a16:creationId xmlns:a16="http://schemas.microsoft.com/office/drawing/2014/main" id="{3CBF9790-4567-B416-07D8-92E65D35501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[Date]</a:t>
            </a:r>
          </a:p>
        </p:txBody>
      </p:sp>
      <p:sp>
        <p:nvSpPr>
          <p:cNvPr id="9" name="Footer Placeholder 8">
            <a:extLst xmlns:a="http://schemas.openxmlformats.org/drawingml/2006/main">
              <a:ext uri="{FF2B5EF4-FFF2-40B4-BE49-F238E27FC236}">
                <a16:creationId xmlns:a16="http://schemas.microsoft.com/office/drawing/2014/main" id="{5BCC5119-220F-C010-42D1-B88A717C2E6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10" name="Slide Number Placeholder 9">
            <a:extLst xmlns:a="http://schemas.openxmlformats.org/drawingml/2006/main">
              <a:ext uri="{FF2B5EF4-FFF2-40B4-BE49-F238E27FC236}">
                <a16:creationId xmlns:a16="http://schemas.microsoft.com/office/drawing/2014/main" id="{444C6E23-C2E0-9F83-D061-F2722C3FDCA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345D60D9-5372-5F40-9443-0F9AE5BDC3C8}" type="slidenum">
              <a:t>‹#›</a:t>
            </a:fld>
          </a:p>
        </p:txBody>
      </p:sp>
    </p:spTree>
  </p:cSld>
</p:sldLayout>
</file>

<file path=ppt/slideLayouts/slideLayout112.xml><?xml version="1.0" encoding="utf-8"?>
<p:sldLayout xmlns:p="http://schemas.openxmlformats.org/presentationml/2006/main" preserve="1">
  <p:cSld name="Light - Closing Slide">
    <p:bg>
      <p:bgRef idx="1001">
        <a:schemeClr xmlns:a="http://schemas.openxmlformats.org/drawingml/2006/main" val="bg2"/>
      </p:bgRef>
    </p:bg>
    <p:spTree>
      <p:nvGrpSpPr>
        <p:cNvPr id="1" name=""/>
        <p:cNvGrpSpPr/>
        <p:nvPr/>
      </p:nvGrpSpPr>
      <p:grpSpPr>
        <a:xfrm xmlns:a="http://schemas.openxmlformats.org/drawingml/2006/main"/>
      </p:grpSpPr>
    </p:spTree>
  </p:cSld>
</p:sldLayout>
</file>

<file path=ppt/slideLayouts/slideLayout113.xml><?xml version="1.0" encoding="utf-8"?>
<p:sldLayout xmlns:p="http://schemas.openxmlformats.org/presentationml/2006/main" preserve="1">
  <p:cSld name="Dark - Closing Slide">
    <p:bg>
      <p:bgRef idx="1001">
        <a:schemeClr xmlns:a="http://schemas.openxmlformats.org/drawingml/2006/main" val="bg2"/>
      </p:bgRef>
    </p:bg>
    <p:spTree>
      <p:nvGrpSpPr>
        <p:cNvPr id="1" name=""/>
        <p:cNvGrpSpPr/>
        <p:nvPr/>
      </p:nvGrpSpPr>
      <p:grpSpPr>
        <a:xfrm xmlns:a="http://schemas.openxmlformats.org/drawingml/2006/main"/>
      </p:grpSpPr>
    </p:spTree>
  </p:cSld>
</p:sldLayout>
</file>

<file path=ppt/slideLayouts/slideLayout114.xml><?xml version="1.0" encoding="utf-8"?>
<p:sldLayout xmlns:p="http://schemas.openxmlformats.org/presentationml/2006/main" showMasterSp="0" preserve="1">
  <p:cSld name="STOP">
    <p:bg>
      <p:bgPr>
        <a:solidFill xmlns:a="http://schemas.openxmlformats.org/drawingml/2006/main">
          <a:srgbClr val="C74634"/>
        </a:solidFill>
      </p:bgPr>
    </p:bg>
    <p:spTree>
      <p:nvGrpSpPr>
        <p:cNvPr id="1" name=""/>
        <p:cNvGrpSpPr/>
        <p:nvPr/>
      </p:nvGrpSpPr>
      <p:grpSpPr>
        <a:xfrm xmlns:a="http://schemas.openxmlformats.org/drawingml/2006/main"/>
      </p:grpSpPr>
      <p:sp>
        <p:nvSpPr>
          <p:cNvPr id="12" name="TextBox 11">
            <a:extLst xmlns:a="http://schemas.openxmlformats.org/drawingml/2006/main">
              <a:ext uri="{FF2B5EF4-FFF2-40B4-BE49-F238E27FC236}">
                <a16:creationId xmlns:a16="http://schemas.microsoft.com/office/drawing/2014/main" id="{F8B44FF3-28AB-10D7-B1C4-E339265AAF9B}"/>
              </a:ext>
            </a:extLst>
          </p:cNvPr>
          <p:cNvSpPr>
            <a:spLocks xmlns:a="http://schemas.openxmlformats.org/drawingml/2006/main" noGrp="1"/>
          </p:cNvSpPr>
          <p:nvPr/>
        </p:nvSpPr>
        <p:spPr>
          <a:xfrm xmlns:a="http://schemas.openxmlformats.org/drawingml/2006/main">
            <a:off x="3261391" y="2485152"/>
            <a:ext cx="8046632" cy="188769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00000"/>
              </a:lnSpc>
              <a:spcAft>
                <a:spcPts val="2000"/>
              </a:spcAft>
              <a:buNone/>
            </a:pPr>
            <a:r>
              <a:rPr sz="2000" b="0" i="0">
                <a:solidFill>
                  <a:schemeClr val="tx1"/>
                </a:solidFill>
                <a:latin typeface="Oracle Sans Tab"/>
                <a:ea typeface="Oracle Sans Tab"/>
                <a:cs typeface="Oracle Sans Tab"/>
              </a:rPr>
              <a:t>Any master slides that appear after this end slide have been accidentally imported from other slide decks and </a:t>
            </a:r>
            <a:br/>
            <a:r>
              <a:rPr sz="2000" b="0" i="0">
                <a:solidFill>
                  <a:schemeClr val="tx1"/>
                </a:solidFill>
                <a:latin typeface="Oracle Sans Tab"/>
                <a:ea typeface="Oracle Sans Tab"/>
                <a:cs typeface="Oracle Sans Tab"/>
              </a:rPr>
              <a:t>may not match the style of this template.</a:t>
            </a:r>
          </a:p>
          <a:p xmlns:a="http://schemas.openxmlformats.org/drawingml/2006/main">
            <a:pPr algn="l">
              <a:lnSpc>
                <a:spcPct val="100000"/>
              </a:lnSpc>
              <a:spcAft>
                <a:spcPts val="2000"/>
              </a:spcAft>
              <a:buNone/>
            </a:pPr>
            <a:r>
              <a:rPr sz="2000" b="0" i="0">
                <a:solidFill>
                  <a:schemeClr val="tx1"/>
                </a:solidFill>
                <a:latin typeface="Oracle Sans Tab"/>
                <a:ea typeface="Oracle Sans Tab"/>
                <a:cs typeface="Oracle Sans Tab"/>
              </a:rPr>
              <a:t>Please locate slides that are referencing these imported slide layouts and reselect/apply a layout from the master slide options above.</a:t>
            </a:r>
          </a:p>
        </p:txBody>
      </p:sp>
    </p:spTree>
  </p:cSld>
</p:sldLayout>
</file>

<file path=ppt/slideMasters/_rels/slideMaster1.xml.rels><?xml version='1.0' encoding='UTF-8' standalone='yes'?>
<Relationships xmlns="http://schemas.openxmlformats.org/package/2006/relationships"><Relationship Id="R00c0dfa4f1434088" Type="http://schemas.openxmlformats.org/officeDocument/2006/relationships/slideLayout" Target="../slideLayouts/slideLayout49.xml"/><Relationship Id="R0217b73c822645d6" Type="http://schemas.openxmlformats.org/officeDocument/2006/relationships/slideLayout" Target="../slideLayouts/slideLayout69.xml"/><Relationship Id="R0255ebefc1964781" Type="http://schemas.openxmlformats.org/officeDocument/2006/relationships/slideLayout" Target="../slideLayouts/slideLayout59.xml"/><Relationship Id="R02772f9529b444f3" Type="http://schemas.openxmlformats.org/officeDocument/2006/relationships/slideLayout" Target="../slideLayouts/slideLayout85.xml"/><Relationship Id="R038a5ef5d6e84a70" Type="http://schemas.openxmlformats.org/officeDocument/2006/relationships/slideLayout" Target="../slideLayouts/slideLayout101.xml"/><Relationship Id="R038c8ac28c1d40ac" Type="http://schemas.openxmlformats.org/officeDocument/2006/relationships/slideLayout" Target="../slideLayouts/slideLayout55.xml"/><Relationship Id="R04eca447988749ce" Type="http://schemas.openxmlformats.org/officeDocument/2006/relationships/slideLayout" Target="../slideLayouts/slideLayout32.xml"/><Relationship Id="R05089934e35f4fef" Type="http://schemas.openxmlformats.org/officeDocument/2006/relationships/slideLayout" Target="../slideLayouts/slideLayout74.xml"/><Relationship Id="R0733231a12f34c0c" Type="http://schemas.openxmlformats.org/officeDocument/2006/relationships/theme" Target="theme/theme2.xml"/><Relationship Id="R0a520d107b8a4d5a" Type="http://schemas.openxmlformats.org/officeDocument/2006/relationships/slideLayout" Target="../slideLayouts/slideLayout14.xml"/><Relationship Id="R0b3c7a84879a41b8" Type="http://schemas.openxmlformats.org/officeDocument/2006/relationships/image" Target="../media/image.emf"/><Relationship Id="R0b4bd828d0184f00" Type="http://schemas.openxmlformats.org/officeDocument/2006/relationships/slideLayout" Target="../slideLayouts/slideLayout111.xml"/><Relationship Id="R0c54ecedd6954573" Type="http://schemas.openxmlformats.org/officeDocument/2006/relationships/slideLayout" Target="../slideLayouts/slideLayout11.xml"/><Relationship Id="R0d133da146fa4fd3" Type="http://schemas.openxmlformats.org/officeDocument/2006/relationships/slideLayout" Target="../slideLayouts/slideLayout43.xml"/><Relationship Id="R1034e68f22e54ec5" Type="http://schemas.openxmlformats.org/officeDocument/2006/relationships/slideLayout" Target="../slideLayouts/slideLayout63.xml"/><Relationship Id="R131045f690e9443d" Type="http://schemas.openxmlformats.org/officeDocument/2006/relationships/slideLayout" Target="../slideLayouts/slideLayout41.xml"/><Relationship Id="R134e69ba6cbe4ee0" Type="http://schemas.openxmlformats.org/officeDocument/2006/relationships/slideLayout" Target="../slideLayouts/slideLayout70.xml"/><Relationship Id="R13c39e24c7e54213" Type="http://schemas.openxmlformats.org/officeDocument/2006/relationships/slideLayout" Target="../slideLayouts/slideLayout64.xml"/><Relationship Id="R13db7ee9f61c4e39" Type="http://schemas.openxmlformats.org/officeDocument/2006/relationships/slideLayout" Target="../slideLayouts/slideLayout40.xml"/><Relationship Id="R155249a0b7174569" Type="http://schemas.openxmlformats.org/officeDocument/2006/relationships/slideLayout" Target="../slideLayouts/slideLayout97.xml"/><Relationship Id="R1628dfdcfbde499e" Type="http://schemas.openxmlformats.org/officeDocument/2006/relationships/slideLayout" Target="../slideLayouts/slideLayout28.xml"/><Relationship Id="R18f8e098ed9845ca" Type="http://schemas.openxmlformats.org/officeDocument/2006/relationships/slideLayout" Target="../slideLayouts/slideLayout36.xml"/><Relationship Id="R1901eea1043a4fb2" Type="http://schemas.openxmlformats.org/officeDocument/2006/relationships/slideLayout" Target="../slideLayouts/slideLayout54.xml"/><Relationship Id="R1a0c02b8df0f4f5e" Type="http://schemas.openxmlformats.org/officeDocument/2006/relationships/slideLayout" Target="../slideLayouts/slideLayout106.xml"/><Relationship Id="R1c6eb2de40104297" Type="http://schemas.openxmlformats.org/officeDocument/2006/relationships/slideLayout" Target="../slideLayouts/slideLayout56.xml"/><Relationship Id="R1ec1d7f3f93e402d" Type="http://schemas.openxmlformats.org/officeDocument/2006/relationships/slideLayout" Target="../slideLayouts/slideLayout20.xml"/><Relationship Id="R215318545c53400a" Type="http://schemas.openxmlformats.org/officeDocument/2006/relationships/slideLayout" Target="../slideLayouts/slideLayout89.xml"/><Relationship Id="R21e25ef93fa24b8f" Type="http://schemas.openxmlformats.org/officeDocument/2006/relationships/slideLayout" Target="../slideLayouts/slideLayout52.xml"/><Relationship Id="R26fd0de031074791" Type="http://schemas.openxmlformats.org/officeDocument/2006/relationships/slideLayout" Target="../slideLayouts/slideLayout30.xml"/><Relationship Id="R2761391d089c4ef7" Type="http://schemas.openxmlformats.org/officeDocument/2006/relationships/slideLayout" Target="../slideLayouts/slideLayout4.xml"/><Relationship Id="R2780e2272fec4731" Type="http://schemas.openxmlformats.org/officeDocument/2006/relationships/slideLayout" Target="../slideLayouts/slideLayout103.xml"/><Relationship Id="R29704d3daad24f48" Type="http://schemas.openxmlformats.org/officeDocument/2006/relationships/slideLayout" Target="../slideLayouts/slideLayout105.xml"/><Relationship Id="R2ac1af94069d4ecb" Type="http://schemas.openxmlformats.org/officeDocument/2006/relationships/slideLayout" Target="../slideLayouts/slideLayout51.xml"/><Relationship Id="R2b478e24586a4736" Type="http://schemas.openxmlformats.org/officeDocument/2006/relationships/slideLayout" Target="../slideLayouts/slideLayout50.xml"/><Relationship Id="R2b524a338bd84805" Type="http://schemas.openxmlformats.org/officeDocument/2006/relationships/slideLayout" Target="../slideLayouts/slideLayout72.xml"/><Relationship Id="R33b8a277dcce473f" Type="http://schemas.openxmlformats.org/officeDocument/2006/relationships/slideLayout" Target="../slideLayouts/slideLayout84.xml"/><Relationship Id="R37a189c2a47c434e" Type="http://schemas.openxmlformats.org/officeDocument/2006/relationships/slideLayout" Target="../slideLayouts/slideLayout110.xml"/><Relationship Id="R3873fc195a5244a7" Type="http://schemas.openxmlformats.org/officeDocument/2006/relationships/slideLayout" Target="../slideLayouts/slideLayout77.xml"/><Relationship Id="R3ad33487dfea4c7d" Type="http://schemas.openxmlformats.org/officeDocument/2006/relationships/slideLayout" Target="../slideLayouts/slideLayout113.xml"/><Relationship Id="R3b229a2f97754c36" Type="http://schemas.openxmlformats.org/officeDocument/2006/relationships/slideLayout" Target="../slideLayouts/slideLayout38.xml"/><Relationship Id="R3d5e6b0b4ae3404d" Type="http://schemas.openxmlformats.org/officeDocument/2006/relationships/slideLayout" Target="../slideLayouts/slideLayout21.xml"/><Relationship Id="R3ed3a5821e334982" Type="http://schemas.openxmlformats.org/officeDocument/2006/relationships/slideLayout" Target="../slideLayouts/slideLayout67.xml"/><Relationship Id="R411be9c05c184781" Type="http://schemas.openxmlformats.org/officeDocument/2006/relationships/slideLayout" Target="../slideLayouts/slideLayout19.xml"/><Relationship Id="R4739e098731a4db2" Type="http://schemas.openxmlformats.org/officeDocument/2006/relationships/slideLayout" Target="../slideLayouts/slideLayout98.xml"/><Relationship Id="R485ae157352240bc" Type="http://schemas.openxmlformats.org/officeDocument/2006/relationships/slideLayout" Target="../slideLayouts/slideLayout95.xml"/><Relationship Id="R4a1bca8597a045f7" Type="http://schemas.openxmlformats.org/officeDocument/2006/relationships/slideLayout" Target="../slideLayouts/slideLayout78.xml"/><Relationship Id="R4aaece7b12224a77" Type="http://schemas.openxmlformats.org/officeDocument/2006/relationships/slideLayout" Target="../slideLayouts/slideLayout44.xml"/><Relationship Id="R4ccd9051e13f4beb" Type="http://schemas.openxmlformats.org/officeDocument/2006/relationships/slideLayout" Target="../slideLayouts/slideLayout93.xml"/><Relationship Id="R4e36370773d64676" Type="http://schemas.openxmlformats.org/officeDocument/2006/relationships/slideLayout" Target="../slideLayouts/slideLayout42.xml"/><Relationship Id="R500124025f3148c1" Type="http://schemas.openxmlformats.org/officeDocument/2006/relationships/slideLayout" Target="../slideLayouts/slideLayout33.xml"/><Relationship Id="R51c1dc669a144477" Type="http://schemas.openxmlformats.org/officeDocument/2006/relationships/slideLayout" Target="../slideLayouts/slideLayout81.xml"/><Relationship Id="R51fea8a86f0e49c2" Type="http://schemas.openxmlformats.org/officeDocument/2006/relationships/slideLayout" Target="../slideLayouts/slideLayout31.xml"/><Relationship Id="R52487d5db62b4fda" Type="http://schemas.openxmlformats.org/officeDocument/2006/relationships/slideLayout" Target="../slideLayouts/slideLayout48.xml"/><Relationship Id="R527b712f3c2e4eb9" Type="http://schemas.openxmlformats.org/officeDocument/2006/relationships/slideLayout" Target="../slideLayouts/slideLayout80.xml"/><Relationship Id="R5390be5287004229" Type="http://schemas.openxmlformats.org/officeDocument/2006/relationships/slideLayout" Target="../slideLayouts/slideLayout15.xml"/><Relationship Id="R53993c8fa04a4913" Type="http://schemas.openxmlformats.org/officeDocument/2006/relationships/slideLayout" Target="../slideLayouts/slideLayout45.xml"/><Relationship Id="R59d45e7f7b1247bd" Type="http://schemas.openxmlformats.org/officeDocument/2006/relationships/slideLayout" Target="../slideLayouts/slideLayout60.xml"/><Relationship Id="R650bd15689b442e1" Type="http://schemas.openxmlformats.org/officeDocument/2006/relationships/slideLayout" Target="../slideLayouts/slideLayout61.xml"/><Relationship Id="R70b232dfc74f4a72" Type="http://schemas.openxmlformats.org/officeDocument/2006/relationships/slideLayout" Target="../slideLayouts/slideLayout87.xml"/><Relationship Id="R7162ef11a1d44504" Type="http://schemas.openxmlformats.org/officeDocument/2006/relationships/slideLayout" Target="../slideLayouts/slideLayout18.xml"/><Relationship Id="R7228f4fac82140ad" Type="http://schemas.openxmlformats.org/officeDocument/2006/relationships/slideLayout" Target="../slideLayouts/slideLayout99.xml"/><Relationship Id="R79f973516b4845b6" Type="http://schemas.openxmlformats.org/officeDocument/2006/relationships/slideLayout" Target="../slideLayouts/slideLayout12.xml"/><Relationship Id="R7a515788087848d0" Type="http://schemas.openxmlformats.org/officeDocument/2006/relationships/slideLayout" Target="../slideLayouts/slideLayout2.xml"/><Relationship Id="R7d1d4a39878245a1" Type="http://schemas.openxmlformats.org/officeDocument/2006/relationships/slideLayout" Target="../slideLayouts/slideLayout66.xml"/><Relationship Id="R7e489e4aef6c450f" Type="http://schemas.openxmlformats.org/officeDocument/2006/relationships/slideLayout" Target="../slideLayouts/slideLayout47.xml"/><Relationship Id="R80fdedddd3de45fd" Type="http://schemas.openxmlformats.org/officeDocument/2006/relationships/slideLayout" Target="../slideLayouts/slideLayout17.xml"/><Relationship Id="R84e0e1198cd44633" Type="http://schemas.openxmlformats.org/officeDocument/2006/relationships/slideLayout" Target="../slideLayouts/slideLayout90.xml"/><Relationship Id="R872d1ec614374ed0" Type="http://schemas.openxmlformats.org/officeDocument/2006/relationships/slideLayout" Target="../slideLayouts/slideLayout26.xml"/><Relationship Id="R88107c628281417c" Type="http://schemas.openxmlformats.org/officeDocument/2006/relationships/slideLayout" Target="../slideLayouts/slideLayout96.xml"/><Relationship Id="R92ade504fa5e4828" Type="http://schemas.openxmlformats.org/officeDocument/2006/relationships/slideLayout" Target="../slideLayouts/slideLayout104.xml"/><Relationship Id="R942a7279fec948e1" Type="http://schemas.openxmlformats.org/officeDocument/2006/relationships/slideLayout" Target="../slideLayouts/slideLayout94.xml"/><Relationship Id="R99dc13fb045d4567" Type="http://schemas.openxmlformats.org/officeDocument/2006/relationships/slideLayout" Target="../slideLayouts/slideLayout112.xml"/><Relationship Id="Ra0ddfb12e1a240cb" Type="http://schemas.openxmlformats.org/officeDocument/2006/relationships/slideLayout" Target="../slideLayouts/slideLayout92.xml"/><Relationship Id="Ra1abde13f3d94783" Type="http://schemas.openxmlformats.org/officeDocument/2006/relationships/slideLayout" Target="../slideLayouts/slideLayout114.xml"/><Relationship Id="Ra2910f87a536426a" Type="http://schemas.openxmlformats.org/officeDocument/2006/relationships/slideLayout" Target="../slideLayouts/slideLayout25.xml"/><Relationship Id="Ra4a2ac72fb8e4dc5" Type="http://schemas.openxmlformats.org/officeDocument/2006/relationships/slideLayout" Target="../slideLayouts/slideLayout100.xml"/><Relationship Id="Ra4be4712d63a4038" Type="http://schemas.openxmlformats.org/officeDocument/2006/relationships/slideLayout" Target="../slideLayouts/slideLayout7.xml"/><Relationship Id="Ra6ba7915b3c6436f" Type="http://schemas.openxmlformats.org/officeDocument/2006/relationships/slideLayout" Target="../slideLayouts/slideLayout108.xml"/><Relationship Id="Ra84f27fbbd6f41f0" Type="http://schemas.openxmlformats.org/officeDocument/2006/relationships/slideLayout" Target="../slideLayouts/slideLayout107.xml"/><Relationship Id="Ra9022b24f7f64922" Type="http://schemas.openxmlformats.org/officeDocument/2006/relationships/slideLayout" Target="../slideLayouts/slideLayout16.xml"/><Relationship Id="Racec9f473a6940dc" Type="http://schemas.openxmlformats.org/officeDocument/2006/relationships/slideLayout" Target="../slideLayouts/slideLayout1.xml"/><Relationship Id="Radc0beba688643e1" Type="http://schemas.openxmlformats.org/officeDocument/2006/relationships/slideLayout" Target="../slideLayouts/slideLayout27.xml"/><Relationship Id="Radd79299156f4fb5" Type="http://schemas.openxmlformats.org/officeDocument/2006/relationships/slideLayout" Target="../slideLayouts/slideLayout34.xml"/><Relationship Id="Rb08ecf87134e49a6" Type="http://schemas.openxmlformats.org/officeDocument/2006/relationships/slideLayout" Target="../slideLayouts/slideLayout10.xml"/><Relationship Id="Rb182ab0b0fd04d55" Type="http://schemas.openxmlformats.org/officeDocument/2006/relationships/slideLayout" Target="../slideLayouts/slideLayout73.xml"/><Relationship Id="Rb5423568ea7641a3" Type="http://schemas.openxmlformats.org/officeDocument/2006/relationships/slideLayout" Target="../slideLayouts/slideLayout29.xml"/><Relationship Id="Rb71bf5e58efe4116" Type="http://schemas.openxmlformats.org/officeDocument/2006/relationships/slideLayout" Target="../slideLayouts/slideLayout75.xml"/><Relationship Id="Rba22e715b9614381" Type="http://schemas.openxmlformats.org/officeDocument/2006/relationships/slideLayout" Target="../slideLayouts/slideLayout3.xml"/><Relationship Id="Rbd47a5bb4e7b455b" Type="http://schemas.openxmlformats.org/officeDocument/2006/relationships/slideLayout" Target="../slideLayouts/slideLayout102.xml"/><Relationship Id="Rbe764683a7804925" Type="http://schemas.openxmlformats.org/officeDocument/2006/relationships/slideLayout" Target="../slideLayouts/slideLayout39.xml"/><Relationship Id="Rc02f271955d84e11" Type="http://schemas.openxmlformats.org/officeDocument/2006/relationships/slideLayout" Target="../slideLayouts/slideLayout76.xml"/><Relationship Id="Rc1a2ff82334f46a8" Type="http://schemas.openxmlformats.org/officeDocument/2006/relationships/slideLayout" Target="../slideLayouts/slideLayout109.xml"/><Relationship Id="Rc49a3ecc681b42f1" Type="http://schemas.openxmlformats.org/officeDocument/2006/relationships/slideLayout" Target="../slideLayouts/slideLayout8.xml"/><Relationship Id="Rcaef057c7494411d" Type="http://schemas.openxmlformats.org/officeDocument/2006/relationships/slideLayout" Target="../slideLayouts/slideLayout79.xml"/><Relationship Id="Rcd19aada1a904989" Type="http://schemas.openxmlformats.org/officeDocument/2006/relationships/slideLayout" Target="../slideLayouts/slideLayout22.xml"/><Relationship Id="Rd122dd00d3f947d8" Type="http://schemas.openxmlformats.org/officeDocument/2006/relationships/slideLayout" Target="../slideLayouts/slideLayout53.xml"/><Relationship Id="Rd162df94bf414261" Type="http://schemas.openxmlformats.org/officeDocument/2006/relationships/slideLayout" Target="../slideLayouts/slideLayout57.xml"/><Relationship Id="Rd1e617c527ae480f" Type="http://schemas.openxmlformats.org/officeDocument/2006/relationships/slideLayout" Target="../slideLayouts/slideLayout82.xml"/><Relationship Id="Rd29f1b60f1b04559" Type="http://schemas.openxmlformats.org/officeDocument/2006/relationships/slideLayout" Target="../slideLayouts/slideLayout68.xml"/><Relationship Id="Rd5dec3669d494036" Type="http://schemas.openxmlformats.org/officeDocument/2006/relationships/slideLayout" Target="../slideLayouts/slideLayout91.xml"/><Relationship Id="Rd6b43c2ab2924d4b" Type="http://schemas.openxmlformats.org/officeDocument/2006/relationships/slideLayout" Target="../slideLayouts/slideLayout58.xml"/><Relationship Id="Rd965de899ee843e0" Type="http://schemas.openxmlformats.org/officeDocument/2006/relationships/slideLayout" Target="../slideLayouts/slideLayout6.xml"/><Relationship Id="Rdb5189521e014dfd" Type="http://schemas.openxmlformats.org/officeDocument/2006/relationships/slideLayout" Target="../slideLayouts/slideLayout37.xml"/><Relationship Id="Rdda6c6ef540749ef" Type="http://schemas.openxmlformats.org/officeDocument/2006/relationships/slideLayout" Target="../slideLayouts/slideLayout13.xml"/><Relationship Id="Re70a4f2b59aa434f" Type="http://schemas.openxmlformats.org/officeDocument/2006/relationships/slideLayout" Target="../slideLayouts/slideLayout83.xml"/><Relationship Id="Re7a05d82de484343" Type="http://schemas.openxmlformats.org/officeDocument/2006/relationships/slideLayout" Target="../slideLayouts/slideLayout46.xml"/><Relationship Id="Rec9e338ca8c84191" Type="http://schemas.openxmlformats.org/officeDocument/2006/relationships/slideLayout" Target="../slideLayouts/slideLayout62.xml"/><Relationship Id="Rf06e3167fe5f400a" Type="http://schemas.openxmlformats.org/officeDocument/2006/relationships/slideLayout" Target="../slideLayouts/slideLayout9.xml"/><Relationship Id="Rf36530a01c3243c6" Type="http://schemas.openxmlformats.org/officeDocument/2006/relationships/slideLayout" Target="../slideLayouts/slideLayout23.xml"/><Relationship Id="Rf5ddf6e287754bd2" Type="http://schemas.openxmlformats.org/officeDocument/2006/relationships/slideLayout" Target="../slideLayouts/slideLayout71.xml"/><Relationship Id="Rf7797e6bbcb3496f" Type="http://schemas.openxmlformats.org/officeDocument/2006/relationships/slideLayout" Target="../slideLayouts/slideLayout35.xml"/><Relationship Id="Rf9ed9c2cc0db450e" Type="http://schemas.openxmlformats.org/officeDocument/2006/relationships/slideLayout" Target="../slideLayouts/slideLayout88.xml"/><Relationship Id="Rfde70aa5c0b44a2a" Type="http://schemas.openxmlformats.org/officeDocument/2006/relationships/slideLayout" Target="../slideLayouts/slideLayout65.xml"/><Relationship Id="Rfdeecfcd13d540f6" Type="http://schemas.openxmlformats.org/officeDocument/2006/relationships/slideLayout" Target="../slideLayouts/slideLayout24.xml"/><Relationship Id="Rfe0e28aa01ec4b0a" Type="http://schemas.openxmlformats.org/officeDocument/2006/relationships/slideLayout" Target="../slideLayouts/slideLayout86.xml"/><Relationship Id="Rfec8135e8e944d50" Type="http://schemas.openxmlformats.org/officeDocument/2006/relationships/slideLayout" Target="../slideLayouts/slideLayout5.xml"/></Relationships>
</file>

<file path=ppt/slideMasters/slideMaster1.xml><?xml version="1.0" encoding="utf-8"?>
<p:sldMaster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8A70F255-3C2A-4AC7-8935-184146E3B6D6}"/>
              </a:ext>
            </a:extLst>
          </p:cNvPr>
          <p:cNvSpPr>
            <a:spLocks xmlns:a="http://schemas.openxmlformats.org/drawingml/2006/main" noGrp="1"/>
          </p:cNvSpPr>
          <p:nvPr>
            <p:ph type="title" idx="0"/>
          </p:nvPr>
        </p:nvSpPr>
        <p:spPr>
          <a:xfrm xmlns:a="http://schemas.openxmlformats.org/drawingml/2006/main">
            <a:off x="768875" y="182403"/>
            <a:ext cx="10671048" cy="822960"/>
          </a:xfrm>
          <a:prstGeom xmlns:a="http://schemas.openxmlformats.org/drawingml/2006/main" prst="rect">
            <a:avLst/>
          </a:prstGeom>
        </p:spPr>
        <p:txBody>
          <a:bodyPr xmlns:a="http://schemas.openxmlformats.org/drawingml/2006/main" vert="horz" lIns="0" tIns="0" rIns="0" bIns="0" anchor="b">
            <a:noAutofit/>
          </a:bodyPr>
          <a:lstStyle xmlns:a="http://schemas.openxmlformats.org/drawingml/2006/main"/>
          <a:p xmlns:a="http://schemas.openxmlformats.org/drawingml/2006/main">
            <a:pPr marL="0" indent="0">
              <a:spcBef>
                <a:spcPts val="1000"/>
              </a:spcBef>
              <a:buNone/>
            </a:pPr>
            <a:r>
              <a:t>Title</a:t>
            </a:r>
          </a:p>
        </p:txBody>
      </p:sp>
      <p:sp>
        <p:nvSpPr>
          <p:cNvPr id="4" name="Text Field">
            <a:extLst xmlns:a="http://schemas.openxmlformats.org/drawingml/2006/main">
              <a:ext uri="{FF2B5EF4-FFF2-40B4-BE49-F238E27FC236}">
                <a16:creationId xmlns:a16="http://schemas.microsoft.com/office/drawing/2014/main" id="{E46619B6-A626-4CDA-96E2-B94F4637C628}"/>
              </a:ext>
            </a:extLst>
          </p:cNvPr>
          <p:cNvSpPr>
            <a:spLocks xmlns:a="http://schemas.openxmlformats.org/drawingml/2006/main" noGrp="1"/>
          </p:cNvSpPr>
          <p:nvPr>
            <p:ph type="body" idx="1"/>
          </p:nvPr>
        </p:nvSpPr>
        <p:spPr>
          <a:xfrm xmlns:a="http://schemas.openxmlformats.org/drawingml/2006/main">
            <a:off x="768875" y="1600200"/>
            <a:ext cx="10671048" cy="451485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17" name="Slide Number">
            <a:extLst xmlns:a="http://schemas.openxmlformats.org/drawingml/2006/main">
              <a:ext uri="{FF2B5EF4-FFF2-40B4-BE49-F238E27FC236}">
                <a16:creationId xmlns:a16="http://schemas.microsoft.com/office/drawing/2014/main" id="{08A3F6CD-49F4-D74B-8C7F-D6CA71EFB13B}"/>
              </a:ext>
            </a:extLst>
          </p:cNvPr>
          <p:cNvSpPr>
            <a:spLocks xmlns:a="http://schemas.openxmlformats.org/drawingml/2006/main" noGrp="1"/>
          </p:cNvSpPr>
          <p:nvPr>
            <p:ph type="sldNum" idx="4"/>
          </p:nvPr>
        </p:nvSpPr>
        <p:spPr>
          <a:xfrm xmlns:a="http://schemas.openxmlformats.org/drawingml/2006/main">
            <a:off x="762000" y="6423660"/>
            <a:ext cx="365760" cy="36576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800">
                <a:solidFill>
                  <a:srgbClr val="514C47"/>
                </a:solidFill>
                <a:latin typeface="+mn-lt"/>
                <a:ea typeface="+mn-lt"/>
                <a:cs typeface="+mn-lt"/>
              </a:defRPr>
            </a:lvl1pPr>
          </a:lstStyle>
          <a:p xmlns:a="http://schemas.openxmlformats.org/drawingml/2006/main">
            <a:fld id="{345D60D9-5372-5F40-9443-0F9AE5BDC3C8}" type="slidenum">
              <a:t>‹#›</a:t>
            </a:fld>
          </a:p>
        </p:txBody>
      </p:sp>
      <p:sp>
        <p:nvSpPr>
          <p:cNvPr id="18" name="Footer">
            <a:extLst xmlns:a="http://schemas.openxmlformats.org/drawingml/2006/main">
              <a:ext uri="{FF2B5EF4-FFF2-40B4-BE49-F238E27FC236}">
                <a16:creationId xmlns:a16="http://schemas.microsoft.com/office/drawing/2014/main" id="{8E003242-6B91-1949-A5CA-15BA57A045C9}"/>
              </a:ext>
            </a:extLst>
          </p:cNvPr>
          <p:cNvSpPr>
            <a:spLocks xmlns:a="http://schemas.openxmlformats.org/drawingml/2006/main" noGrp="1"/>
          </p:cNvSpPr>
          <p:nvPr>
            <p:ph type="ftr" idx="3"/>
          </p:nvPr>
        </p:nvSpPr>
        <p:spPr>
          <a:xfrm xmlns:a="http://schemas.openxmlformats.org/drawingml/2006/main">
            <a:off x="1127759" y="6423978"/>
            <a:ext cx="8778240" cy="365125"/>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800">
                <a:solidFill>
                  <a:srgbClr val="514C47"/>
                </a:solidFill>
                <a:latin typeface="+mn-lt"/>
                <a:ea typeface="+mn-lt"/>
                <a:cs typeface="+mn-lt"/>
              </a:defRPr>
            </a:lvl1pPr>
          </a:lstStyle>
          <a:p xmlns:a="http://schemas.openxmlformats.org/drawingml/2006/main">
            <a:r>
              <a:t>Copyright © 2026, Oracle and/or its affiliates |  Confidential: Internal/Restricted/Highly Restricted</a:t>
            </a:r>
          </a:p>
        </p:txBody>
      </p:sp>
      <p:sp>
        <p:nvSpPr>
          <p:cNvPr id="20" name="Date">
            <a:extLst xmlns:a="http://schemas.openxmlformats.org/drawingml/2006/main">
              <a:ext uri="{FF2B5EF4-FFF2-40B4-BE49-F238E27FC236}">
                <a16:creationId xmlns:a16="http://schemas.microsoft.com/office/drawing/2014/main" id="{65BA88F5-EF53-415B-8446-19188BE675D3}"/>
              </a:ext>
            </a:extLst>
          </p:cNvPr>
          <p:cNvSpPr>
            <a:spLocks xmlns:a="http://schemas.openxmlformats.org/drawingml/2006/main" noGrp="1"/>
          </p:cNvSpPr>
          <p:nvPr>
            <p:ph type="dt" idx="2"/>
          </p:nvPr>
        </p:nvSpPr>
        <p:spPr>
          <a:xfrm xmlns:a="http://schemas.openxmlformats.org/drawingml/2006/main">
            <a:off x="10012578" y="6425604"/>
            <a:ext cx="1315822" cy="36350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buNone/>
              <a:defRPr sz="800">
                <a:solidFill>
                  <a:srgbClr val="514C47"/>
                </a:solidFill>
                <a:latin typeface="+mn-lt"/>
                <a:ea typeface="+mn-lt"/>
                <a:cs typeface="+mn-lt"/>
              </a:defRPr>
            </a:lvl1pPr>
          </a:lstStyle>
          <a:p xmlns:a="http://schemas.openxmlformats.org/drawingml/2006/main">
            <a:r>
              <a:t>[Date]</a:t>
            </a:r>
          </a:p>
        </p:txBody>
      </p:sp>
      <p:pic>
        <p:nvPicPr>
          <p:cNvPr id="21" name="OTag"/>
          <p:cNvPicPr>
            <a:picLocks xmlns:a="http://schemas.openxmlformats.org/drawingml/2006/main" noChangeAspect="1"/>
          </p:cNvPicPr>
          <p:nvPr/>
        </p:nvPicPr>
        <p:blipFill>
          <a:blip xmlns:r="http://schemas.openxmlformats.org/officeDocument/2006/relationships" xmlns:a="http://schemas.openxmlformats.org/drawingml/2006/main" r:embed="R0b3c7a84879a41b8"/>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cec9f473a6940dc"/>
    <p:sldLayoutId xmlns:r="http://schemas.openxmlformats.org/officeDocument/2006/relationships" id="2147483650" r:id="R7a515788087848d0"/>
    <p:sldLayoutId xmlns:r="http://schemas.openxmlformats.org/officeDocument/2006/relationships" id="2147483651" r:id="Rba22e715b9614381"/>
    <p:sldLayoutId xmlns:r="http://schemas.openxmlformats.org/officeDocument/2006/relationships" id="2147483652" r:id="R2761391d089c4ef7"/>
    <p:sldLayoutId xmlns:r="http://schemas.openxmlformats.org/officeDocument/2006/relationships" id="2147483653" r:id="Rfec8135e8e944d50"/>
    <p:sldLayoutId xmlns:r="http://schemas.openxmlformats.org/officeDocument/2006/relationships" id="2147483654" r:id="Rd965de899ee843e0"/>
    <p:sldLayoutId xmlns:r="http://schemas.openxmlformats.org/officeDocument/2006/relationships" id="2147483655" r:id="Ra4be4712d63a4038"/>
    <p:sldLayoutId xmlns:r="http://schemas.openxmlformats.org/officeDocument/2006/relationships" id="2147483656" r:id="Rc49a3ecc681b42f1"/>
    <p:sldLayoutId xmlns:r="http://schemas.openxmlformats.org/officeDocument/2006/relationships" id="2147483657" r:id="Rf06e3167fe5f400a"/>
    <p:sldLayoutId xmlns:r="http://schemas.openxmlformats.org/officeDocument/2006/relationships" id="2147483658" r:id="Rb08ecf87134e49a6"/>
    <p:sldLayoutId xmlns:r="http://schemas.openxmlformats.org/officeDocument/2006/relationships" id="2147483659" r:id="R0c54ecedd6954573"/>
    <p:sldLayoutId xmlns:r="http://schemas.openxmlformats.org/officeDocument/2006/relationships" id="2147483660" r:id="R79f973516b4845b6"/>
    <p:sldLayoutId xmlns:r="http://schemas.openxmlformats.org/officeDocument/2006/relationships" id="2147483661" r:id="Rdda6c6ef540749ef"/>
    <p:sldLayoutId xmlns:r="http://schemas.openxmlformats.org/officeDocument/2006/relationships" id="2147483662" r:id="R0a520d107b8a4d5a"/>
    <p:sldLayoutId xmlns:r="http://schemas.openxmlformats.org/officeDocument/2006/relationships" id="2147483663" r:id="R5390be5287004229"/>
    <p:sldLayoutId xmlns:r="http://schemas.openxmlformats.org/officeDocument/2006/relationships" id="2147483664" r:id="Ra9022b24f7f64922"/>
    <p:sldLayoutId xmlns:r="http://schemas.openxmlformats.org/officeDocument/2006/relationships" id="2147483665" r:id="R80fdedddd3de45fd"/>
    <p:sldLayoutId xmlns:r="http://schemas.openxmlformats.org/officeDocument/2006/relationships" id="2147483666" r:id="R7162ef11a1d44504"/>
    <p:sldLayoutId xmlns:r="http://schemas.openxmlformats.org/officeDocument/2006/relationships" id="2147483667" r:id="R411be9c05c184781"/>
    <p:sldLayoutId xmlns:r="http://schemas.openxmlformats.org/officeDocument/2006/relationships" id="2147483668" r:id="R1ec1d7f3f93e402d"/>
    <p:sldLayoutId xmlns:r="http://schemas.openxmlformats.org/officeDocument/2006/relationships" id="2147483669" r:id="R3d5e6b0b4ae3404d"/>
    <p:sldLayoutId xmlns:r="http://schemas.openxmlformats.org/officeDocument/2006/relationships" id="2147483670" r:id="Rcd19aada1a904989"/>
    <p:sldLayoutId xmlns:r="http://schemas.openxmlformats.org/officeDocument/2006/relationships" id="2147483671" r:id="Rf36530a01c3243c6"/>
    <p:sldLayoutId xmlns:r="http://schemas.openxmlformats.org/officeDocument/2006/relationships" id="2147483672" r:id="Rfdeecfcd13d540f6"/>
    <p:sldLayoutId xmlns:r="http://schemas.openxmlformats.org/officeDocument/2006/relationships" id="2147483673" r:id="Ra2910f87a536426a"/>
    <p:sldLayoutId xmlns:r="http://schemas.openxmlformats.org/officeDocument/2006/relationships" id="2147483674" r:id="R872d1ec614374ed0"/>
    <p:sldLayoutId xmlns:r="http://schemas.openxmlformats.org/officeDocument/2006/relationships" id="2147483675" r:id="Radc0beba688643e1"/>
    <p:sldLayoutId xmlns:r="http://schemas.openxmlformats.org/officeDocument/2006/relationships" id="2147483676" r:id="R1628dfdcfbde499e"/>
    <p:sldLayoutId xmlns:r="http://schemas.openxmlformats.org/officeDocument/2006/relationships" id="2147483677" r:id="Rb5423568ea7641a3"/>
    <p:sldLayoutId xmlns:r="http://schemas.openxmlformats.org/officeDocument/2006/relationships" id="2147483678" r:id="R26fd0de031074791"/>
    <p:sldLayoutId xmlns:r="http://schemas.openxmlformats.org/officeDocument/2006/relationships" id="2147483679" r:id="R51fea8a86f0e49c2"/>
    <p:sldLayoutId xmlns:r="http://schemas.openxmlformats.org/officeDocument/2006/relationships" id="2147483680" r:id="R04eca447988749ce"/>
    <p:sldLayoutId xmlns:r="http://schemas.openxmlformats.org/officeDocument/2006/relationships" id="2147483681" r:id="R500124025f3148c1"/>
    <p:sldLayoutId xmlns:r="http://schemas.openxmlformats.org/officeDocument/2006/relationships" id="2147483682" r:id="Radd79299156f4fb5"/>
    <p:sldLayoutId xmlns:r="http://schemas.openxmlformats.org/officeDocument/2006/relationships" id="2147483683" r:id="Rf7797e6bbcb3496f"/>
    <p:sldLayoutId xmlns:r="http://schemas.openxmlformats.org/officeDocument/2006/relationships" id="2147483684" r:id="R18f8e098ed9845ca"/>
    <p:sldLayoutId xmlns:r="http://schemas.openxmlformats.org/officeDocument/2006/relationships" id="2147483685" r:id="Rdb5189521e014dfd"/>
    <p:sldLayoutId xmlns:r="http://schemas.openxmlformats.org/officeDocument/2006/relationships" id="2147483686" r:id="R3b229a2f97754c36"/>
    <p:sldLayoutId xmlns:r="http://schemas.openxmlformats.org/officeDocument/2006/relationships" id="2147483687" r:id="Rbe764683a7804925"/>
    <p:sldLayoutId xmlns:r="http://schemas.openxmlformats.org/officeDocument/2006/relationships" id="2147483688" r:id="R13db7ee9f61c4e39"/>
    <p:sldLayoutId xmlns:r="http://schemas.openxmlformats.org/officeDocument/2006/relationships" id="2147483689" r:id="R131045f690e9443d"/>
    <p:sldLayoutId xmlns:r="http://schemas.openxmlformats.org/officeDocument/2006/relationships" id="2147483690" r:id="R4e36370773d64676"/>
    <p:sldLayoutId xmlns:r="http://schemas.openxmlformats.org/officeDocument/2006/relationships" id="2147483691" r:id="R0d133da146fa4fd3"/>
    <p:sldLayoutId xmlns:r="http://schemas.openxmlformats.org/officeDocument/2006/relationships" id="2147483692" r:id="R4aaece7b12224a77"/>
    <p:sldLayoutId xmlns:r="http://schemas.openxmlformats.org/officeDocument/2006/relationships" id="2147483693" r:id="R53993c8fa04a4913"/>
    <p:sldLayoutId xmlns:r="http://schemas.openxmlformats.org/officeDocument/2006/relationships" id="2147483694" r:id="Re7a05d82de484343"/>
    <p:sldLayoutId xmlns:r="http://schemas.openxmlformats.org/officeDocument/2006/relationships" id="2147483695" r:id="R7e489e4aef6c450f"/>
    <p:sldLayoutId xmlns:r="http://schemas.openxmlformats.org/officeDocument/2006/relationships" id="2147483696" r:id="R52487d5db62b4fda"/>
    <p:sldLayoutId xmlns:r="http://schemas.openxmlformats.org/officeDocument/2006/relationships" id="2147483697" r:id="R00c0dfa4f1434088"/>
    <p:sldLayoutId xmlns:r="http://schemas.openxmlformats.org/officeDocument/2006/relationships" id="2147483698" r:id="R2b478e24586a4736"/>
    <p:sldLayoutId xmlns:r="http://schemas.openxmlformats.org/officeDocument/2006/relationships" id="2147483699" r:id="R2ac1af94069d4ecb"/>
    <p:sldLayoutId xmlns:r="http://schemas.openxmlformats.org/officeDocument/2006/relationships" id="2147483700" r:id="R21e25ef93fa24b8f"/>
    <p:sldLayoutId xmlns:r="http://schemas.openxmlformats.org/officeDocument/2006/relationships" id="2147483701" r:id="Rd122dd00d3f947d8"/>
    <p:sldLayoutId xmlns:r="http://schemas.openxmlformats.org/officeDocument/2006/relationships" id="2147483702" r:id="R1901eea1043a4fb2"/>
    <p:sldLayoutId xmlns:r="http://schemas.openxmlformats.org/officeDocument/2006/relationships" id="2147483703" r:id="R038c8ac28c1d40ac"/>
    <p:sldLayoutId xmlns:r="http://schemas.openxmlformats.org/officeDocument/2006/relationships" id="2147483704" r:id="R1c6eb2de40104297"/>
    <p:sldLayoutId xmlns:r="http://schemas.openxmlformats.org/officeDocument/2006/relationships" id="2147483705" r:id="Rd162df94bf414261"/>
    <p:sldLayoutId xmlns:r="http://schemas.openxmlformats.org/officeDocument/2006/relationships" id="2147483706" r:id="Rd6b43c2ab2924d4b"/>
    <p:sldLayoutId xmlns:r="http://schemas.openxmlformats.org/officeDocument/2006/relationships" id="2147483707" r:id="R0255ebefc1964781"/>
    <p:sldLayoutId xmlns:r="http://schemas.openxmlformats.org/officeDocument/2006/relationships" id="2147483708" r:id="R59d45e7f7b1247bd"/>
    <p:sldLayoutId xmlns:r="http://schemas.openxmlformats.org/officeDocument/2006/relationships" id="2147483709" r:id="R650bd15689b442e1"/>
    <p:sldLayoutId xmlns:r="http://schemas.openxmlformats.org/officeDocument/2006/relationships" id="2147483710" r:id="Rec9e338ca8c84191"/>
    <p:sldLayoutId xmlns:r="http://schemas.openxmlformats.org/officeDocument/2006/relationships" id="2147483711" r:id="R1034e68f22e54ec5"/>
    <p:sldLayoutId xmlns:r="http://schemas.openxmlformats.org/officeDocument/2006/relationships" id="2147483712" r:id="R13c39e24c7e54213"/>
    <p:sldLayoutId xmlns:r="http://schemas.openxmlformats.org/officeDocument/2006/relationships" id="2147483713" r:id="Rfde70aa5c0b44a2a"/>
    <p:sldLayoutId xmlns:r="http://schemas.openxmlformats.org/officeDocument/2006/relationships" id="2147483714" r:id="R7d1d4a39878245a1"/>
    <p:sldLayoutId xmlns:r="http://schemas.openxmlformats.org/officeDocument/2006/relationships" id="2147483715" r:id="R3ed3a5821e334982"/>
    <p:sldLayoutId xmlns:r="http://schemas.openxmlformats.org/officeDocument/2006/relationships" id="2147483716" r:id="Rd29f1b60f1b04559"/>
    <p:sldLayoutId xmlns:r="http://schemas.openxmlformats.org/officeDocument/2006/relationships" id="2147483717" r:id="R0217b73c822645d6"/>
    <p:sldLayoutId xmlns:r="http://schemas.openxmlformats.org/officeDocument/2006/relationships" id="2147483718" r:id="R134e69ba6cbe4ee0"/>
    <p:sldLayoutId xmlns:r="http://schemas.openxmlformats.org/officeDocument/2006/relationships" id="2147483719" r:id="Rf5ddf6e287754bd2"/>
    <p:sldLayoutId xmlns:r="http://schemas.openxmlformats.org/officeDocument/2006/relationships" id="2147483720" r:id="R2b524a338bd84805"/>
    <p:sldLayoutId xmlns:r="http://schemas.openxmlformats.org/officeDocument/2006/relationships" id="2147483721" r:id="Rb182ab0b0fd04d55"/>
    <p:sldLayoutId xmlns:r="http://schemas.openxmlformats.org/officeDocument/2006/relationships" id="2147483722" r:id="R05089934e35f4fef"/>
    <p:sldLayoutId xmlns:r="http://schemas.openxmlformats.org/officeDocument/2006/relationships" id="2147483723" r:id="Rb71bf5e58efe4116"/>
    <p:sldLayoutId xmlns:r="http://schemas.openxmlformats.org/officeDocument/2006/relationships" id="2147483724" r:id="Rc02f271955d84e11"/>
    <p:sldLayoutId xmlns:r="http://schemas.openxmlformats.org/officeDocument/2006/relationships" id="2147483725" r:id="R3873fc195a5244a7"/>
    <p:sldLayoutId xmlns:r="http://schemas.openxmlformats.org/officeDocument/2006/relationships" id="2147483726" r:id="R4a1bca8597a045f7"/>
    <p:sldLayoutId xmlns:r="http://schemas.openxmlformats.org/officeDocument/2006/relationships" id="2147483727" r:id="Rcaef057c7494411d"/>
    <p:sldLayoutId xmlns:r="http://schemas.openxmlformats.org/officeDocument/2006/relationships" id="2147483728" r:id="R527b712f3c2e4eb9"/>
    <p:sldLayoutId xmlns:r="http://schemas.openxmlformats.org/officeDocument/2006/relationships" id="2147483729" r:id="R51c1dc669a144477"/>
    <p:sldLayoutId xmlns:r="http://schemas.openxmlformats.org/officeDocument/2006/relationships" id="2147483730" r:id="Rd1e617c527ae480f"/>
    <p:sldLayoutId xmlns:r="http://schemas.openxmlformats.org/officeDocument/2006/relationships" id="2147483731" r:id="Re70a4f2b59aa434f"/>
    <p:sldLayoutId xmlns:r="http://schemas.openxmlformats.org/officeDocument/2006/relationships" id="2147483732" r:id="R33b8a277dcce473f"/>
    <p:sldLayoutId xmlns:r="http://schemas.openxmlformats.org/officeDocument/2006/relationships" id="2147483733" r:id="R02772f9529b444f3"/>
    <p:sldLayoutId xmlns:r="http://schemas.openxmlformats.org/officeDocument/2006/relationships" id="2147483734" r:id="Rfe0e28aa01ec4b0a"/>
    <p:sldLayoutId xmlns:r="http://schemas.openxmlformats.org/officeDocument/2006/relationships" id="2147483735" r:id="R70b232dfc74f4a72"/>
    <p:sldLayoutId xmlns:r="http://schemas.openxmlformats.org/officeDocument/2006/relationships" id="2147483736" r:id="Rf9ed9c2cc0db450e"/>
    <p:sldLayoutId xmlns:r="http://schemas.openxmlformats.org/officeDocument/2006/relationships" id="2147483737" r:id="R215318545c53400a"/>
    <p:sldLayoutId xmlns:r="http://schemas.openxmlformats.org/officeDocument/2006/relationships" id="2147483738" r:id="R84e0e1198cd44633"/>
    <p:sldLayoutId xmlns:r="http://schemas.openxmlformats.org/officeDocument/2006/relationships" id="2147483739" r:id="Rd5dec3669d494036"/>
    <p:sldLayoutId xmlns:r="http://schemas.openxmlformats.org/officeDocument/2006/relationships" id="2147483740" r:id="Ra0ddfb12e1a240cb"/>
    <p:sldLayoutId xmlns:r="http://schemas.openxmlformats.org/officeDocument/2006/relationships" id="2147483741" r:id="R4ccd9051e13f4beb"/>
    <p:sldLayoutId xmlns:r="http://schemas.openxmlformats.org/officeDocument/2006/relationships" id="2147483742" r:id="R942a7279fec948e1"/>
    <p:sldLayoutId xmlns:r="http://schemas.openxmlformats.org/officeDocument/2006/relationships" id="2147483743" r:id="R485ae157352240bc"/>
    <p:sldLayoutId xmlns:r="http://schemas.openxmlformats.org/officeDocument/2006/relationships" id="2147483744" r:id="R88107c628281417c"/>
    <p:sldLayoutId xmlns:r="http://schemas.openxmlformats.org/officeDocument/2006/relationships" id="2147483745" r:id="R155249a0b7174569"/>
    <p:sldLayoutId xmlns:r="http://schemas.openxmlformats.org/officeDocument/2006/relationships" id="2147483746" r:id="R4739e098731a4db2"/>
    <p:sldLayoutId xmlns:r="http://schemas.openxmlformats.org/officeDocument/2006/relationships" id="2147483747" r:id="R7228f4fac82140ad"/>
    <p:sldLayoutId xmlns:r="http://schemas.openxmlformats.org/officeDocument/2006/relationships" id="2147483748" r:id="Ra4a2ac72fb8e4dc5"/>
    <p:sldLayoutId xmlns:r="http://schemas.openxmlformats.org/officeDocument/2006/relationships" id="2147483749" r:id="R038a5ef5d6e84a70"/>
    <p:sldLayoutId xmlns:r="http://schemas.openxmlformats.org/officeDocument/2006/relationships" id="2147483750" r:id="Rbd47a5bb4e7b455b"/>
    <p:sldLayoutId xmlns:r="http://schemas.openxmlformats.org/officeDocument/2006/relationships" id="2147483751" r:id="R2780e2272fec4731"/>
    <p:sldLayoutId xmlns:r="http://schemas.openxmlformats.org/officeDocument/2006/relationships" id="2147483752" r:id="R92ade504fa5e4828"/>
    <p:sldLayoutId xmlns:r="http://schemas.openxmlformats.org/officeDocument/2006/relationships" id="2147483753" r:id="R29704d3daad24f48"/>
    <p:sldLayoutId xmlns:r="http://schemas.openxmlformats.org/officeDocument/2006/relationships" id="2147483754" r:id="R1a0c02b8df0f4f5e"/>
    <p:sldLayoutId xmlns:r="http://schemas.openxmlformats.org/officeDocument/2006/relationships" id="2147483755" r:id="Ra84f27fbbd6f41f0"/>
    <p:sldLayoutId xmlns:r="http://schemas.openxmlformats.org/officeDocument/2006/relationships" id="2147483756" r:id="Ra6ba7915b3c6436f"/>
    <p:sldLayoutId xmlns:r="http://schemas.openxmlformats.org/officeDocument/2006/relationships" id="2147483757" r:id="Rc1a2ff82334f46a8"/>
    <p:sldLayoutId xmlns:r="http://schemas.openxmlformats.org/officeDocument/2006/relationships" id="2147483758" r:id="R37a189c2a47c434e"/>
    <p:sldLayoutId xmlns:r="http://schemas.openxmlformats.org/officeDocument/2006/relationships" id="2147483759" r:id="R0b4bd828d0184f00"/>
    <p:sldLayoutId xmlns:r="http://schemas.openxmlformats.org/officeDocument/2006/relationships" id="2147483760" r:id="R99dc13fb045d4567"/>
    <p:sldLayoutId xmlns:r="http://schemas.openxmlformats.org/officeDocument/2006/relationships" id="2147483761" r:id="R3ad33487dfea4c7d"/>
    <p:sldLayoutId xmlns:r="http://schemas.openxmlformats.org/officeDocument/2006/relationships" id="2147483762" r:id="Ra1abde13f3d94783"/>
  </p:sldLayoutIdLst>
  <p:hf hdr="0" dt="0"/>
  <p:txStyles>
    <p:titleStyle>
      <a:lvl1pPr xmlns:a="http://schemas.openxmlformats.org/drawingml/2006/main" algn="l">
        <a:lnSpc>
          <a:spcPct val="95000"/>
        </a:lnSpc>
        <a:spcBef>
          <a:spcPts val="0"/>
        </a:spcBef>
        <a:buNone/>
        <a:defRPr sz="2400" b="1" i="0">
          <a:solidFill>
            <a:schemeClr val="tx1"/>
          </a:solidFill>
          <a:latin typeface="+mn-lt"/>
          <a:ea typeface="+mn-lt"/>
          <a:cs typeface="+mn-lt"/>
        </a:defRPr>
      </a:lvl1pPr>
    </p:titleStyle>
    <p:bodyStyle>
      <a:lvl1pPr xmlns:a="http://schemas.openxmlformats.org/drawingml/2006/main" marL="0" indent="0" algn="l">
        <a:lnSpc>
          <a:spcPct val="95000"/>
        </a:lnSpc>
        <a:spcBef>
          <a:spcPts val="600"/>
        </a:spcBef>
        <a:spcAft>
          <a:spcPts val="0"/>
        </a:spcAft>
        <a:buNone/>
        <a:defRPr sz="1600" b="0" i="0">
          <a:solidFill>
            <a:schemeClr val="tx1"/>
          </a:solidFill>
          <a:latin typeface="Oracle Sans Tab"/>
          <a:ea typeface="Oracle Sans Tab"/>
          <a:cs typeface="Oracle Sans Tab"/>
        </a:defRPr>
      </a:lvl1pPr>
      <a:lvl2pPr xmlns:a="http://schemas.openxmlformats.org/drawingml/2006/main" marL="365760" indent="-182880" algn="l">
        <a:lnSpc>
          <a:spcPct val="95000"/>
        </a:lnSpc>
        <a:spcBef>
          <a:spcPts val="600"/>
        </a:spcBef>
        <a:spcAft>
          <a:spcPts val="0"/>
        </a:spcAft>
        <a:buChar char="•"/>
        <a:defRPr sz="1600" b="0" i="0">
          <a:solidFill>
            <a:schemeClr val="tx1"/>
          </a:solidFill>
          <a:latin typeface="Oracle Sans"/>
          <a:ea typeface="Oracle Sans"/>
          <a:cs typeface="Oracle Sans"/>
        </a:defRPr>
      </a:lvl2pPr>
      <a:lvl3pPr xmlns:a="http://schemas.openxmlformats.org/drawingml/2006/main" marL="547688" indent="-182563" algn="l">
        <a:lnSpc>
          <a:spcPct val="95000"/>
        </a:lnSpc>
        <a:spcBef>
          <a:spcPts val="400"/>
        </a:spcBef>
        <a:spcAft>
          <a:spcPts val="0"/>
        </a:spcAft>
        <a:buChar char="-"/>
        <a:defRPr sz="1600" b="0" i="0">
          <a:solidFill>
            <a:schemeClr val="tx1"/>
          </a:solidFill>
          <a:latin typeface="Oracle Sans"/>
          <a:ea typeface="Oracle Sans"/>
          <a:cs typeface="Oracle Sans"/>
        </a:defRPr>
      </a:lvl3pPr>
      <a:lvl4pPr xmlns:a="http://schemas.openxmlformats.org/drawingml/2006/main" marL="730250" indent="-182563" algn="l">
        <a:lnSpc>
          <a:spcPct val="95000"/>
        </a:lnSpc>
        <a:spcBef>
          <a:spcPts val="400"/>
        </a:spcBef>
        <a:spcAft>
          <a:spcPts val="0"/>
        </a:spcAft>
        <a:buChar char="•"/>
        <a:defRPr sz="1600" b="0" i="0">
          <a:solidFill>
            <a:schemeClr val="tx1"/>
          </a:solidFill>
          <a:latin typeface="Oracle Sans"/>
          <a:ea typeface="Oracle Sans"/>
          <a:cs typeface="Oracle Sans"/>
        </a:defRPr>
      </a:lvl4pPr>
      <a:lvl5pPr xmlns:a="http://schemas.openxmlformats.org/drawingml/2006/main" marL="914400" indent="-182880" algn="l">
        <a:lnSpc>
          <a:spcPct val="95000"/>
        </a:lnSpc>
        <a:spcBef>
          <a:spcPts val="400"/>
        </a:spcBef>
        <a:spcAft>
          <a:spcPts val="0"/>
        </a:spcAft>
        <a:buChar char="-"/>
        <a:defRPr sz="1600" b="0" i="0">
          <a:solidFill>
            <a:schemeClr val="tx1"/>
          </a:solidFill>
          <a:latin typeface="Oracle Sans"/>
          <a:ea typeface="Oracle Sans"/>
          <a:cs typeface="Oracle Sans"/>
        </a:defRPr>
      </a:lvl5pPr>
      <a:lvl6pPr xmlns:a="http://schemas.openxmlformats.org/drawingml/2006/main" marL="1097280" indent="-182880" algn="l">
        <a:lnSpc>
          <a:spcPct val="95000"/>
        </a:lnSpc>
        <a:spcBef>
          <a:spcPts val="400"/>
        </a:spcBef>
        <a:spcAft>
          <a:spcPts val="0"/>
        </a:spcAft>
        <a:buChar char="•"/>
        <a:defRPr sz="1600" b="0" i="0">
          <a:solidFill>
            <a:schemeClr val="tx1"/>
          </a:solidFill>
          <a:latin typeface="Oracle Sans"/>
          <a:ea typeface="Oracle Sans"/>
          <a:cs typeface="Oracle Sans"/>
        </a:defRPr>
      </a:lvl6pPr>
      <a:lvl7pPr xmlns:a="http://schemas.openxmlformats.org/drawingml/2006/main" marL="1280160" indent="-182880" algn="l">
        <a:lnSpc>
          <a:spcPct val="95000"/>
        </a:lnSpc>
        <a:spcBef>
          <a:spcPts val="400"/>
        </a:spcBef>
        <a:spcAft>
          <a:spcPts val="0"/>
        </a:spcAft>
        <a:buChar char="-"/>
        <a:defRPr sz="1600" b="0" i="0">
          <a:solidFill>
            <a:schemeClr val="tx1"/>
          </a:solidFill>
          <a:latin typeface="Oracle Sans"/>
          <a:ea typeface="Oracle Sans"/>
          <a:cs typeface="Oracle Sans"/>
        </a:defRPr>
      </a:lvl7pPr>
      <a:lvl8pPr xmlns:a="http://schemas.openxmlformats.org/drawingml/2006/main" marL="1604963" indent="-203200" algn="l">
        <a:lnSpc>
          <a:spcPct val="90000"/>
        </a:lnSpc>
        <a:spcBef>
          <a:spcPts val="500"/>
        </a:spcBef>
        <a:buChar char="•"/>
        <a:defRPr sz="1600" b="0" i="0">
          <a:solidFill>
            <a:schemeClr val="tx1"/>
          </a:solidFill>
          <a:latin typeface="Oracle Sans"/>
          <a:ea typeface="Oracle Sans"/>
          <a:cs typeface="Oracle Sans"/>
        </a:defRPr>
      </a:lvl8pPr>
      <a:lvl9pPr xmlns:a="http://schemas.openxmlformats.org/drawingml/2006/main" marL="1889125" indent="-203200" algn="l">
        <a:lnSpc>
          <a:spcPct val="90000"/>
        </a:lnSpc>
        <a:spcBef>
          <a:spcPts val="500"/>
        </a:spcBef>
        <a:buChar char="-"/>
        <a:defRPr sz="1600" b="0" i="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extLst>
    <p:ext uri="{27BBF7A9-308A-43DC-89C8-2F10F3537804}">
      <p15:sldGuideLst xmlns:p15="http://schemas.microsoft.com/office/powerpoint/2012/main">
        <p15:guide id="1" orient="horz" pos="2160" userDrawn="1">
          <p15:clr>
            <a:srgbClr xmlns:a="http://schemas.openxmlformats.org/drawingml/2006/main" val="F26B43"/>
          </p15:clr>
        </p15:guide>
        <p15:guide id="2" pos="3840" userDrawn="1">
          <p15:clr>
            <a:srgbClr xmlns:a="http://schemas.openxmlformats.org/drawingml/2006/main" val="F26B43"/>
          </p15:clr>
        </p15:guide>
        <p15:guide id="3" orient="horz" pos="1008" userDrawn="1">
          <p15:clr>
            <a:srgbClr xmlns:a="http://schemas.openxmlformats.org/drawingml/2006/main" val="5ACBF0"/>
          </p15:clr>
        </p15:guide>
        <p15:guide id="4" orient="horz" pos="3852" userDrawn="1">
          <p15:clr>
            <a:srgbClr xmlns:a="http://schemas.openxmlformats.org/drawingml/2006/main" val="F26B43"/>
          </p15:clr>
        </p15:guide>
        <p15:guide id="5" pos="480" userDrawn="1">
          <p15:clr>
            <a:srgbClr xmlns:a="http://schemas.openxmlformats.org/drawingml/2006/main" val="F26B43"/>
          </p15:clr>
        </p15:guide>
        <p15:guide id="6" orient="horz" pos="795" userDrawn="1">
          <p15:clr>
            <a:srgbClr xmlns:a="http://schemas.openxmlformats.org/drawingml/2006/main" val="F26B43"/>
          </p15:clr>
        </p15:guide>
        <p15:guide id="7" orient="horz" pos="590" userDrawn="1">
          <p15:clr>
            <a:srgbClr xmlns:a="http://schemas.openxmlformats.org/drawingml/2006/main" val="F26B43"/>
          </p15:clr>
        </p15:guide>
        <p15:guide id="8" pos="7212" userDrawn="1">
          <p15:clr>
            <a:srgbClr xmlns:a="http://schemas.openxmlformats.org/drawingml/2006/main" val="F26B43"/>
          </p15:clr>
        </p15:guide>
      </p15:sldGuideLst>
    </p:ext>
  </p:extLst>
</p:sldMaster>
</file>

<file path=ppt/slideMasters/theme/theme2.xml><?xml version="1.0" encoding="utf-8"?>
<a:theme xmlns:a="http://schemas.openxmlformats.org/drawingml/2006/main" name="Oracle-8.8.2">
  <a:themeElements>
    <a:clrScheme name="Custom 151">
      <a:dk1>
        <a:srgbClr val="2A2F2F"/>
      </a:dk1>
      <a:lt1>
        <a:srgbClr val="FFFFFF"/>
      </a:lt1>
      <a:dk2>
        <a:srgbClr val="2A2F2F"/>
      </a:dk2>
      <a:lt2>
        <a:srgbClr val="FBF9F8"/>
      </a:lt2>
      <a:accent1>
        <a:srgbClr val="04536F"/>
      </a:accent1>
      <a:accent2>
        <a:srgbClr val="6C3F49"/>
      </a:accent2>
      <a:accent3>
        <a:srgbClr val="C74634"/>
      </a:accent3>
      <a:accent4>
        <a:srgbClr val="F0CC71"/>
      </a:accent4>
      <a:accent5>
        <a:srgbClr val="89B2B0"/>
      </a:accent5>
      <a:accent6>
        <a:srgbClr val="86B596"/>
      </a:accent6>
      <a:hlink>
        <a:srgbClr val="00688C"/>
      </a:hlink>
      <a:folHlink>
        <a:srgbClr val="F0CC71"/>
      </a:folHlink>
    </a:clrScheme>
    <a:fontScheme name="Oracle Pillars">
      <a:majorFont>
        <a:latin typeface="Georgia"/>
        <a:ea typeface=""/>
        <a:cs typeface=""/>
      </a:majorFont>
      <a:minorFont>
        <a:latin typeface="Oracle Sans Tab"/>
        <a:ea typeface=""/>
        <a:cs typeface=""/>
      </a:minorFont>
    </a:fontScheme>
    <a:fmtScheme name="Custom 151">
      <a:fillStyleLst>
        <a:solidFill>
          <a:schemeClr val="phClr"/>
        </a:solidFill>
        <a:solidFill>
          <a:schemeClr val="phClr">
            <a:tint val="50000"/>
          </a:schemeClr>
        </a:solidFill>
        <a:solidFill>
          <a:schemeClr val="phClr">
            <a:shade val="65000"/>
          </a:schemeClr>
        </a:solidFill>
      </a:fillStyleLst>
      <a:lnStyleLst>
        <a:ln w="3175">
          <a:solidFill>
            <a:schemeClr val="phClr">
              <a:shade val="65000"/>
            </a:schemeClr>
          </a:solidFill>
          <a:prstDash val="solid"/>
        </a:ln>
        <a:ln w="3175">
          <a:solidFill>
            <a:schemeClr val="phClr"/>
          </a:solidFill>
          <a:prstDash val="solid"/>
        </a:ln>
        <a:ln w="0">
          <a:noFill/>
        </a:ln>
      </a:lnStyleLst>
      <a:effectStyleLst>
        <a:effectStyle>
          <a:effectLst/>
        </a:effectStyle>
        <a:effectStyle>
          <a:effectLst/>
        </a:effectStyle>
        <a:effectStyle>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2.xml.rels><?xml version='1.0' encoding='UTF-8' standalone='yes'?>
<Relationships xmlns="http://schemas.openxmlformats.org/package/2006/relationships"><Relationship Id="R2e8f31bb21ab4c87" Type="http://schemas.openxmlformats.org/officeDocument/2006/relationships/slideLayout" Target="../slideLayouts/slideLayout69.xml"/><Relationship Id="Rd8389e91abfb49c1"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44.png"/><Relationship Id="rId5" Type="http://schemas.openxmlformats.org/officeDocument/2006/relationships/hyperlink" Target="https://github.com/LiviaFernandes/tdc-oci-ai-agents-lab" TargetMode="External"/></Relationships>
</file>

<file path=ppt/slides/slide2.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5" name="Slide Number Placeholder 4">
            <a:extLst xmlns:a="http://schemas.openxmlformats.org/drawingml/2006/main">
              <a:ext uri="{FF2B5EF4-FFF2-40B4-BE49-F238E27FC236}">
                <a16:creationId xmlns:a16="http://schemas.microsoft.com/office/drawing/2014/main" id="{D1C1AC08-3D17-B7B4-1AE3-423663671F05}"/>
              </a:ext>
            </a:extLst>
          </p:cNvPr>
          <p:cNvSpPr>
            <a:spLocks xmlns:a="http://schemas.openxmlformats.org/drawingml/2006/main" noGrp="1"/>
          </p:cNvSpPr>
          <p:nvPr>
            <p:ph type="sldNum" idx="22"/>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r>
              <a:rPr sz="600">
                <a:solidFill>
                  <a:srgbClr val="5C5650"/>
                </a:solidFill>
                <a:latin typeface="Oracle Sans"/>
              </a:rPr>
              <a:t>1</a:t>
            </a:r>
          </a:p>
        </p:txBody>
      </p:sp>
      <p:sp>
        <p:nvSpPr>
          <p:cNvPr id="6" name="Footer Placeholder 5">
            <a:extLst xmlns:a="http://schemas.openxmlformats.org/drawingml/2006/main">
              <a:ext uri="{FF2B5EF4-FFF2-40B4-BE49-F238E27FC236}">
                <a16:creationId xmlns:a16="http://schemas.microsoft.com/office/drawing/2014/main" id="{0C96F817-67DC-36D5-86CB-CCBE3DAF9CDA}"/>
              </a:ext>
            </a:extLst>
          </p:cNvPr>
          <p:cNvSpPr>
            <a:spLocks xmlns:a="http://schemas.openxmlformats.org/drawingml/2006/main" noGrp="1"/>
          </p:cNvSpPr>
          <p:nvPr>
            <p:ph type="ftr" idx="21"/>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rPr sz="600">
                <a:solidFill>
                  <a:srgbClr val="5C5650"/>
                </a:solidFill>
                <a:latin typeface="Oracle Sans"/>
              </a:rPr>
              <a:t>Copyright © 2026, Oracle and/or its affiliates | Confidential: Internal</a:t>
            </a:r>
          </a:p>
        </p:txBody>
      </p:sp>
      <p:sp xmlns:a="http://schemas.openxmlformats.org/drawingml/2006/main">
        <p:nvSpPr>
          <p:cNvPr id="7" name="TextBox 6"/>
          <p:cNvSpPr txBox="1"/>
          <p:nvPr/>
        </p:nvSpPr>
        <p:spPr>
          <a:xfrm>
            <a:off x="502920" y="320040"/>
            <a:ext cx="5943600" cy="411480"/>
          </a:xfrm>
          <a:prstGeom prst="rect">
            <a:avLst/>
          </a:prstGeom>
          <a:noFill/>
        </p:spPr>
        <p:txBody>
          <a:bodyPr wrap="square">
            <a:spAutoFit/>
          </a:bodyPr>
          <a:lstStyle/>
          <a:p>
            <a:pPr algn="l"/>
            <a:r>
              <a:rPr sz="2700" b="1">
                <a:solidFill>
                  <a:srgbClr val="312D2A"/>
                </a:solidFill>
                <a:latin typeface="Oracle Sans"/>
              </a:rPr>
              <a:t>Lab TDC: AI Agents na OCI</a:t>
            </a:r>
          </a:p>
        </p:txBody>
      </p:sp>
      <p:sp xmlns:a="http://schemas.openxmlformats.org/drawingml/2006/main">
        <p:nvSpPr>
          <p:cNvPr id="8" name="TextBox 7"/>
          <p:cNvSpPr txBox="1"/>
          <p:nvPr/>
        </p:nvSpPr>
        <p:spPr>
          <a:xfrm>
            <a:off x="521207" y="749808"/>
            <a:ext cx="4937760" cy="256032"/>
          </a:xfrm>
          <a:prstGeom prst="rect">
            <a:avLst/>
          </a:prstGeom>
          <a:noFill/>
        </p:spPr>
        <p:txBody>
          <a:bodyPr wrap="square">
            <a:spAutoFit/>
          </a:bodyPr>
          <a:lstStyle/>
          <a:p>
            <a:pPr algn="l"/>
            <a:r>
              <a:rPr sz="1400" b="0">
                <a:solidFill>
                  <a:srgbClr val="5C5650"/>
                </a:solidFill>
                <a:latin typeface="Oracle Sans"/>
              </a:rPr>
              <a:t>Arquitetura, QR code e resumo da demo</a:t>
            </a:r>
          </a:p>
        </p:txBody>
      </p:sp>
      <p:pic xmlns:a="http://schemas.openxmlformats.org/drawingml/2006/main" xmlns:r="http://schemas.openxmlformats.org/officeDocument/2006/relationships">
        <p:nvPicPr>
          <p:cNvPr id="9" name="Picture 8" descr="arquitetura-oci-ai-agents-tdc.png"/>
          <p:cNvPicPr>
            <a:picLocks noChangeAspect="1"/>
          </p:cNvPicPr>
          <p:nvPr/>
        </p:nvPicPr>
        <p:blipFill>
          <a:blip r:embed="rId3"/>
          <a:stretch>
            <a:fillRect/>
          </a:stretch>
        </p:blipFill>
        <p:spPr>
          <a:xfrm>
            <a:off x="411480" y="1143000"/>
            <a:ext cx="7635240" cy="4160520"/>
          </a:xfrm>
          <a:prstGeom prst="rect">
            <a:avLst/>
          </a:prstGeom>
        </p:spPr>
      </p:pic>
      <p:pic xmlns:a="http://schemas.openxmlformats.org/drawingml/2006/main" xmlns:r="http://schemas.openxmlformats.org/officeDocument/2006/relationships">
        <p:nvPicPr>
          <p:cNvPr id="10" name="Picture 9" descr="github-qr.png"/>
          <p:cNvPicPr>
            <a:picLocks noChangeAspect="1"/>
          </p:cNvPicPr>
          <p:nvPr/>
        </p:nvPicPr>
        <p:blipFill>
          <a:blip r:embed="rId4"/>
          <a:stretch>
            <a:fillRect/>
          </a:stretch>
        </p:blipFill>
        <p:spPr>
          <a:xfrm>
            <a:off x="9281160" y="658368"/>
            <a:ext cx="1691640" cy="1691640"/>
          </a:xfrm>
          <a:prstGeom prst="rect">
            <a:avLst/>
          </a:prstGeom>
        </p:spPr>
      </p:pic>
      <p:sp xmlns:a="http://schemas.openxmlformats.org/drawingml/2006/main">
        <p:nvSpPr>
          <p:cNvPr id="11" name="TextBox 10"/>
          <p:cNvSpPr txBox="1"/>
          <p:nvPr/>
        </p:nvSpPr>
        <p:spPr>
          <a:xfrm>
            <a:off x="9144000" y="2395728"/>
            <a:ext cx="1965960" cy="228600"/>
          </a:xfrm>
          <a:prstGeom prst="rect">
            <a:avLst/>
          </a:prstGeom>
          <a:noFill/>
        </p:spPr>
        <p:txBody>
          <a:bodyPr wrap="square">
            <a:spAutoFit/>
          </a:bodyPr>
          <a:lstStyle/>
          <a:p>
            <a:pPr algn="ctr"/>
            <a:r>
              <a:rPr sz="1300" b="1">
                <a:solidFill>
                  <a:srgbClr val="312D2A"/>
                </a:solidFill>
                <a:latin typeface="Oracle Sans"/>
              </a:rPr>
              <a:t>GitHub do lab</a:t>
            </a:r>
          </a:p>
        </p:txBody>
      </p:sp>
      <p:sp xmlns:a="http://schemas.openxmlformats.org/drawingml/2006/main">
        <p:nvSpPr>
          <p:cNvPr id="12" name="TextBox 11"/>
          <p:cNvSpPr txBox="1"/>
          <p:nvPr/>
        </p:nvSpPr>
        <p:spPr>
          <a:xfrm>
            <a:off x="8366760" y="2880360"/>
            <a:ext cx="3200400" cy="320040"/>
          </a:xfrm>
          <a:prstGeom prst="rect">
            <a:avLst/>
          </a:prstGeom>
          <a:noFill/>
        </p:spPr>
        <p:txBody>
          <a:bodyPr wrap="square">
            <a:spAutoFit/>
          </a:bodyPr>
          <a:lstStyle/>
          <a:p>
            <a:pPr algn="l"/>
            <a:r>
              <a:rPr sz="2000" b="1">
                <a:solidFill>
                  <a:srgbClr val="312D2A"/>
                </a:solidFill>
                <a:latin typeface="Oracle Sans"/>
              </a:rPr>
              <a:t>O que a demo ensina</a:t>
            </a:r>
          </a:p>
        </p:txBody>
      </p:sp>
      <p:sp xmlns:a="http://schemas.openxmlformats.org/drawingml/2006/main">
        <p:nvSpPr>
          <p:cNvPr id="13" name="TextBox 12"/>
          <p:cNvSpPr txBox="1"/>
          <p:nvPr/>
        </p:nvSpPr>
        <p:spPr>
          <a:xfrm>
            <a:off x="8366760" y="3310128"/>
            <a:ext cx="3154680" cy="1645920"/>
          </a:xfrm>
          <a:prstGeom prst="rect">
            <a:avLst/>
          </a:prstGeom>
          <a:noFill/>
        </p:spPr>
        <p:txBody>
          <a:bodyPr wrap="square">
            <a:spAutoFit/>
          </a:bodyPr>
          <a:lstStyle/>
          <a:p>
            <a:pPr>
              <a:spcAft>
                <a:spcPts val="1000"/>
              </a:spcAft>
              <a:defRPr sz="1500">
                <a:solidFill>
                  <a:srgbClr val="312D2A"/>
                </a:solidFill>
                <a:latin typeface="Oracle Sans"/>
              </a:defRPr>
            </a:pPr>
            <a:r>
              <a:t>Agent com RAG: PDF do evento como base de conhecimento.</a:t>
            </a:r>
          </a:p>
          <a:p>
            <a:pPr>
              <a:spcAft>
                <a:spcPts val="1000"/>
              </a:spcAft>
              <a:defRPr sz="1500">
                <a:solidFill>
                  <a:srgbClr val="312D2A"/>
                </a:solidFill>
                <a:latin typeface="Oracle Sans"/>
              </a:defRPr>
            </a:pPr>
            <a:r>
              <a:t>Custom Tool: agenda e speakers via API estruturada.</a:t>
            </a:r>
          </a:p>
          <a:p>
            <a:pPr>
              <a:spcAft>
                <a:spcPts val="1000"/>
              </a:spcAft>
              <a:defRPr sz="1500">
                <a:solidFill>
                  <a:srgbClr val="312D2A"/>
                </a:solidFill>
                <a:latin typeface="Oracle Sans"/>
              </a:defRPr>
            </a:pPr>
            <a:r>
              <a:t>Endpoint real: consumo pelo Telegram usando backend.</a:t>
            </a:r>
          </a:p>
        </p:txBody>
      </p:sp>
      <p:sp xmlns:a="http://schemas.openxmlformats.org/drawingml/2006/main">
        <p:nvSpPr>
          <p:cNvPr id="14" name="Rounded Rectangle 13"/>
          <p:cNvSpPr/>
          <p:nvPr/>
        </p:nvSpPr>
        <p:spPr>
          <a:xfrm>
            <a:off x="8458200" y="5230368"/>
            <a:ext cx="2743200" cy="384048"/>
          </a:xfrm>
          <a:prstGeom prst="roundRect">
            <a:avLst/>
          </a:prstGeom>
          <a:solidFill>
            <a:srgbClr val="F5F4F2"/>
          </a:solidFill>
          <a:ln w="15875">
            <a:solidFill>
              <a:srgbClr val="AE562C"/>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300" b="1">
                <a:solidFill>
                  <a:srgbClr val="312D2A"/>
                </a:solidFill>
                <a:latin typeface="Oracle Sans"/>
              </a:rPr>
              <a:t>RAG + Tools + Endpoint</a:t>
            </a:r>
          </a:p>
        </p:txBody>
      </p:sp>
      <p:sp xmlns:a="http://schemas.openxmlformats.org/drawingml/2006/main">
        <p:nvSpPr>
          <p:cNvPr id="15" name="TextBox 14"/>
          <p:cNvSpPr txBox="1"/>
          <p:nvPr/>
        </p:nvSpPr>
        <p:spPr>
          <a:xfrm>
            <a:off x="548640" y="6099048"/>
            <a:ext cx="6766560" cy="256032"/>
          </a:xfrm>
          <a:prstGeom prst="rect">
            <a:avLst/>
          </a:prstGeom>
          <a:noFill/>
        </p:spPr>
        <p:txBody>
          <a:bodyPr wrap="none">
            <a:spAutoFit/>
          </a:bodyPr>
          <a:lstStyle/>
          <a:p>
            <a:r>
              <a:rPr sz="1600">
                <a:solidFill>
                  <a:srgbClr val="2C5967"/>
                </a:solidFill>
                <a:latin typeface="Oracle Sans"/>
                <a:hlinkClick xmlns:ns0="http://schemas.openxmlformats.org/officeDocument/2006/relationships" ns0:id="rId5"/>
              </a:rPr>
              <a:t>https://github.com/LiviaFernandes/tdc-oci-ai-agents-lab</a:t>
            </a:r>
          </a:p>
        </p:txBody>
      </p:sp>
    </p:spTree>
    <p:extLst>
      <p:ext uri="{BB962C8B-B14F-4D97-AF65-F5344CB8AC3E}">
        <p14:creationId xmlns:p14="http://schemas.microsoft.com/office/powerpoint/2010/main" val="3409006694"/>
      </p:ext>
    </p:extLst>
  </p:cSld>
</p:sld>
</file>

<file path=ppt/theme/theme1.xml><?xml version="1.0" encoding="utf-8"?>
<a:theme xmlns:a="http://schemas.openxmlformats.org/drawingml/2006/main" name="Oracle-8.8.2">
  <a:themeElements>
    <a:clrScheme name="Custom 151">
      <a:dk1>
        <a:srgbClr val="2A2F2F"/>
      </a:dk1>
      <a:lt1>
        <a:srgbClr val="FFFFFF"/>
      </a:lt1>
      <a:dk2>
        <a:srgbClr val="2A2F2F"/>
      </a:dk2>
      <a:lt2>
        <a:srgbClr val="FBF9F8"/>
      </a:lt2>
      <a:accent1>
        <a:srgbClr val="04536F"/>
      </a:accent1>
      <a:accent2>
        <a:srgbClr val="6C3F49"/>
      </a:accent2>
      <a:accent3>
        <a:srgbClr val="C74634"/>
      </a:accent3>
      <a:accent4>
        <a:srgbClr val="F0CC71"/>
      </a:accent4>
      <a:accent5>
        <a:srgbClr val="89B2B0"/>
      </a:accent5>
      <a:accent6>
        <a:srgbClr val="86B596"/>
      </a:accent6>
      <a:hlink>
        <a:srgbClr val="00688C"/>
      </a:hlink>
      <a:folHlink>
        <a:srgbClr val="F0CC71"/>
      </a:folHlink>
    </a:clrScheme>
    <a:fontScheme name="Oracle Pillars">
      <a:majorFont>
        <a:latin typeface="Georgia"/>
        <a:ea typeface=""/>
        <a:cs typeface=""/>
      </a:majorFont>
      <a:minorFont>
        <a:latin typeface="Oracle Sans Tab"/>
        <a:ea typeface=""/>
        <a:cs typeface=""/>
      </a:minorFont>
    </a:fontScheme>
    <a:fmtScheme name="Custom 151">
      <a:fillStyleLst>
        <a:solidFill>
          <a:schemeClr val="phClr"/>
        </a:solidFill>
        <a:solidFill>
          <a:schemeClr val="phClr">
            <a:tint val="50000"/>
          </a:schemeClr>
        </a:solidFill>
        <a:solidFill>
          <a:schemeClr val="phClr">
            <a:shade val="65000"/>
          </a:schemeClr>
        </a:solidFill>
      </a:fillStyleLst>
      <a:lnStyleLst>
        <a:ln w="3175">
          <a:solidFill>
            <a:schemeClr val="phClr">
              <a:shade val="65000"/>
            </a:schemeClr>
          </a:solidFill>
          <a:prstDash val="solid"/>
        </a:ln>
        <a:ln w="3175">
          <a:solidFill>
            <a:schemeClr val="phClr"/>
          </a:solidFill>
          <a:prstDash val="solid"/>
        </a:ln>
        <a:ln w="0">
          <a:noFill/>
        </a:ln>
      </a:lnStyleLst>
      <a:effectStyleLst>
        <a:effectStyle>
          <a:effectLst/>
        </a:effectStyle>
        <a:effectStyle>
          <a:effectLst/>
        </a:effectStyle>
        <a:effectStyle>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2026-06-18T12:48:35.3210000Z</dcterms:created>
  <dcterms:modified xsi:type="dcterms:W3CDTF">2026-06-18T12:48:35.3210000Z</dcterms:modified>
</coreProperties>
</file>